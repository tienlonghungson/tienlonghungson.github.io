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56" r:id="rId2"/>
    <p:sldId id="293" r:id="rId3"/>
    <p:sldId id="305" r:id="rId4"/>
    <p:sldId id="306" r:id="rId5"/>
    <p:sldId id="304" r:id="rId6"/>
    <p:sldId id="259" r:id="rId7"/>
    <p:sldId id="307" r:id="rId8"/>
    <p:sldId id="308" r:id="rId9"/>
    <p:sldId id="309" r:id="rId10"/>
    <p:sldId id="336" r:id="rId11"/>
    <p:sldId id="313" r:id="rId12"/>
    <p:sldId id="314" r:id="rId13"/>
    <p:sldId id="316" r:id="rId14"/>
    <p:sldId id="318" r:id="rId15"/>
    <p:sldId id="315" r:id="rId16"/>
    <p:sldId id="320" r:id="rId17"/>
    <p:sldId id="321" r:id="rId18"/>
    <p:sldId id="322" r:id="rId19"/>
    <p:sldId id="299" r:id="rId20"/>
    <p:sldId id="258" r:id="rId21"/>
    <p:sldId id="257" r:id="rId22"/>
    <p:sldId id="323" r:id="rId23"/>
    <p:sldId id="284" r:id="rId24"/>
    <p:sldId id="303" r:id="rId25"/>
    <p:sldId id="297" r:id="rId26"/>
    <p:sldId id="283" r:id="rId27"/>
    <p:sldId id="261" r:id="rId28"/>
    <p:sldId id="262" r:id="rId29"/>
    <p:sldId id="275" r:id="rId30"/>
    <p:sldId id="264" r:id="rId31"/>
    <p:sldId id="332" r:id="rId32"/>
    <p:sldId id="338" r:id="rId33"/>
    <p:sldId id="339" r:id="rId34"/>
    <p:sldId id="340" r:id="rId35"/>
    <p:sldId id="341" r:id="rId36"/>
    <p:sldId id="343" r:id="rId37"/>
    <p:sldId id="342" r:id="rId38"/>
    <p:sldId id="265" r:id="rId39"/>
    <p:sldId id="266" r:id="rId40"/>
    <p:sldId id="267" r:id="rId41"/>
    <p:sldId id="268" r:id="rId42"/>
    <p:sldId id="269" r:id="rId43"/>
    <p:sldId id="270" r:id="rId44"/>
    <p:sldId id="300" r:id="rId45"/>
    <p:sldId id="277" r:id="rId46"/>
    <p:sldId id="286" r:id="rId47"/>
    <p:sldId id="287" r:id="rId48"/>
    <p:sldId id="288" r:id="rId49"/>
    <p:sldId id="289" r:id="rId50"/>
    <p:sldId id="290" r:id="rId51"/>
    <p:sldId id="278" r:id="rId52"/>
    <p:sldId id="296" r:id="rId53"/>
    <p:sldId id="302" r:id="rId54"/>
    <p:sldId id="291" r:id="rId55"/>
    <p:sldId id="292" r:id="rId56"/>
    <p:sldId id="312" r:id="rId57"/>
    <p:sldId id="319" r:id="rId58"/>
    <p:sldId id="324" r:id="rId59"/>
    <p:sldId id="325" r:id="rId60"/>
    <p:sldId id="327" r:id="rId61"/>
    <p:sldId id="328" r:id="rId62"/>
    <p:sldId id="335" r:id="rId63"/>
    <p:sldId id="329" r:id="rId64"/>
    <p:sldId id="330" r:id="rId65"/>
    <p:sldId id="331" r:id="rId66"/>
    <p:sldId id="334" r:id="rId67"/>
    <p:sldId id="298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5F9A"/>
    <a:srgbClr val="CDE0F3"/>
    <a:srgbClr val="FFFFFF"/>
    <a:srgbClr val="9AC68B"/>
    <a:srgbClr val="E7F0F9"/>
    <a:srgbClr val="EAF2FA"/>
    <a:srgbClr val="ECF3FA"/>
    <a:srgbClr val="E7EAED"/>
    <a:srgbClr val="CCD2D8"/>
    <a:srgbClr val="DBE9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616535-CAC1-4D2E-B44A-1393D2D174F4}" v="6879" dt="2026-09-15T17:19:38.9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90" autoAdjust="0"/>
    <p:restoredTop sz="94660"/>
  </p:normalViewPr>
  <p:slideViewPr>
    <p:cSldViewPr snapToGrid="0">
      <p:cViewPr varScale="1">
        <p:scale>
          <a:sx n="84" d="100"/>
          <a:sy n="84" d="100"/>
        </p:scale>
        <p:origin x="1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, Tien Long" userId="552c08b3-44b7-4414-8d59-80038a4f13a8" providerId="ADAL" clId="{C49FBE84-300D-41FC-896F-06EAF4F12778}"/>
    <pc:docChg chg="undo custSel addSld delSld modSld sldOrd">
      <pc:chgData name="Nguyen, Tien Long" userId="552c08b3-44b7-4414-8d59-80038a4f13a8" providerId="ADAL" clId="{C49FBE84-300D-41FC-896F-06EAF4F12778}" dt="2026-09-15T17:19:38.990" v="12473" actId="207"/>
      <pc:docMkLst>
        <pc:docMk/>
      </pc:docMkLst>
      <pc:sldChg chg="modSp mod">
        <pc:chgData name="Nguyen, Tien Long" userId="552c08b3-44b7-4414-8d59-80038a4f13a8" providerId="ADAL" clId="{C49FBE84-300D-41FC-896F-06EAF4F12778}" dt="2026-09-15T04:08:32.292" v="12282" actId="14100"/>
        <pc:sldMkLst>
          <pc:docMk/>
          <pc:sldMk cId="2880184984" sldId="256"/>
        </pc:sldMkLst>
        <pc:spChg chg="mod">
          <ac:chgData name="Nguyen, Tien Long" userId="552c08b3-44b7-4414-8d59-80038a4f13a8" providerId="ADAL" clId="{C49FBE84-300D-41FC-896F-06EAF4F12778}" dt="2026-09-15T04:08:14.163" v="12278" actId="1076"/>
          <ac:spMkLst>
            <pc:docMk/>
            <pc:sldMk cId="2880184984" sldId="256"/>
            <ac:spMk id="3" creationId="{0AFCC6C5-8722-80F9-2B44-6ED4A3DDFF54}"/>
          </ac:spMkLst>
        </pc:spChg>
        <pc:spChg chg="mod">
          <ac:chgData name="Nguyen, Tien Long" userId="552c08b3-44b7-4414-8d59-80038a4f13a8" providerId="ADAL" clId="{C49FBE84-300D-41FC-896F-06EAF4F12778}" dt="2026-09-10T20:15:14.452" v="5"/>
          <ac:spMkLst>
            <pc:docMk/>
            <pc:sldMk cId="2880184984" sldId="256"/>
            <ac:spMk id="4" creationId="{7F9D8F57-57AE-101A-26CE-03C084330F38}"/>
          </ac:spMkLst>
        </pc:spChg>
        <pc:spChg chg="mod">
          <ac:chgData name="Nguyen, Tien Long" userId="552c08b3-44b7-4414-8d59-80038a4f13a8" providerId="ADAL" clId="{C49FBE84-300D-41FC-896F-06EAF4F12778}" dt="2026-09-15T04:08:28.649" v="12281" actId="14100"/>
          <ac:spMkLst>
            <pc:docMk/>
            <pc:sldMk cId="2880184984" sldId="256"/>
            <ac:spMk id="5" creationId="{E3638B2D-8543-CC82-C744-2BCE05640751}"/>
          </ac:spMkLst>
        </pc:spChg>
        <pc:grpChg chg="mod">
          <ac:chgData name="Nguyen, Tien Long" userId="552c08b3-44b7-4414-8d59-80038a4f13a8" providerId="ADAL" clId="{C49FBE84-300D-41FC-896F-06EAF4F12778}" dt="2026-09-15T04:08:32.292" v="12282" actId="14100"/>
          <ac:grpSpMkLst>
            <pc:docMk/>
            <pc:sldMk cId="2880184984" sldId="256"/>
            <ac:grpSpMk id="20" creationId="{F4EAFE6B-F13E-6227-96FF-BD6760823421}"/>
          </ac:grpSpMkLst>
        </pc:grpChg>
      </pc:sldChg>
      <pc:sldChg chg="mod modShow">
        <pc:chgData name="Nguyen, Tien Long" userId="552c08b3-44b7-4414-8d59-80038a4f13a8" providerId="ADAL" clId="{C49FBE84-300D-41FC-896F-06EAF4F12778}" dt="2026-09-11T02:35:44.219" v="1908" actId="729"/>
        <pc:sldMkLst>
          <pc:docMk/>
          <pc:sldMk cId="3586584045" sldId="257"/>
        </pc:sldMkLst>
      </pc:sldChg>
      <pc:sldChg chg="mod modShow">
        <pc:chgData name="Nguyen, Tien Long" userId="552c08b3-44b7-4414-8d59-80038a4f13a8" providerId="ADAL" clId="{C49FBE84-300D-41FC-896F-06EAF4F12778}" dt="2026-09-11T02:35:44.219" v="1908" actId="729"/>
        <pc:sldMkLst>
          <pc:docMk/>
          <pc:sldMk cId="3788536307" sldId="258"/>
        </pc:sldMkLst>
      </pc:sldChg>
      <pc:sldChg chg="addSp delSp modSp mod">
        <pc:chgData name="Nguyen, Tien Long" userId="552c08b3-44b7-4414-8d59-80038a4f13a8" providerId="ADAL" clId="{C49FBE84-300D-41FC-896F-06EAF4F12778}" dt="2026-09-11T01:36:17.360" v="1454" actId="478"/>
        <pc:sldMkLst>
          <pc:docMk/>
          <pc:sldMk cId="3752529417" sldId="259"/>
        </pc:sldMkLst>
        <pc:spChg chg="mod">
          <ac:chgData name="Nguyen, Tien Long" userId="552c08b3-44b7-4414-8d59-80038a4f13a8" providerId="ADAL" clId="{C49FBE84-300D-41FC-896F-06EAF4F12778}" dt="2026-09-11T01:36:09.985" v="1450" actId="1076"/>
          <ac:spMkLst>
            <pc:docMk/>
            <pc:sldMk cId="3752529417" sldId="259"/>
            <ac:spMk id="4" creationId="{09F79A0F-E0FC-B542-2551-ED320D4E74E5}"/>
          </ac:spMkLst>
        </pc:spChg>
        <pc:spChg chg="mod">
          <ac:chgData name="Nguyen, Tien Long" userId="552c08b3-44b7-4414-8d59-80038a4f13a8" providerId="ADAL" clId="{C49FBE84-300D-41FC-896F-06EAF4F12778}" dt="2026-09-11T01:36:09.985" v="1450" actId="1076"/>
          <ac:spMkLst>
            <pc:docMk/>
            <pc:sldMk cId="3752529417" sldId="259"/>
            <ac:spMk id="8" creationId="{80E60A8B-A816-153E-8FD0-159A9C2070E4}"/>
          </ac:spMkLst>
        </pc:spChg>
        <pc:spChg chg="mod">
          <ac:chgData name="Nguyen, Tien Long" userId="552c08b3-44b7-4414-8d59-80038a4f13a8" providerId="ADAL" clId="{C49FBE84-300D-41FC-896F-06EAF4F12778}" dt="2026-09-11T01:36:09.985" v="1450" actId="1076"/>
          <ac:spMkLst>
            <pc:docMk/>
            <pc:sldMk cId="3752529417" sldId="259"/>
            <ac:spMk id="12" creationId="{6300F26F-42A5-DB76-9CB3-7F399941C6DD}"/>
          </ac:spMkLst>
        </pc:spChg>
        <pc:spChg chg="mod">
          <ac:chgData name="Nguyen, Tien Long" userId="552c08b3-44b7-4414-8d59-80038a4f13a8" providerId="ADAL" clId="{C49FBE84-300D-41FC-896F-06EAF4F12778}" dt="2026-09-11T01:36:09.985" v="1450" actId="1076"/>
          <ac:spMkLst>
            <pc:docMk/>
            <pc:sldMk cId="3752529417" sldId="259"/>
            <ac:spMk id="14" creationId="{8BD28C96-CD3A-05ED-4645-972C691E3BCC}"/>
          </ac:spMkLst>
        </pc:spChg>
        <pc:spChg chg="mod">
          <ac:chgData name="Nguyen, Tien Long" userId="552c08b3-44b7-4414-8d59-80038a4f13a8" providerId="ADAL" clId="{C49FBE84-300D-41FC-896F-06EAF4F12778}" dt="2026-09-11T01:36:09.985" v="1450" actId="1076"/>
          <ac:spMkLst>
            <pc:docMk/>
            <pc:sldMk cId="3752529417" sldId="259"/>
            <ac:spMk id="16" creationId="{C8BA22E7-9710-CBB2-3850-AAB9E48C71AF}"/>
          </ac:spMkLst>
        </pc:spChg>
        <pc:spChg chg="mod">
          <ac:chgData name="Nguyen, Tien Long" userId="552c08b3-44b7-4414-8d59-80038a4f13a8" providerId="ADAL" clId="{C49FBE84-300D-41FC-896F-06EAF4F12778}" dt="2026-09-11T01:36:09.985" v="1450" actId="1076"/>
          <ac:spMkLst>
            <pc:docMk/>
            <pc:sldMk cId="3752529417" sldId="259"/>
            <ac:spMk id="35" creationId="{65171088-CCED-F892-C0A8-17F7B814C526}"/>
          </ac:spMkLst>
        </pc:spChg>
        <pc:spChg chg="mod">
          <ac:chgData name="Nguyen, Tien Long" userId="552c08b3-44b7-4414-8d59-80038a4f13a8" providerId="ADAL" clId="{C49FBE84-300D-41FC-896F-06EAF4F12778}" dt="2026-09-11T01:36:09.985" v="1450" actId="1076"/>
          <ac:spMkLst>
            <pc:docMk/>
            <pc:sldMk cId="3752529417" sldId="259"/>
            <ac:spMk id="36" creationId="{E33E4A07-16CE-9434-C42C-129BC1FD1630}"/>
          </ac:spMkLst>
        </pc:spChg>
        <pc:spChg chg="mod">
          <ac:chgData name="Nguyen, Tien Long" userId="552c08b3-44b7-4414-8d59-80038a4f13a8" providerId="ADAL" clId="{C49FBE84-300D-41FC-896F-06EAF4F12778}" dt="2026-09-11T01:36:09.985" v="1450" actId="1076"/>
          <ac:spMkLst>
            <pc:docMk/>
            <pc:sldMk cId="3752529417" sldId="259"/>
            <ac:spMk id="38" creationId="{1EE7E06C-B5B9-DEFD-E946-98FF1E0F6EA4}"/>
          </ac:spMkLst>
        </pc:spChg>
        <pc:spChg chg="mod">
          <ac:chgData name="Nguyen, Tien Long" userId="552c08b3-44b7-4414-8d59-80038a4f13a8" providerId="ADAL" clId="{C49FBE84-300D-41FC-896F-06EAF4F12778}" dt="2026-09-11T01:36:09.985" v="1450" actId="1076"/>
          <ac:spMkLst>
            <pc:docMk/>
            <pc:sldMk cId="3752529417" sldId="259"/>
            <ac:spMk id="40" creationId="{E640949C-BFF0-4F2E-E1D4-DD9EDAEDDDE1}"/>
          </ac:spMkLst>
        </pc:spChg>
        <pc:spChg chg="mod">
          <ac:chgData name="Nguyen, Tien Long" userId="552c08b3-44b7-4414-8d59-80038a4f13a8" providerId="ADAL" clId="{C49FBE84-300D-41FC-896F-06EAF4F12778}" dt="2026-09-11T01:36:09.985" v="1450" actId="1076"/>
          <ac:spMkLst>
            <pc:docMk/>
            <pc:sldMk cId="3752529417" sldId="259"/>
            <ac:spMk id="42" creationId="{BABC770F-5F92-24F1-4ABD-4EF00A5B595F}"/>
          </ac:spMkLst>
        </pc:spChg>
      </pc:sldChg>
      <pc:sldChg chg="modSp mod">
        <pc:chgData name="Nguyen, Tien Long" userId="552c08b3-44b7-4414-8d59-80038a4f13a8" providerId="ADAL" clId="{C49FBE84-300D-41FC-896F-06EAF4F12778}" dt="2026-09-14T19:59:51.672" v="10480" actId="207"/>
        <pc:sldMkLst>
          <pc:docMk/>
          <pc:sldMk cId="3495124575" sldId="261"/>
        </pc:sldMkLst>
        <pc:spChg chg="mod">
          <ac:chgData name="Nguyen, Tien Long" userId="552c08b3-44b7-4414-8d59-80038a4f13a8" providerId="ADAL" clId="{C49FBE84-300D-41FC-896F-06EAF4F12778}" dt="2026-09-14T19:59:51.672" v="10480" actId="207"/>
          <ac:spMkLst>
            <pc:docMk/>
            <pc:sldMk cId="3495124575" sldId="261"/>
            <ac:spMk id="18" creationId="{650A3926-E70C-81CE-9D51-7D89AFB8F440}"/>
          </ac:spMkLst>
        </pc:spChg>
      </pc:sldChg>
      <pc:sldChg chg="modSp">
        <pc:chgData name="Nguyen, Tien Long" userId="552c08b3-44b7-4414-8d59-80038a4f13a8" providerId="ADAL" clId="{C49FBE84-300D-41FC-896F-06EAF4F12778}" dt="2026-09-14T20:07:51.692" v="10496" actId="207"/>
        <pc:sldMkLst>
          <pc:docMk/>
          <pc:sldMk cId="1294169011" sldId="264"/>
        </pc:sldMkLst>
        <pc:spChg chg="mod">
          <ac:chgData name="Nguyen, Tien Long" userId="552c08b3-44b7-4414-8d59-80038a4f13a8" providerId="ADAL" clId="{C49FBE84-300D-41FC-896F-06EAF4F12778}" dt="2026-09-14T20:07:30.959" v="10491" actId="207"/>
          <ac:spMkLst>
            <pc:docMk/>
            <pc:sldMk cId="1294169011" sldId="264"/>
            <ac:spMk id="4" creationId="{382FC89B-75A3-1BFF-ACB8-075B7DB58545}"/>
          </ac:spMkLst>
        </pc:spChg>
        <pc:spChg chg="mod">
          <ac:chgData name="Nguyen, Tien Long" userId="552c08b3-44b7-4414-8d59-80038a4f13a8" providerId="ADAL" clId="{C49FBE84-300D-41FC-896F-06EAF4F12778}" dt="2026-09-14T20:07:51.692" v="10496" actId="207"/>
          <ac:spMkLst>
            <pc:docMk/>
            <pc:sldMk cId="1294169011" sldId="264"/>
            <ac:spMk id="6" creationId="{0A638465-4A47-31D3-8D1F-A36299540649}"/>
          </ac:spMkLst>
        </pc:spChg>
        <pc:spChg chg="mod">
          <ac:chgData name="Nguyen, Tien Long" userId="552c08b3-44b7-4414-8d59-80038a4f13a8" providerId="ADAL" clId="{C49FBE84-300D-41FC-896F-06EAF4F12778}" dt="2026-09-14T20:07:39.475" v="10493" actId="207"/>
          <ac:spMkLst>
            <pc:docMk/>
            <pc:sldMk cId="1294169011" sldId="264"/>
            <ac:spMk id="11" creationId="{18E50373-33E0-C013-09BF-A65ED971242A}"/>
          </ac:spMkLst>
        </pc:spChg>
        <pc:spChg chg="mod">
          <ac:chgData name="Nguyen, Tien Long" userId="552c08b3-44b7-4414-8d59-80038a4f13a8" providerId="ADAL" clId="{C49FBE84-300D-41FC-896F-06EAF4F12778}" dt="2026-09-14T20:07:43.443" v="10494" actId="207"/>
          <ac:spMkLst>
            <pc:docMk/>
            <pc:sldMk cId="1294169011" sldId="264"/>
            <ac:spMk id="12" creationId="{AC789C22-9820-6E0C-FD26-C54AF0448516}"/>
          </ac:spMkLst>
        </pc:spChg>
        <pc:spChg chg="mod">
          <ac:chgData name="Nguyen, Tien Long" userId="552c08b3-44b7-4414-8d59-80038a4f13a8" providerId="ADAL" clId="{C49FBE84-300D-41FC-896F-06EAF4F12778}" dt="2026-09-14T20:07:47.653" v="10495" actId="207"/>
          <ac:spMkLst>
            <pc:docMk/>
            <pc:sldMk cId="1294169011" sldId="264"/>
            <ac:spMk id="13" creationId="{2E698E75-0AC6-C0C9-FB97-FE2D94E7677B}"/>
          </ac:spMkLst>
        </pc:spChg>
      </pc:sldChg>
      <pc:sldChg chg="modSp ord">
        <pc:chgData name="Nguyen, Tien Long" userId="552c08b3-44b7-4414-8d59-80038a4f13a8" providerId="ADAL" clId="{C49FBE84-300D-41FC-896F-06EAF4F12778}" dt="2026-09-14T20:08:42.887" v="10499" actId="207"/>
        <pc:sldMkLst>
          <pc:docMk/>
          <pc:sldMk cId="208749149" sldId="265"/>
        </pc:sldMkLst>
        <pc:spChg chg="mod">
          <ac:chgData name="Nguyen, Tien Long" userId="552c08b3-44b7-4414-8d59-80038a4f13a8" providerId="ADAL" clId="{C49FBE84-300D-41FC-896F-06EAF4F12778}" dt="2026-09-14T20:06:41.411" v="10487" actId="207"/>
          <ac:spMkLst>
            <pc:docMk/>
            <pc:sldMk cId="208749149" sldId="265"/>
            <ac:spMk id="64" creationId="{846C3CB9-2B8A-B468-6ED7-6C30FE889131}"/>
          </ac:spMkLst>
        </pc:spChg>
        <pc:spChg chg="mod">
          <ac:chgData name="Nguyen, Tien Long" userId="552c08b3-44b7-4414-8d59-80038a4f13a8" providerId="ADAL" clId="{C49FBE84-300D-41FC-896F-06EAF4F12778}" dt="2026-09-14T20:08:42.887" v="10499" actId="207"/>
          <ac:spMkLst>
            <pc:docMk/>
            <pc:sldMk cId="208749149" sldId="265"/>
            <ac:spMk id="70" creationId="{4BD52DD5-3913-C6D8-78B3-7D0B9DA7DCEB}"/>
          </ac:spMkLst>
        </pc:spChg>
      </pc:sldChg>
      <pc:sldChg chg="modSp">
        <pc:chgData name="Nguyen, Tien Long" userId="552c08b3-44b7-4414-8d59-80038a4f13a8" providerId="ADAL" clId="{C49FBE84-300D-41FC-896F-06EAF4F12778}" dt="2026-09-14T20:08:53.513" v="10501" actId="207"/>
        <pc:sldMkLst>
          <pc:docMk/>
          <pc:sldMk cId="3836319002" sldId="267"/>
        </pc:sldMkLst>
        <pc:spChg chg="mod">
          <ac:chgData name="Nguyen, Tien Long" userId="552c08b3-44b7-4414-8d59-80038a4f13a8" providerId="ADAL" clId="{C49FBE84-300D-41FC-896F-06EAF4F12778}" dt="2026-09-14T20:08:49.166" v="10500" actId="207"/>
          <ac:spMkLst>
            <pc:docMk/>
            <pc:sldMk cId="3836319002" sldId="267"/>
            <ac:spMk id="13" creationId="{F2845606-2216-96B6-6FC8-DC6C14E25C85}"/>
          </ac:spMkLst>
        </pc:spChg>
        <pc:spChg chg="mod">
          <ac:chgData name="Nguyen, Tien Long" userId="552c08b3-44b7-4414-8d59-80038a4f13a8" providerId="ADAL" clId="{C49FBE84-300D-41FC-896F-06EAF4F12778}" dt="2026-09-14T20:08:53.513" v="10501" actId="207"/>
          <ac:spMkLst>
            <pc:docMk/>
            <pc:sldMk cId="3836319002" sldId="267"/>
            <ac:spMk id="21" creationId="{BF669FEF-555C-64D6-8480-73E1D305075F}"/>
          </ac:spMkLst>
        </pc:spChg>
      </pc:sldChg>
      <pc:sldChg chg="modSp">
        <pc:chgData name="Nguyen, Tien Long" userId="552c08b3-44b7-4414-8d59-80038a4f13a8" providerId="ADAL" clId="{C49FBE84-300D-41FC-896F-06EAF4F12778}" dt="2026-09-14T20:09:22.542" v="10504" actId="207"/>
        <pc:sldMkLst>
          <pc:docMk/>
          <pc:sldMk cId="303162036" sldId="269"/>
        </pc:sldMkLst>
        <pc:spChg chg="mod">
          <ac:chgData name="Nguyen, Tien Long" userId="552c08b3-44b7-4414-8d59-80038a4f13a8" providerId="ADAL" clId="{C49FBE84-300D-41FC-896F-06EAF4F12778}" dt="2026-09-14T20:09:22.542" v="10504" actId="207"/>
          <ac:spMkLst>
            <pc:docMk/>
            <pc:sldMk cId="303162036" sldId="269"/>
            <ac:spMk id="28" creationId="{E48DC232-5715-9D6B-E37A-C766BEF6EFD4}"/>
          </ac:spMkLst>
        </pc:spChg>
      </pc:sldChg>
      <pc:sldChg chg="modSp">
        <pc:chgData name="Nguyen, Tien Long" userId="552c08b3-44b7-4414-8d59-80038a4f13a8" providerId="ADAL" clId="{C49FBE84-300D-41FC-896F-06EAF4F12778}" dt="2026-09-14T20:10:18.144" v="10505" actId="207"/>
        <pc:sldMkLst>
          <pc:docMk/>
          <pc:sldMk cId="574208213" sldId="270"/>
        </pc:sldMkLst>
        <pc:spChg chg="mod">
          <ac:chgData name="Nguyen, Tien Long" userId="552c08b3-44b7-4414-8d59-80038a4f13a8" providerId="ADAL" clId="{C49FBE84-300D-41FC-896F-06EAF4F12778}" dt="2026-09-14T20:10:18.144" v="10505" actId="207"/>
          <ac:spMkLst>
            <pc:docMk/>
            <pc:sldMk cId="574208213" sldId="270"/>
            <ac:spMk id="15" creationId="{71063D35-012C-4BD9-B6B3-308442133BBB}"/>
          </ac:spMkLst>
        </pc:spChg>
      </pc:sldChg>
      <pc:sldChg chg="modSp">
        <pc:chgData name="Nguyen, Tien Long" userId="552c08b3-44b7-4414-8d59-80038a4f13a8" providerId="ADAL" clId="{C49FBE84-300D-41FC-896F-06EAF4F12778}" dt="2026-09-14T20:00:15.183" v="10483" actId="207"/>
        <pc:sldMkLst>
          <pc:docMk/>
          <pc:sldMk cId="1522133648" sldId="275"/>
        </pc:sldMkLst>
        <pc:spChg chg="mod">
          <ac:chgData name="Nguyen, Tien Long" userId="552c08b3-44b7-4414-8d59-80038a4f13a8" providerId="ADAL" clId="{C49FBE84-300D-41FC-896F-06EAF4F12778}" dt="2026-09-14T20:00:04.366" v="10481" actId="207"/>
          <ac:spMkLst>
            <pc:docMk/>
            <pc:sldMk cId="1522133648" sldId="275"/>
            <ac:spMk id="10" creationId="{39B474ED-6737-75E7-7628-7A6DEFA85842}"/>
          </ac:spMkLst>
        </pc:spChg>
        <pc:spChg chg="mod">
          <ac:chgData name="Nguyen, Tien Long" userId="552c08b3-44b7-4414-8d59-80038a4f13a8" providerId="ADAL" clId="{C49FBE84-300D-41FC-896F-06EAF4F12778}" dt="2026-09-14T20:00:15.183" v="10483" actId="207"/>
          <ac:spMkLst>
            <pc:docMk/>
            <pc:sldMk cId="1522133648" sldId="275"/>
            <ac:spMk id="14" creationId="{3536F81E-C9CC-424E-19B3-070C49396882}"/>
          </ac:spMkLst>
        </pc:spChg>
      </pc:sldChg>
      <pc:sldChg chg="modSp mod modAnim">
        <pc:chgData name="Nguyen, Tien Long" userId="552c08b3-44b7-4414-8d59-80038a4f13a8" providerId="ADAL" clId="{C49FBE84-300D-41FC-896F-06EAF4F12778}" dt="2026-09-14T21:27:11.097" v="11136"/>
        <pc:sldMkLst>
          <pc:docMk/>
          <pc:sldMk cId="2275461738" sldId="277"/>
        </pc:sldMkLst>
        <pc:spChg chg="mod">
          <ac:chgData name="Nguyen, Tien Long" userId="552c08b3-44b7-4414-8d59-80038a4f13a8" providerId="ADAL" clId="{C49FBE84-300D-41FC-896F-06EAF4F12778}" dt="2026-09-14T20:13:44.447" v="10527" actId="207"/>
          <ac:spMkLst>
            <pc:docMk/>
            <pc:sldMk cId="2275461738" sldId="277"/>
            <ac:spMk id="11" creationId="{634AB85F-865D-9C4A-983A-660121880DC6}"/>
          </ac:spMkLst>
        </pc:spChg>
        <pc:spChg chg="mod">
          <ac:chgData name="Nguyen, Tien Long" userId="552c08b3-44b7-4414-8d59-80038a4f13a8" providerId="ADAL" clId="{C49FBE84-300D-41FC-896F-06EAF4F12778}" dt="2026-09-14T20:12:49.376" v="10519" actId="207"/>
          <ac:spMkLst>
            <pc:docMk/>
            <pc:sldMk cId="2275461738" sldId="277"/>
            <ac:spMk id="12" creationId="{53EE9ADE-4DF9-05C1-B058-8C645D5DCC3E}"/>
          </ac:spMkLst>
        </pc:spChg>
        <pc:spChg chg="mod">
          <ac:chgData name="Nguyen, Tien Long" userId="552c08b3-44b7-4414-8d59-80038a4f13a8" providerId="ADAL" clId="{C49FBE84-300D-41FC-896F-06EAF4F12778}" dt="2026-09-14T20:13:34.051" v="10526" actId="207"/>
          <ac:spMkLst>
            <pc:docMk/>
            <pc:sldMk cId="2275461738" sldId="277"/>
            <ac:spMk id="19" creationId="{756BACF8-ADD9-4B89-DDE7-7F2C38AEB3DC}"/>
          </ac:spMkLst>
        </pc:spChg>
        <pc:spChg chg="mod">
          <ac:chgData name="Nguyen, Tien Long" userId="552c08b3-44b7-4414-8d59-80038a4f13a8" providerId="ADAL" clId="{C49FBE84-300D-41FC-896F-06EAF4F12778}" dt="2026-09-14T20:12:45.776" v="10518" actId="207"/>
          <ac:spMkLst>
            <pc:docMk/>
            <pc:sldMk cId="2275461738" sldId="277"/>
            <ac:spMk id="41" creationId="{6AFEF3D7-CC20-C046-2D5E-C09D6AB6C36D}"/>
          </ac:spMkLst>
        </pc:spChg>
        <pc:graphicFrameChg chg="mod">
          <ac:chgData name="Nguyen, Tien Long" userId="552c08b3-44b7-4414-8d59-80038a4f13a8" providerId="ADAL" clId="{C49FBE84-300D-41FC-896F-06EAF4F12778}" dt="2026-09-14T20:13:02.872" v="10522" actId="207"/>
          <ac:graphicFrameMkLst>
            <pc:docMk/>
            <pc:sldMk cId="2275461738" sldId="277"/>
            <ac:graphicFrameMk id="21" creationId="{5C056FB8-FB0D-2F2A-D87A-89FC6F416942}"/>
          </ac:graphicFrameMkLst>
        </pc:graphicFrameChg>
        <pc:graphicFrameChg chg="mod">
          <ac:chgData name="Nguyen, Tien Long" userId="552c08b3-44b7-4414-8d59-80038a4f13a8" providerId="ADAL" clId="{C49FBE84-300D-41FC-896F-06EAF4F12778}" dt="2026-09-14T20:13:26.220" v="10525" actId="207"/>
          <ac:graphicFrameMkLst>
            <pc:docMk/>
            <pc:sldMk cId="2275461738" sldId="277"/>
            <ac:graphicFrameMk id="22" creationId="{FF9E5800-4462-7A55-FCC0-CCD159284853}"/>
          </ac:graphicFrameMkLst>
        </pc:graphicFrameChg>
      </pc:sldChg>
      <pc:sldChg chg="modSp ord">
        <pc:chgData name="Nguyen, Tien Long" userId="552c08b3-44b7-4414-8d59-80038a4f13a8" providerId="ADAL" clId="{C49FBE84-300D-41FC-896F-06EAF4F12778}" dt="2026-09-14T19:59:28.028" v="10477" actId="207"/>
        <pc:sldMkLst>
          <pc:docMk/>
          <pc:sldMk cId="881374943" sldId="284"/>
        </pc:sldMkLst>
        <pc:spChg chg="mod">
          <ac:chgData name="Nguyen, Tien Long" userId="552c08b3-44b7-4414-8d59-80038a4f13a8" providerId="ADAL" clId="{C49FBE84-300D-41FC-896F-06EAF4F12778}" dt="2026-09-14T19:59:22.756" v="10476" actId="207"/>
          <ac:spMkLst>
            <pc:docMk/>
            <pc:sldMk cId="881374943" sldId="284"/>
            <ac:spMk id="35" creationId="{AE71F656-658B-ED89-516E-F5B4274E9B6B}"/>
          </ac:spMkLst>
        </pc:spChg>
        <pc:spChg chg="mod">
          <ac:chgData name="Nguyen, Tien Long" userId="552c08b3-44b7-4414-8d59-80038a4f13a8" providerId="ADAL" clId="{C49FBE84-300D-41FC-896F-06EAF4F12778}" dt="2026-09-14T19:59:28.028" v="10477" actId="207"/>
          <ac:spMkLst>
            <pc:docMk/>
            <pc:sldMk cId="881374943" sldId="284"/>
            <ac:spMk id="36" creationId="{E6B312C4-023D-07E6-3655-86F0DBB1405B}"/>
          </ac:spMkLst>
        </pc:spChg>
      </pc:sldChg>
      <pc:sldChg chg="delSp modSp mod">
        <pc:chgData name="Nguyen, Tien Long" userId="552c08b3-44b7-4414-8d59-80038a4f13a8" providerId="ADAL" clId="{C49FBE84-300D-41FC-896F-06EAF4F12778}" dt="2026-09-15T16:11:15.065" v="12469" actId="20577"/>
        <pc:sldMkLst>
          <pc:docMk/>
          <pc:sldMk cId="1793686354" sldId="292"/>
        </pc:sldMkLst>
        <pc:spChg chg="mod">
          <ac:chgData name="Nguyen, Tien Long" userId="552c08b3-44b7-4414-8d59-80038a4f13a8" providerId="ADAL" clId="{C49FBE84-300D-41FC-896F-06EAF4F12778}" dt="2026-09-15T16:11:15.065" v="12469" actId="20577"/>
          <ac:spMkLst>
            <pc:docMk/>
            <pc:sldMk cId="1793686354" sldId="292"/>
            <ac:spMk id="26" creationId="{9F540FAF-F58A-7D09-951E-F819D28011A9}"/>
          </ac:spMkLst>
        </pc:spChg>
        <pc:spChg chg="del">
          <ac:chgData name="Nguyen, Tien Long" userId="552c08b3-44b7-4414-8d59-80038a4f13a8" providerId="ADAL" clId="{C49FBE84-300D-41FC-896F-06EAF4F12778}" dt="2026-09-14T04:01:35.897" v="6111" actId="478"/>
          <ac:spMkLst>
            <pc:docMk/>
            <pc:sldMk cId="1793686354" sldId="292"/>
            <ac:spMk id="34" creationId="{A4AEAC7D-7BB0-923A-FEB6-5C804F52AAD5}"/>
          </ac:spMkLst>
        </pc:spChg>
        <pc:spChg chg="del">
          <ac:chgData name="Nguyen, Tien Long" userId="552c08b3-44b7-4414-8d59-80038a4f13a8" providerId="ADAL" clId="{C49FBE84-300D-41FC-896F-06EAF4F12778}" dt="2026-09-14T04:01:37.452" v="6112" actId="478"/>
          <ac:spMkLst>
            <pc:docMk/>
            <pc:sldMk cId="1793686354" sldId="292"/>
            <ac:spMk id="35" creationId="{DD75AFFA-31EB-35EF-411B-8F215D15B90A}"/>
          </ac:spMkLst>
        </pc:spChg>
      </pc:sldChg>
      <pc:sldChg chg="addSp delSp modSp modAnim">
        <pc:chgData name="Nguyen, Tien Long" userId="552c08b3-44b7-4414-8d59-80038a4f13a8" providerId="ADAL" clId="{C49FBE84-300D-41FC-896F-06EAF4F12778}" dt="2026-09-14T19:40:06.110" v="10313" actId="207"/>
        <pc:sldMkLst>
          <pc:docMk/>
          <pc:sldMk cId="1099208120" sldId="293"/>
        </pc:sldMkLst>
        <pc:spChg chg="add mod">
          <ac:chgData name="Nguyen, Tien Long" userId="552c08b3-44b7-4414-8d59-80038a4f13a8" providerId="ADAL" clId="{C49FBE84-300D-41FC-896F-06EAF4F12778}" dt="2026-09-14T19:38:55.732" v="10309" actId="20577"/>
          <ac:spMkLst>
            <pc:docMk/>
            <pc:sldMk cId="1099208120" sldId="293"/>
            <ac:spMk id="94" creationId="{94C2CD7D-C17C-B8AC-8A20-8C30F07EE249}"/>
          </ac:spMkLst>
        </pc:spChg>
        <pc:spChg chg="mod">
          <ac:chgData name="Nguyen, Tien Long" userId="552c08b3-44b7-4414-8d59-80038a4f13a8" providerId="ADAL" clId="{C49FBE84-300D-41FC-896F-06EAF4F12778}" dt="2026-09-14T19:39:55.078" v="10311" actId="20577"/>
          <ac:spMkLst>
            <pc:docMk/>
            <pc:sldMk cId="1099208120" sldId="293"/>
            <ac:spMk id="98" creationId="{34C903B8-EB44-9A37-1505-9D17CDE24C5E}"/>
          </ac:spMkLst>
        </pc:spChg>
        <pc:spChg chg="add mod">
          <ac:chgData name="Nguyen, Tien Long" userId="552c08b3-44b7-4414-8d59-80038a4f13a8" providerId="ADAL" clId="{C49FBE84-300D-41FC-896F-06EAF4F12778}" dt="2026-09-14T19:40:06.110" v="10313" actId="207"/>
          <ac:spMkLst>
            <pc:docMk/>
            <pc:sldMk cId="1099208120" sldId="293"/>
            <ac:spMk id="100" creationId="{A908DC95-0918-1541-D0E7-8736524D05EC}"/>
          </ac:spMkLst>
        </pc:spChg>
        <pc:spChg chg="add mod">
          <ac:chgData name="Nguyen, Tien Long" userId="552c08b3-44b7-4414-8d59-80038a4f13a8" providerId="ADAL" clId="{C49FBE84-300D-41FC-896F-06EAF4F12778}" dt="2026-09-10T21:37:23.063" v="1036" actId="114"/>
          <ac:spMkLst>
            <pc:docMk/>
            <pc:sldMk cId="1099208120" sldId="293"/>
            <ac:spMk id="101" creationId="{7B11514B-2968-14F5-A662-C9D2B02764BD}"/>
          </ac:spMkLst>
        </pc:spChg>
      </pc:sldChg>
      <pc:sldChg chg="addSp delSp modSp mod delAnim">
        <pc:chgData name="Nguyen, Tien Long" userId="552c08b3-44b7-4414-8d59-80038a4f13a8" providerId="ADAL" clId="{C49FBE84-300D-41FC-896F-06EAF4F12778}" dt="2026-09-14T04:02:05.798" v="6128" actId="478"/>
        <pc:sldMkLst>
          <pc:docMk/>
          <pc:sldMk cId="1834616541" sldId="298"/>
        </pc:sldMkLst>
        <pc:spChg chg="del">
          <ac:chgData name="Nguyen, Tien Long" userId="552c08b3-44b7-4414-8d59-80038a4f13a8" providerId="ADAL" clId="{C49FBE84-300D-41FC-896F-06EAF4F12778}" dt="2026-09-14T04:02:05.798" v="6128" actId="478"/>
          <ac:spMkLst>
            <pc:docMk/>
            <pc:sldMk cId="1834616541" sldId="298"/>
            <ac:spMk id="6" creationId="{261C1845-4EE3-C531-DEEA-5F8F8CCF5601}"/>
          </ac:spMkLst>
        </pc:spChg>
        <pc:spChg chg="del">
          <ac:chgData name="Nguyen, Tien Long" userId="552c08b3-44b7-4414-8d59-80038a4f13a8" providerId="ADAL" clId="{C49FBE84-300D-41FC-896F-06EAF4F12778}" dt="2026-09-14T04:01:42.775" v="6113" actId="478"/>
          <ac:spMkLst>
            <pc:docMk/>
            <pc:sldMk cId="1834616541" sldId="298"/>
            <ac:spMk id="7" creationId="{206B2844-B432-5501-8A6A-DEE7436A22D8}"/>
          </ac:spMkLst>
        </pc:spChg>
        <pc:spChg chg="del mod topLvl">
          <ac:chgData name="Nguyen, Tien Long" userId="552c08b3-44b7-4414-8d59-80038a4f13a8" providerId="ADAL" clId="{C49FBE84-300D-41FC-896F-06EAF4F12778}" dt="2026-09-14T04:01:45.480" v="6116" actId="478"/>
          <ac:spMkLst>
            <pc:docMk/>
            <pc:sldMk cId="1834616541" sldId="298"/>
            <ac:spMk id="8" creationId="{9BADD16C-3B62-8717-981D-2015DB847C93}"/>
          </ac:spMkLst>
        </pc:spChg>
        <pc:spChg chg="del topLvl">
          <ac:chgData name="Nguyen, Tien Long" userId="552c08b3-44b7-4414-8d59-80038a4f13a8" providerId="ADAL" clId="{C49FBE84-300D-41FC-896F-06EAF4F12778}" dt="2026-09-14T04:01:46.440" v="6117" actId="478"/>
          <ac:spMkLst>
            <pc:docMk/>
            <pc:sldMk cId="1834616541" sldId="298"/>
            <ac:spMk id="10" creationId="{59D1C864-DAB8-0C96-A65F-8DE857EEACD9}"/>
          </ac:spMkLst>
        </pc:spChg>
        <pc:spChg chg="del">
          <ac:chgData name="Nguyen, Tien Long" userId="552c08b3-44b7-4414-8d59-80038a4f13a8" providerId="ADAL" clId="{C49FBE84-300D-41FC-896F-06EAF4F12778}" dt="2026-09-14T04:02:04.567" v="6127" actId="478"/>
          <ac:spMkLst>
            <pc:docMk/>
            <pc:sldMk cId="1834616541" sldId="298"/>
            <ac:spMk id="15" creationId="{45261AFF-213A-A1D4-0873-A8108D732DC3}"/>
          </ac:spMkLst>
        </pc:spChg>
        <pc:spChg chg="del">
          <ac:chgData name="Nguyen, Tien Long" userId="552c08b3-44b7-4414-8d59-80038a4f13a8" providerId="ADAL" clId="{C49FBE84-300D-41FC-896F-06EAF4F12778}" dt="2026-09-14T04:01:49.318" v="6118" actId="478"/>
          <ac:spMkLst>
            <pc:docMk/>
            <pc:sldMk cId="1834616541" sldId="298"/>
            <ac:spMk id="16" creationId="{C5F320BB-023B-CF83-FF2B-C05D2E542C8B}"/>
          </ac:spMkLst>
        </pc:spChg>
        <pc:spChg chg="del">
          <ac:chgData name="Nguyen, Tien Long" userId="552c08b3-44b7-4414-8d59-80038a4f13a8" providerId="ADAL" clId="{C49FBE84-300D-41FC-896F-06EAF4F12778}" dt="2026-09-14T04:01:56.217" v="6121" actId="478"/>
          <ac:spMkLst>
            <pc:docMk/>
            <pc:sldMk cId="1834616541" sldId="298"/>
            <ac:spMk id="17" creationId="{9D211ECD-375A-AAB7-6EA0-3238BD677ADD}"/>
          </ac:spMkLst>
        </pc:spChg>
        <pc:spChg chg="del mod">
          <ac:chgData name="Nguyen, Tien Long" userId="552c08b3-44b7-4414-8d59-80038a4f13a8" providerId="ADAL" clId="{C49FBE84-300D-41FC-896F-06EAF4F12778}" dt="2026-09-14T04:02:01.514" v="6125" actId="478"/>
          <ac:spMkLst>
            <pc:docMk/>
            <pc:sldMk cId="1834616541" sldId="298"/>
            <ac:spMk id="21" creationId="{28F594B2-148F-12AC-7AB2-A43DEBAA7458}"/>
          </ac:spMkLst>
        </pc:spChg>
        <pc:spChg chg="del mod">
          <ac:chgData name="Nguyen, Tien Long" userId="552c08b3-44b7-4414-8d59-80038a4f13a8" providerId="ADAL" clId="{C49FBE84-300D-41FC-896F-06EAF4F12778}" dt="2026-09-14T04:02:00.141" v="6124" actId="478"/>
          <ac:spMkLst>
            <pc:docMk/>
            <pc:sldMk cId="1834616541" sldId="298"/>
            <ac:spMk id="22" creationId="{A34F43C3-500C-FD8D-DB03-2152F09545AF}"/>
          </ac:spMkLst>
        </pc:spChg>
        <pc:spChg chg="del">
          <ac:chgData name="Nguyen, Tien Long" userId="552c08b3-44b7-4414-8d59-80038a4f13a8" providerId="ADAL" clId="{C49FBE84-300D-41FC-896F-06EAF4F12778}" dt="2026-09-14T04:02:03.326" v="6126" actId="478"/>
          <ac:spMkLst>
            <pc:docMk/>
            <pc:sldMk cId="1834616541" sldId="298"/>
            <ac:spMk id="23" creationId="{27E4C30A-65E5-B175-3194-D8298420CD05}"/>
          </ac:spMkLst>
        </pc:spChg>
        <pc:grpChg chg="del">
          <ac:chgData name="Nguyen, Tien Long" userId="552c08b3-44b7-4414-8d59-80038a4f13a8" providerId="ADAL" clId="{C49FBE84-300D-41FC-896F-06EAF4F12778}" dt="2026-09-14T04:01:45.480" v="6116" actId="478"/>
          <ac:grpSpMkLst>
            <pc:docMk/>
            <pc:sldMk cId="1834616541" sldId="298"/>
            <ac:grpSpMk id="14" creationId="{B53AC647-E5EC-30A6-4E5C-D12716F41713}"/>
          </ac:grpSpMkLst>
        </pc:grpChg>
        <pc:picChg chg="add del">
          <ac:chgData name="Nguyen, Tien Long" userId="552c08b3-44b7-4414-8d59-80038a4f13a8" providerId="ADAL" clId="{C49FBE84-300D-41FC-896F-06EAF4F12778}" dt="2026-09-14T04:01:52.647" v="6120" actId="478"/>
          <ac:picMkLst>
            <pc:docMk/>
            <pc:sldMk cId="1834616541" sldId="298"/>
            <ac:picMk id="9" creationId="{AC3EDE34-F370-5953-488F-41FC539FB716}"/>
          </ac:picMkLst>
        </pc:picChg>
      </pc:sldChg>
      <pc:sldChg chg="mod modShow">
        <pc:chgData name="Nguyen, Tien Long" userId="552c08b3-44b7-4414-8d59-80038a4f13a8" providerId="ADAL" clId="{C49FBE84-300D-41FC-896F-06EAF4F12778}" dt="2026-09-11T02:35:44.219" v="1908" actId="729"/>
        <pc:sldMkLst>
          <pc:docMk/>
          <pc:sldMk cId="2140050445" sldId="299"/>
        </pc:sldMkLst>
      </pc:sldChg>
      <pc:sldChg chg="modSp modAnim">
        <pc:chgData name="Nguyen, Tien Long" userId="552c08b3-44b7-4414-8d59-80038a4f13a8" providerId="ADAL" clId="{C49FBE84-300D-41FC-896F-06EAF4F12778}" dt="2026-09-14T20:12:30.441" v="10514" actId="207"/>
        <pc:sldMkLst>
          <pc:docMk/>
          <pc:sldMk cId="1821807026" sldId="300"/>
        </pc:sldMkLst>
        <pc:spChg chg="mod">
          <ac:chgData name="Nguyen, Tien Long" userId="552c08b3-44b7-4414-8d59-80038a4f13a8" providerId="ADAL" clId="{C49FBE84-300D-41FC-896F-06EAF4F12778}" dt="2026-09-14T20:10:30.036" v="10506" actId="207"/>
          <ac:spMkLst>
            <pc:docMk/>
            <pc:sldMk cId="1821807026" sldId="300"/>
            <ac:spMk id="4" creationId="{4C783929-9493-E1B8-B54D-AFE96559F5B6}"/>
          </ac:spMkLst>
        </pc:spChg>
        <pc:spChg chg="mod">
          <ac:chgData name="Nguyen, Tien Long" userId="552c08b3-44b7-4414-8d59-80038a4f13a8" providerId="ADAL" clId="{C49FBE84-300D-41FC-896F-06EAF4F12778}" dt="2026-09-14T20:10:56.365" v="10511" actId="207"/>
          <ac:spMkLst>
            <pc:docMk/>
            <pc:sldMk cId="1821807026" sldId="300"/>
            <ac:spMk id="6" creationId="{C9A46FC1-73BA-9928-92BA-DB1103CAD87E}"/>
          </ac:spMkLst>
        </pc:spChg>
        <pc:spChg chg="mod">
          <ac:chgData name="Nguyen, Tien Long" userId="552c08b3-44b7-4414-8d59-80038a4f13a8" providerId="ADAL" clId="{C49FBE84-300D-41FC-896F-06EAF4F12778}" dt="2026-09-14T20:11:02.060" v="10512" actId="207"/>
          <ac:spMkLst>
            <pc:docMk/>
            <pc:sldMk cId="1821807026" sldId="300"/>
            <ac:spMk id="15" creationId="{CB7F30CC-B57A-89DA-087C-2462D1D0CB41}"/>
          </ac:spMkLst>
        </pc:spChg>
        <pc:spChg chg="mod">
          <ac:chgData name="Nguyen, Tien Long" userId="552c08b3-44b7-4414-8d59-80038a4f13a8" providerId="ADAL" clId="{C49FBE84-300D-41FC-896F-06EAF4F12778}" dt="2026-09-14T20:11:05.981" v="10513" actId="207"/>
          <ac:spMkLst>
            <pc:docMk/>
            <pc:sldMk cId="1821807026" sldId="300"/>
            <ac:spMk id="24" creationId="{93FC9603-4DE9-7681-95D2-C3B8ED75B69D}"/>
          </ac:spMkLst>
        </pc:spChg>
        <pc:spChg chg="mod">
          <ac:chgData name="Nguyen, Tien Long" userId="552c08b3-44b7-4414-8d59-80038a4f13a8" providerId="ADAL" clId="{C49FBE84-300D-41FC-896F-06EAF4F12778}" dt="2026-09-14T20:10:34.158" v="10507" actId="207"/>
          <ac:spMkLst>
            <pc:docMk/>
            <pc:sldMk cId="1821807026" sldId="300"/>
            <ac:spMk id="47" creationId="{02AFDC80-CDF1-6A51-DE0C-0DEDF0DE553C}"/>
          </ac:spMkLst>
        </pc:spChg>
        <pc:spChg chg="mod">
          <ac:chgData name="Nguyen, Tien Long" userId="552c08b3-44b7-4414-8d59-80038a4f13a8" providerId="ADAL" clId="{C49FBE84-300D-41FC-896F-06EAF4F12778}" dt="2026-09-14T20:10:38.486" v="10508" actId="207"/>
          <ac:spMkLst>
            <pc:docMk/>
            <pc:sldMk cId="1821807026" sldId="300"/>
            <ac:spMk id="48" creationId="{01653F38-5DFC-40CB-EB46-BEB8F42C0D76}"/>
          </ac:spMkLst>
        </pc:spChg>
        <pc:spChg chg="mod">
          <ac:chgData name="Nguyen, Tien Long" userId="552c08b3-44b7-4414-8d59-80038a4f13a8" providerId="ADAL" clId="{C49FBE84-300D-41FC-896F-06EAF4F12778}" dt="2026-09-14T20:10:44.370" v="10509" actId="207"/>
          <ac:spMkLst>
            <pc:docMk/>
            <pc:sldMk cId="1821807026" sldId="300"/>
            <ac:spMk id="49" creationId="{AB4BDDD1-279E-5F16-48B9-16980C6B4036}"/>
          </ac:spMkLst>
        </pc:spChg>
        <pc:spChg chg="mod">
          <ac:chgData name="Nguyen, Tien Long" userId="552c08b3-44b7-4414-8d59-80038a4f13a8" providerId="ADAL" clId="{C49FBE84-300D-41FC-896F-06EAF4F12778}" dt="2026-09-14T20:10:48.325" v="10510" actId="207"/>
          <ac:spMkLst>
            <pc:docMk/>
            <pc:sldMk cId="1821807026" sldId="300"/>
            <ac:spMk id="50" creationId="{DAA39FB0-94DA-D150-7EF9-BAE42866DA21}"/>
          </ac:spMkLst>
        </pc:spChg>
      </pc:sldChg>
      <pc:sldChg chg="modSp">
        <pc:chgData name="Nguyen, Tien Long" userId="552c08b3-44b7-4414-8d59-80038a4f13a8" providerId="ADAL" clId="{C49FBE84-300D-41FC-896F-06EAF4F12778}" dt="2026-09-14T20:15:03.915" v="10531" actId="207"/>
        <pc:sldMkLst>
          <pc:docMk/>
          <pc:sldMk cId="3066129255" sldId="302"/>
        </pc:sldMkLst>
        <pc:spChg chg="mod">
          <ac:chgData name="Nguyen, Tien Long" userId="552c08b3-44b7-4414-8d59-80038a4f13a8" providerId="ADAL" clId="{C49FBE84-300D-41FC-896F-06EAF4F12778}" dt="2026-09-14T20:15:03.915" v="10531" actId="207"/>
          <ac:spMkLst>
            <pc:docMk/>
            <pc:sldMk cId="3066129255" sldId="302"/>
            <ac:spMk id="3" creationId="{D58C7F40-CA6E-4763-6855-3E4BCA91FCA1}"/>
          </ac:spMkLst>
        </pc:spChg>
        <pc:spChg chg="mod">
          <ac:chgData name="Nguyen, Tien Long" userId="552c08b3-44b7-4414-8d59-80038a4f13a8" providerId="ADAL" clId="{C49FBE84-300D-41FC-896F-06EAF4F12778}" dt="2026-09-14T20:14:53.550" v="10528" actId="207"/>
          <ac:spMkLst>
            <pc:docMk/>
            <pc:sldMk cId="3066129255" sldId="302"/>
            <ac:spMk id="15" creationId="{22E921FC-A5A4-DC2F-BADD-54BD1BD91FA8}"/>
          </ac:spMkLst>
        </pc:spChg>
        <pc:spChg chg="mod">
          <ac:chgData name="Nguyen, Tien Long" userId="552c08b3-44b7-4414-8d59-80038a4f13a8" providerId="ADAL" clId="{C49FBE84-300D-41FC-896F-06EAF4F12778}" dt="2026-09-14T20:14:56.741" v="10529" actId="207"/>
          <ac:spMkLst>
            <pc:docMk/>
            <pc:sldMk cId="3066129255" sldId="302"/>
            <ac:spMk id="23" creationId="{7B9757CA-31EB-D86D-D6A1-74FEF41C3147}"/>
          </ac:spMkLst>
        </pc:spChg>
        <pc:spChg chg="mod">
          <ac:chgData name="Nguyen, Tien Long" userId="552c08b3-44b7-4414-8d59-80038a4f13a8" providerId="ADAL" clId="{C49FBE84-300D-41FC-896F-06EAF4F12778}" dt="2026-09-14T20:14:59.690" v="10530" actId="207"/>
          <ac:spMkLst>
            <pc:docMk/>
            <pc:sldMk cId="3066129255" sldId="302"/>
            <ac:spMk id="26" creationId="{2078E8AD-52B2-891B-9157-BD36D2C5AF9D}"/>
          </ac:spMkLst>
        </pc:spChg>
      </pc:sldChg>
      <pc:sldChg chg="modSp ord">
        <pc:chgData name="Nguyen, Tien Long" userId="552c08b3-44b7-4414-8d59-80038a4f13a8" providerId="ADAL" clId="{C49FBE84-300D-41FC-896F-06EAF4F12778}" dt="2026-09-14T19:59:42.407" v="10479" actId="207"/>
        <pc:sldMkLst>
          <pc:docMk/>
          <pc:sldMk cId="3437050257" sldId="303"/>
        </pc:sldMkLst>
        <pc:spChg chg="mod">
          <ac:chgData name="Nguyen, Tien Long" userId="552c08b3-44b7-4414-8d59-80038a4f13a8" providerId="ADAL" clId="{C49FBE84-300D-41FC-896F-06EAF4F12778}" dt="2026-09-14T19:59:37.842" v="10478" actId="207"/>
          <ac:spMkLst>
            <pc:docMk/>
            <pc:sldMk cId="3437050257" sldId="303"/>
            <ac:spMk id="1041" creationId="{E10501D2-A818-FA05-DA47-9AB4C2EF0086}"/>
          </ac:spMkLst>
        </pc:spChg>
        <pc:spChg chg="mod">
          <ac:chgData name="Nguyen, Tien Long" userId="552c08b3-44b7-4414-8d59-80038a4f13a8" providerId="ADAL" clId="{C49FBE84-300D-41FC-896F-06EAF4F12778}" dt="2026-09-14T19:59:42.407" v="10479" actId="207"/>
          <ac:spMkLst>
            <pc:docMk/>
            <pc:sldMk cId="3437050257" sldId="303"/>
            <ac:spMk id="1045" creationId="{07E8B197-36A0-EEC0-74C2-0365ECFBBC88}"/>
          </ac:spMkLst>
        </pc:spChg>
      </pc:sldChg>
      <pc:sldChg chg="delSp modSp mod delAnim modShow">
        <pc:chgData name="Nguyen, Tien Long" userId="552c08b3-44b7-4414-8d59-80038a4f13a8" providerId="ADAL" clId="{C49FBE84-300D-41FC-896F-06EAF4F12778}" dt="2026-09-11T01:36:38.011" v="1457" actId="1076"/>
        <pc:sldMkLst>
          <pc:docMk/>
          <pc:sldMk cId="2137616233" sldId="304"/>
        </pc:sldMkLst>
        <pc:spChg chg="mod">
          <ac:chgData name="Nguyen, Tien Long" userId="552c08b3-44b7-4414-8d59-80038a4f13a8" providerId="ADAL" clId="{C49FBE84-300D-41FC-896F-06EAF4F12778}" dt="2026-09-11T01:36:38.011" v="1457" actId="1076"/>
          <ac:spMkLst>
            <pc:docMk/>
            <pc:sldMk cId="2137616233" sldId="304"/>
            <ac:spMk id="64" creationId="{37E00AFC-12FE-0FEA-9DA1-8768C4F2F095}"/>
          </ac:spMkLst>
        </pc:spChg>
        <pc:spChg chg="mod">
          <ac:chgData name="Nguyen, Tien Long" userId="552c08b3-44b7-4414-8d59-80038a4f13a8" providerId="ADAL" clId="{C49FBE84-300D-41FC-896F-06EAF4F12778}" dt="2026-09-11T01:36:38.011" v="1457" actId="1076"/>
          <ac:spMkLst>
            <pc:docMk/>
            <pc:sldMk cId="2137616233" sldId="304"/>
            <ac:spMk id="71" creationId="{1C15C9E4-FC33-A46F-5080-5AE8DF0C4E54}"/>
          </ac:spMkLst>
        </pc:spChg>
        <pc:grpChg chg="mod">
          <ac:chgData name="Nguyen, Tien Long" userId="552c08b3-44b7-4414-8d59-80038a4f13a8" providerId="ADAL" clId="{C49FBE84-300D-41FC-896F-06EAF4F12778}" dt="2026-09-11T01:36:38.011" v="1457" actId="1076"/>
          <ac:grpSpMkLst>
            <pc:docMk/>
            <pc:sldMk cId="2137616233" sldId="304"/>
            <ac:grpSpMk id="3" creationId="{42D5E10A-4285-10BB-872A-A07D1469283A}"/>
          </ac:grpSpMkLst>
        </pc:grpChg>
        <pc:grpChg chg="mod">
          <ac:chgData name="Nguyen, Tien Long" userId="552c08b3-44b7-4414-8d59-80038a4f13a8" providerId="ADAL" clId="{C49FBE84-300D-41FC-896F-06EAF4F12778}" dt="2026-09-11T01:36:38.011" v="1457" actId="1076"/>
          <ac:grpSpMkLst>
            <pc:docMk/>
            <pc:sldMk cId="2137616233" sldId="304"/>
            <ac:grpSpMk id="32" creationId="{7DE16692-AD6E-17D8-7BFF-7D496A2D1B2C}"/>
          </ac:grpSpMkLst>
        </pc:grpChg>
      </pc:sldChg>
      <pc:sldChg chg="addSp modSp modAnim">
        <pc:chgData name="Nguyen, Tien Long" userId="552c08b3-44b7-4414-8d59-80038a4f13a8" providerId="ADAL" clId="{C49FBE84-300D-41FC-896F-06EAF4F12778}" dt="2026-09-14T19:41:22.724" v="10334" actId="207"/>
        <pc:sldMkLst>
          <pc:docMk/>
          <pc:sldMk cId="3451871836" sldId="305"/>
        </pc:sldMkLst>
        <pc:spChg chg="add mod">
          <ac:chgData name="Nguyen, Tien Long" userId="552c08b3-44b7-4414-8d59-80038a4f13a8" providerId="ADAL" clId="{C49FBE84-300D-41FC-896F-06EAF4F12778}" dt="2026-09-14T19:41:22.724" v="10334" actId="207"/>
          <ac:spMkLst>
            <pc:docMk/>
            <pc:sldMk cId="3451871836" sldId="305"/>
            <ac:spMk id="3" creationId="{D55FE378-A651-144B-FD37-59EE6C293647}"/>
          </ac:spMkLst>
        </pc:spChg>
        <pc:spChg chg="mod">
          <ac:chgData name="Nguyen, Tien Long" userId="552c08b3-44b7-4414-8d59-80038a4f13a8" providerId="ADAL" clId="{C49FBE84-300D-41FC-896F-06EAF4F12778}" dt="2026-09-14T19:40:37.838" v="10325" actId="207"/>
          <ac:spMkLst>
            <pc:docMk/>
            <pc:sldMk cId="3451871836" sldId="305"/>
            <ac:spMk id="94" creationId="{50F14648-3320-76B5-B98F-459F27C36E5F}"/>
          </ac:spMkLst>
        </pc:spChg>
        <pc:spChg chg="mod">
          <ac:chgData name="Nguyen, Tien Long" userId="552c08b3-44b7-4414-8d59-80038a4f13a8" providerId="ADAL" clId="{C49FBE84-300D-41FC-896F-06EAF4F12778}" dt="2026-09-14T19:40:49.911" v="10328" actId="20577"/>
          <ac:spMkLst>
            <pc:docMk/>
            <pc:sldMk cId="3451871836" sldId="305"/>
            <ac:spMk id="98" creationId="{657EE00D-B8E8-3B34-B628-1F99A40792D8}"/>
          </ac:spMkLst>
        </pc:spChg>
      </pc:sldChg>
      <pc:sldChg chg="addSp delSp modSp mod modAnim">
        <pc:chgData name="Nguyen, Tien Long" userId="552c08b3-44b7-4414-8d59-80038a4f13a8" providerId="ADAL" clId="{C49FBE84-300D-41FC-896F-06EAF4F12778}" dt="2026-09-15T17:19:38.990" v="12473" actId="207"/>
        <pc:sldMkLst>
          <pc:docMk/>
          <pc:sldMk cId="475928297" sldId="306"/>
        </pc:sldMkLst>
        <pc:spChg chg="add mod">
          <ac:chgData name="Nguyen, Tien Long" userId="552c08b3-44b7-4414-8d59-80038a4f13a8" providerId="ADAL" clId="{C49FBE84-300D-41FC-896F-06EAF4F12778}" dt="2026-09-10T21:45:45.296" v="1114" actId="20577"/>
          <ac:spMkLst>
            <pc:docMk/>
            <pc:sldMk cId="475928297" sldId="306"/>
            <ac:spMk id="6" creationId="{6C331D9E-4C2B-2E98-7845-15C1DBC3EF5A}"/>
          </ac:spMkLst>
        </pc:spChg>
        <pc:spChg chg="mod">
          <ac:chgData name="Nguyen, Tien Long" userId="552c08b3-44b7-4414-8d59-80038a4f13a8" providerId="ADAL" clId="{C49FBE84-300D-41FC-896F-06EAF4F12778}" dt="2026-09-10T22:08:41.584" v="1339" actId="164"/>
          <ac:spMkLst>
            <pc:docMk/>
            <pc:sldMk cId="475928297" sldId="306"/>
            <ac:spMk id="8" creationId="{92A4363D-008F-8B7B-D827-1C65249D9BAB}"/>
          </ac:spMkLst>
        </pc:spChg>
        <pc:spChg chg="mod">
          <ac:chgData name="Nguyen, Tien Long" userId="552c08b3-44b7-4414-8d59-80038a4f13a8" providerId="ADAL" clId="{C49FBE84-300D-41FC-896F-06EAF4F12778}" dt="2026-09-10T22:09:14.803" v="1344" actId="164"/>
          <ac:spMkLst>
            <pc:docMk/>
            <pc:sldMk cId="475928297" sldId="306"/>
            <ac:spMk id="10" creationId="{0CCF3923-7AA3-697A-4CC4-61BCE45323F5}"/>
          </ac:spMkLst>
        </pc:spChg>
        <pc:spChg chg="add mod">
          <ac:chgData name="Nguyen, Tien Long" userId="552c08b3-44b7-4414-8d59-80038a4f13a8" providerId="ADAL" clId="{C49FBE84-300D-41FC-896F-06EAF4F12778}" dt="2026-09-10T22:08:41.584" v="1339" actId="164"/>
          <ac:spMkLst>
            <pc:docMk/>
            <pc:sldMk cId="475928297" sldId="306"/>
            <ac:spMk id="12" creationId="{6E9B91E2-854A-BBFF-663F-05BC58FA4CB9}"/>
          </ac:spMkLst>
        </pc:spChg>
        <pc:spChg chg="add mod">
          <ac:chgData name="Nguyen, Tien Long" userId="552c08b3-44b7-4414-8d59-80038a4f13a8" providerId="ADAL" clId="{C49FBE84-300D-41FC-896F-06EAF4F12778}" dt="2026-09-14T19:43:55.332" v="10348" actId="207"/>
          <ac:spMkLst>
            <pc:docMk/>
            <pc:sldMk cId="475928297" sldId="306"/>
            <ac:spMk id="14" creationId="{F78E5C1B-2A10-1D09-9BB5-F063BF59EB73}"/>
          </ac:spMkLst>
        </pc:spChg>
        <pc:spChg chg="mod">
          <ac:chgData name="Nguyen, Tien Long" userId="552c08b3-44b7-4414-8d59-80038a4f13a8" providerId="ADAL" clId="{C49FBE84-300D-41FC-896F-06EAF4F12778}" dt="2026-09-15T17:19:38.990" v="12473" actId="207"/>
          <ac:spMkLst>
            <pc:docMk/>
            <pc:sldMk cId="475928297" sldId="306"/>
            <ac:spMk id="34" creationId="{3B88EB7A-5CF8-79D0-1BCA-C667CFFAF152}"/>
          </ac:spMkLst>
        </pc:spChg>
        <pc:spChg chg="add mod">
          <ac:chgData name="Nguyen, Tien Long" userId="552c08b3-44b7-4414-8d59-80038a4f13a8" providerId="ADAL" clId="{C49FBE84-300D-41FC-896F-06EAF4F12778}" dt="2026-09-14T19:43:08.710" v="10343" actId="255"/>
          <ac:spMkLst>
            <pc:docMk/>
            <pc:sldMk cId="475928297" sldId="306"/>
            <ac:spMk id="40" creationId="{50A33132-1D42-7371-8F1F-4460F496CF88}"/>
          </ac:spMkLst>
        </pc:spChg>
        <pc:spChg chg="mod">
          <ac:chgData name="Nguyen, Tien Long" userId="552c08b3-44b7-4414-8d59-80038a4f13a8" providerId="ADAL" clId="{C49FBE84-300D-41FC-896F-06EAF4F12778}" dt="2026-09-14T19:43:08.710" v="10343" actId="255"/>
          <ac:spMkLst>
            <pc:docMk/>
            <pc:sldMk cId="475928297" sldId="306"/>
            <ac:spMk id="44" creationId="{E8C963D6-EA0D-06C2-4A43-6FFC0594D0DA}"/>
          </ac:spMkLst>
        </pc:spChg>
        <pc:spChg chg="add mod">
          <ac:chgData name="Nguyen, Tien Long" userId="552c08b3-44b7-4414-8d59-80038a4f13a8" providerId="ADAL" clId="{C49FBE84-300D-41FC-896F-06EAF4F12778}" dt="2026-09-10T22:09:14.803" v="1344" actId="164"/>
          <ac:spMkLst>
            <pc:docMk/>
            <pc:sldMk cId="475928297" sldId="306"/>
            <ac:spMk id="47" creationId="{7A68631F-6071-C765-70CD-EDA426E8FD49}"/>
          </ac:spMkLst>
        </pc:spChg>
        <pc:grpChg chg="add mod">
          <ac:chgData name="Nguyen, Tien Long" userId="552c08b3-44b7-4414-8d59-80038a4f13a8" providerId="ADAL" clId="{C49FBE84-300D-41FC-896F-06EAF4F12778}" dt="2026-09-11T01:18:15.071" v="1400" actId="164"/>
          <ac:grpSpMkLst>
            <pc:docMk/>
            <pc:sldMk cId="475928297" sldId="306"/>
            <ac:grpSpMk id="13" creationId="{4DBC6E29-B00B-B7ED-45A5-3B5321B79767}"/>
          </ac:grpSpMkLst>
        </pc:grpChg>
        <pc:grpChg chg="add mod">
          <ac:chgData name="Nguyen, Tien Long" userId="552c08b3-44b7-4414-8d59-80038a4f13a8" providerId="ADAL" clId="{C49FBE84-300D-41FC-896F-06EAF4F12778}" dt="2026-09-10T21:59:06.083" v="1300" actId="20577"/>
          <ac:grpSpMkLst>
            <pc:docMk/>
            <pc:sldMk cId="475928297" sldId="306"/>
            <ac:grpSpMk id="31" creationId="{81865508-05E1-42DD-410F-27E1C7FB0403}"/>
          </ac:grpSpMkLst>
        </pc:grpChg>
        <pc:grpChg chg="add mod">
          <ac:chgData name="Nguyen, Tien Long" userId="552c08b3-44b7-4414-8d59-80038a4f13a8" providerId="ADAL" clId="{C49FBE84-300D-41FC-896F-06EAF4F12778}" dt="2026-09-14T21:16:16.768" v="11133" actId="1076"/>
          <ac:grpSpMkLst>
            <pc:docMk/>
            <pc:sldMk cId="475928297" sldId="306"/>
            <ac:grpSpMk id="33" creationId="{EB4A9DC5-8FA7-6161-F8B7-1BF63C3AEE3B}"/>
          </ac:grpSpMkLst>
        </pc:grpChg>
        <pc:grpChg chg="add mod">
          <ac:chgData name="Nguyen, Tien Long" userId="552c08b3-44b7-4414-8d59-80038a4f13a8" providerId="ADAL" clId="{C49FBE84-300D-41FC-896F-06EAF4F12778}" dt="2026-09-14T19:43:13.038" v="10344" actId="14100"/>
          <ac:grpSpMkLst>
            <pc:docMk/>
            <pc:sldMk cId="475928297" sldId="306"/>
            <ac:grpSpMk id="46" creationId="{643EFE40-72C8-EDB6-83D6-5B5BE8C1585A}"/>
          </ac:grpSpMkLst>
        </pc:grpChg>
        <pc:grpChg chg="add mod">
          <ac:chgData name="Nguyen, Tien Long" userId="552c08b3-44b7-4414-8d59-80038a4f13a8" providerId="ADAL" clId="{C49FBE84-300D-41FC-896F-06EAF4F12778}" dt="2026-09-10T22:08:41.584" v="1339" actId="164"/>
          <ac:grpSpMkLst>
            <pc:docMk/>
            <pc:sldMk cId="475928297" sldId="306"/>
            <ac:grpSpMk id="49" creationId="{37AE609A-996F-44D4-28EF-9A71032EFCEA}"/>
          </ac:grpSpMkLst>
        </pc:grpChg>
        <pc:grpChg chg="add mod">
          <ac:chgData name="Nguyen, Tien Long" userId="552c08b3-44b7-4414-8d59-80038a4f13a8" providerId="ADAL" clId="{C49FBE84-300D-41FC-896F-06EAF4F12778}" dt="2026-09-10T22:09:14.803" v="1344" actId="164"/>
          <ac:grpSpMkLst>
            <pc:docMk/>
            <pc:sldMk cId="475928297" sldId="306"/>
            <ac:grpSpMk id="50" creationId="{03C4B89C-EDA7-7E4F-3C64-73C4C52C6305}"/>
          </ac:grpSpMkLst>
        </pc:grpChg>
        <pc:picChg chg="add mod modCrop">
          <ac:chgData name="Nguyen, Tien Long" userId="552c08b3-44b7-4414-8d59-80038a4f13a8" providerId="ADAL" clId="{C49FBE84-300D-41FC-896F-06EAF4F12778}" dt="2026-09-11T01:18:15.071" v="1400" actId="164"/>
          <ac:picMkLst>
            <pc:docMk/>
            <pc:sldMk cId="475928297" sldId="306"/>
            <ac:picMk id="5" creationId="{4C62D661-EB68-EC5B-E1A4-4C0E6F17BF12}"/>
          </ac:picMkLst>
        </pc:picChg>
        <pc:picChg chg="add mod">
          <ac:chgData name="Nguyen, Tien Long" userId="552c08b3-44b7-4414-8d59-80038a4f13a8" providerId="ADAL" clId="{C49FBE84-300D-41FC-896F-06EAF4F12778}" dt="2026-09-11T01:18:15.071" v="1400" actId="164"/>
          <ac:picMkLst>
            <pc:docMk/>
            <pc:sldMk cId="475928297" sldId="306"/>
            <ac:picMk id="11" creationId="{8D02FBE5-3B19-D633-01E1-C8A26604C5CA}"/>
          </ac:picMkLst>
        </pc:picChg>
        <pc:cxnChg chg="mod">
          <ac:chgData name="Nguyen, Tien Long" userId="552c08b3-44b7-4414-8d59-80038a4f13a8" providerId="ADAL" clId="{C49FBE84-300D-41FC-896F-06EAF4F12778}" dt="2026-09-10T21:59:06.083" v="1300" actId="20577"/>
          <ac:cxnSpMkLst>
            <pc:docMk/>
            <pc:sldMk cId="475928297" sldId="306"/>
            <ac:cxnSpMk id="19" creationId="{C62E7BB1-EB8F-4A7B-A214-364922E3CDA7}"/>
          </ac:cxnSpMkLst>
        </pc:cxnChg>
        <pc:cxnChg chg="add mod">
          <ac:chgData name="Nguyen, Tien Long" userId="552c08b3-44b7-4414-8d59-80038a4f13a8" providerId="ADAL" clId="{C49FBE84-300D-41FC-896F-06EAF4F12778}" dt="2026-09-10T21:59:06.083" v="1300" actId="20577"/>
          <ac:cxnSpMkLst>
            <pc:docMk/>
            <pc:sldMk cId="475928297" sldId="306"/>
            <ac:cxnSpMk id="20" creationId="{F212C7E6-C37B-E237-B41F-35E5C2EF45E3}"/>
          </ac:cxnSpMkLst>
        </pc:cxnChg>
        <pc:cxnChg chg="add mod">
          <ac:chgData name="Nguyen, Tien Long" userId="552c08b3-44b7-4414-8d59-80038a4f13a8" providerId="ADAL" clId="{C49FBE84-300D-41FC-896F-06EAF4F12778}" dt="2026-09-10T21:59:06.083" v="1300" actId="20577"/>
          <ac:cxnSpMkLst>
            <pc:docMk/>
            <pc:sldMk cId="475928297" sldId="306"/>
            <ac:cxnSpMk id="21" creationId="{29510BEA-2BB0-7625-E4AB-7CBC3A25DBD4}"/>
          </ac:cxnSpMkLst>
        </pc:cxnChg>
        <pc:cxnChg chg="add mod">
          <ac:chgData name="Nguyen, Tien Long" userId="552c08b3-44b7-4414-8d59-80038a4f13a8" providerId="ADAL" clId="{C49FBE84-300D-41FC-896F-06EAF4F12778}" dt="2026-09-10T21:59:06.083" v="1300" actId="20577"/>
          <ac:cxnSpMkLst>
            <pc:docMk/>
            <pc:sldMk cId="475928297" sldId="306"/>
            <ac:cxnSpMk id="23" creationId="{D2E99638-23BB-0578-78B0-D0E830DBE7E0}"/>
          </ac:cxnSpMkLst>
        </pc:cxnChg>
        <pc:cxnChg chg="add mod">
          <ac:chgData name="Nguyen, Tien Long" userId="552c08b3-44b7-4414-8d59-80038a4f13a8" providerId="ADAL" clId="{C49FBE84-300D-41FC-896F-06EAF4F12778}" dt="2026-09-10T21:59:06.083" v="1300" actId="20577"/>
          <ac:cxnSpMkLst>
            <pc:docMk/>
            <pc:sldMk cId="475928297" sldId="306"/>
            <ac:cxnSpMk id="24" creationId="{DAA9EE96-28EA-2DB8-D3D6-4A5A16DCC875}"/>
          </ac:cxnSpMkLst>
        </pc:cxnChg>
        <pc:cxnChg chg="mod">
          <ac:chgData name="Nguyen, Tien Long" userId="552c08b3-44b7-4414-8d59-80038a4f13a8" providerId="ADAL" clId="{C49FBE84-300D-41FC-896F-06EAF4F12778}" dt="2026-09-14T21:16:36.472" v="11134" actId="1076"/>
          <ac:cxnSpMkLst>
            <pc:docMk/>
            <pc:sldMk cId="475928297" sldId="306"/>
            <ac:cxnSpMk id="35" creationId="{F6C83786-E703-1308-7385-096C9C58EFA9}"/>
          </ac:cxnSpMkLst>
        </pc:cxnChg>
        <pc:cxnChg chg="mod">
          <ac:chgData name="Nguyen, Tien Long" userId="552c08b3-44b7-4414-8d59-80038a4f13a8" providerId="ADAL" clId="{C49FBE84-300D-41FC-896F-06EAF4F12778}" dt="2026-09-14T21:16:36.472" v="11134" actId="1076"/>
          <ac:cxnSpMkLst>
            <pc:docMk/>
            <pc:sldMk cId="475928297" sldId="306"/>
            <ac:cxnSpMk id="36" creationId="{97352348-C132-664C-9941-D585CB5963FC}"/>
          </ac:cxnSpMkLst>
        </pc:cxnChg>
        <pc:cxnChg chg="mod">
          <ac:chgData name="Nguyen, Tien Long" userId="552c08b3-44b7-4414-8d59-80038a4f13a8" providerId="ADAL" clId="{C49FBE84-300D-41FC-896F-06EAF4F12778}" dt="2026-09-14T21:16:36.472" v="11134" actId="1076"/>
          <ac:cxnSpMkLst>
            <pc:docMk/>
            <pc:sldMk cId="475928297" sldId="306"/>
            <ac:cxnSpMk id="37" creationId="{C8529DD0-BFEE-B1B3-92DD-129CC6D3C8E2}"/>
          </ac:cxnSpMkLst>
        </pc:cxnChg>
        <pc:cxnChg chg="mod">
          <ac:chgData name="Nguyen, Tien Long" userId="552c08b3-44b7-4414-8d59-80038a4f13a8" providerId="ADAL" clId="{C49FBE84-300D-41FC-896F-06EAF4F12778}" dt="2026-09-14T21:16:36.472" v="11134" actId="1076"/>
          <ac:cxnSpMkLst>
            <pc:docMk/>
            <pc:sldMk cId="475928297" sldId="306"/>
            <ac:cxnSpMk id="38" creationId="{E0708F06-290C-2922-94B5-0728715BB7FD}"/>
          </ac:cxnSpMkLst>
        </pc:cxnChg>
        <pc:cxnChg chg="mod">
          <ac:chgData name="Nguyen, Tien Long" userId="552c08b3-44b7-4414-8d59-80038a4f13a8" providerId="ADAL" clId="{C49FBE84-300D-41FC-896F-06EAF4F12778}" dt="2026-09-14T21:16:36.472" v="11134" actId="1076"/>
          <ac:cxnSpMkLst>
            <pc:docMk/>
            <pc:sldMk cId="475928297" sldId="306"/>
            <ac:cxnSpMk id="39" creationId="{960DE1A6-07DF-4D4A-D356-D32CB79A53D6}"/>
          </ac:cxnSpMkLst>
        </pc:cxnChg>
      </pc:sldChg>
      <pc:sldChg chg="addSp delSp modSp add mod setBg delAnim modAnim">
        <pc:chgData name="Nguyen, Tien Long" userId="552c08b3-44b7-4414-8d59-80038a4f13a8" providerId="ADAL" clId="{C49FBE84-300D-41FC-896F-06EAF4F12778}" dt="2026-09-14T19:44:46.686" v="10355" actId="207"/>
        <pc:sldMkLst>
          <pc:docMk/>
          <pc:sldMk cId="1353792326" sldId="307"/>
        </pc:sldMkLst>
        <pc:spChg chg="mod">
          <ac:chgData name="Nguyen, Tien Long" userId="552c08b3-44b7-4414-8d59-80038a4f13a8" providerId="ADAL" clId="{C49FBE84-300D-41FC-896F-06EAF4F12778}" dt="2026-09-11T01:38:05.137" v="1485" actId="20577"/>
          <ac:spMkLst>
            <pc:docMk/>
            <pc:sldMk cId="1353792326" sldId="307"/>
            <ac:spMk id="2" creationId="{C073D253-3A9F-15F9-69AC-C9ADC2251B60}"/>
          </ac:spMkLst>
        </pc:spChg>
        <pc:spChg chg="add mod">
          <ac:chgData name="Nguyen, Tien Long" userId="552c08b3-44b7-4414-8d59-80038a4f13a8" providerId="ADAL" clId="{C49FBE84-300D-41FC-896F-06EAF4F12778}" dt="2026-09-11T02:19:39.305" v="1490"/>
          <ac:spMkLst>
            <pc:docMk/>
            <pc:sldMk cId="1353792326" sldId="307"/>
            <ac:spMk id="5" creationId="{959090B8-B7C6-8F8B-C02E-B6EBA7F7D291}"/>
          </ac:spMkLst>
        </pc:spChg>
        <pc:spChg chg="mod">
          <ac:chgData name="Nguyen, Tien Long" userId="552c08b3-44b7-4414-8d59-80038a4f13a8" providerId="ADAL" clId="{C49FBE84-300D-41FC-896F-06EAF4F12778}" dt="2026-09-11T02:20:23.918" v="1502" actId="164"/>
          <ac:spMkLst>
            <pc:docMk/>
            <pc:sldMk cId="1353792326" sldId="307"/>
            <ac:spMk id="7" creationId="{4F52B925-2FC0-35CC-50CD-83343E01B98F}"/>
          </ac:spMkLst>
        </pc:spChg>
        <pc:spChg chg="add mod">
          <ac:chgData name="Nguyen, Tien Long" userId="552c08b3-44b7-4414-8d59-80038a4f13a8" providerId="ADAL" clId="{C49FBE84-300D-41FC-896F-06EAF4F12778}" dt="2026-09-11T02:19:39.305" v="1490"/>
          <ac:spMkLst>
            <pc:docMk/>
            <pc:sldMk cId="1353792326" sldId="307"/>
            <ac:spMk id="8" creationId="{76642588-C155-93F2-BE65-45A70B10461D}"/>
          </ac:spMkLst>
        </pc:spChg>
        <pc:spChg chg="add mod">
          <ac:chgData name="Nguyen, Tien Long" userId="552c08b3-44b7-4414-8d59-80038a4f13a8" providerId="ADAL" clId="{C49FBE84-300D-41FC-896F-06EAF4F12778}" dt="2026-09-11T02:20:23.918" v="1502" actId="164"/>
          <ac:spMkLst>
            <pc:docMk/>
            <pc:sldMk cId="1353792326" sldId="307"/>
            <ac:spMk id="9" creationId="{324191B1-D287-DC6F-AA82-221F3745C726}"/>
          </ac:spMkLst>
        </pc:spChg>
        <pc:spChg chg="add mod">
          <ac:chgData name="Nguyen, Tien Long" userId="552c08b3-44b7-4414-8d59-80038a4f13a8" providerId="ADAL" clId="{C49FBE84-300D-41FC-896F-06EAF4F12778}" dt="2026-09-11T02:20:23.918" v="1502" actId="164"/>
          <ac:spMkLst>
            <pc:docMk/>
            <pc:sldMk cId="1353792326" sldId="307"/>
            <ac:spMk id="12" creationId="{E5F5B075-DBC8-DAEE-EB7E-9B216CE9531F}"/>
          </ac:spMkLst>
        </pc:spChg>
        <pc:spChg chg="add mod">
          <ac:chgData name="Nguyen, Tien Long" userId="552c08b3-44b7-4414-8d59-80038a4f13a8" providerId="ADAL" clId="{C49FBE84-300D-41FC-896F-06EAF4F12778}" dt="2026-09-11T02:19:39.305" v="1490"/>
          <ac:spMkLst>
            <pc:docMk/>
            <pc:sldMk cId="1353792326" sldId="307"/>
            <ac:spMk id="13" creationId="{4AB33EFF-143F-932D-F4BA-405CE80F6FA9}"/>
          </ac:spMkLst>
        </pc:spChg>
        <pc:spChg chg="add mod">
          <ac:chgData name="Nguyen, Tien Long" userId="552c08b3-44b7-4414-8d59-80038a4f13a8" providerId="ADAL" clId="{C49FBE84-300D-41FC-896F-06EAF4F12778}" dt="2026-09-11T02:20:23.918" v="1502" actId="164"/>
          <ac:spMkLst>
            <pc:docMk/>
            <pc:sldMk cId="1353792326" sldId="307"/>
            <ac:spMk id="16" creationId="{E6267C03-AB76-132D-C217-E27D01D22A67}"/>
          </ac:spMkLst>
        </pc:spChg>
        <pc:spChg chg="mod">
          <ac:chgData name="Nguyen, Tien Long" userId="552c08b3-44b7-4414-8d59-80038a4f13a8" providerId="ADAL" clId="{C49FBE84-300D-41FC-896F-06EAF4F12778}" dt="2026-09-11T02:20:23.918" v="1502" actId="164"/>
          <ac:spMkLst>
            <pc:docMk/>
            <pc:sldMk cId="1353792326" sldId="307"/>
            <ac:spMk id="18" creationId="{770A83F2-1ED2-5BB6-2596-14696ABAA289}"/>
          </ac:spMkLst>
        </pc:spChg>
        <pc:spChg chg="add mod">
          <ac:chgData name="Nguyen, Tien Long" userId="552c08b3-44b7-4414-8d59-80038a4f13a8" providerId="ADAL" clId="{C49FBE84-300D-41FC-896F-06EAF4F12778}" dt="2026-09-11T02:20:23.918" v="1502" actId="164"/>
          <ac:spMkLst>
            <pc:docMk/>
            <pc:sldMk cId="1353792326" sldId="307"/>
            <ac:spMk id="20" creationId="{A1EB5C80-24C0-7A91-9DD0-3FD7385BEC6E}"/>
          </ac:spMkLst>
        </pc:spChg>
        <pc:spChg chg="add mod">
          <ac:chgData name="Nguyen, Tien Long" userId="552c08b3-44b7-4414-8d59-80038a4f13a8" providerId="ADAL" clId="{C49FBE84-300D-41FC-896F-06EAF4F12778}" dt="2026-09-11T02:20:23.918" v="1502" actId="164"/>
          <ac:spMkLst>
            <pc:docMk/>
            <pc:sldMk cId="1353792326" sldId="307"/>
            <ac:spMk id="22" creationId="{F6D19AD3-FBC6-3B06-1528-0CDE12FED1FB}"/>
          </ac:spMkLst>
        </pc:spChg>
        <pc:spChg chg="mod">
          <ac:chgData name="Nguyen, Tien Long" userId="552c08b3-44b7-4414-8d59-80038a4f13a8" providerId="ADAL" clId="{C49FBE84-300D-41FC-896F-06EAF4F12778}" dt="2026-09-11T02:20:23.918" v="1502" actId="164"/>
          <ac:spMkLst>
            <pc:docMk/>
            <pc:sldMk cId="1353792326" sldId="307"/>
            <ac:spMk id="24" creationId="{594681BD-9B61-D7CB-90B5-B43D80D0AC10}"/>
          </ac:spMkLst>
        </pc:spChg>
        <pc:spChg chg="mod">
          <ac:chgData name="Nguyen, Tien Long" userId="552c08b3-44b7-4414-8d59-80038a4f13a8" providerId="ADAL" clId="{C49FBE84-300D-41FC-896F-06EAF4F12778}" dt="2026-09-11T02:20:23.918" v="1502" actId="164"/>
          <ac:spMkLst>
            <pc:docMk/>
            <pc:sldMk cId="1353792326" sldId="307"/>
            <ac:spMk id="26" creationId="{38F84678-B559-6218-0038-112145CC3782}"/>
          </ac:spMkLst>
        </pc:spChg>
        <pc:spChg chg="add mod ord">
          <ac:chgData name="Nguyen, Tien Long" userId="552c08b3-44b7-4414-8d59-80038a4f13a8" providerId="ADAL" clId="{C49FBE84-300D-41FC-896F-06EAF4F12778}" dt="2026-09-11T02:20:27.811" v="1504" actId="1076"/>
          <ac:spMkLst>
            <pc:docMk/>
            <pc:sldMk cId="1353792326" sldId="307"/>
            <ac:spMk id="59" creationId="{BAA97C74-76C3-6822-6A62-74E406C56AB6}"/>
          </ac:spMkLst>
        </pc:spChg>
        <pc:spChg chg="add mod">
          <ac:chgData name="Nguyen, Tien Long" userId="552c08b3-44b7-4414-8d59-80038a4f13a8" providerId="ADAL" clId="{C49FBE84-300D-41FC-896F-06EAF4F12778}" dt="2026-09-11T02:28:18.367" v="1655" actId="1076"/>
          <ac:spMkLst>
            <pc:docMk/>
            <pc:sldMk cId="1353792326" sldId="307"/>
            <ac:spMk id="61" creationId="{8A13C5D3-2101-2F99-7391-C6D70C3CF5DE}"/>
          </ac:spMkLst>
        </pc:spChg>
        <pc:spChg chg="mod">
          <ac:chgData name="Nguyen, Tien Long" userId="552c08b3-44b7-4414-8d59-80038a4f13a8" providerId="ADAL" clId="{C49FBE84-300D-41FC-896F-06EAF4F12778}" dt="2026-09-11T02:23:49.506" v="1591" actId="1076"/>
          <ac:spMkLst>
            <pc:docMk/>
            <pc:sldMk cId="1353792326" sldId="307"/>
            <ac:spMk id="127" creationId="{2AE80706-7B99-B722-6F2D-36DC49CB43E3}"/>
          </ac:spMkLst>
        </pc:spChg>
        <pc:spChg chg="mod">
          <ac:chgData name="Nguyen, Tien Long" userId="552c08b3-44b7-4414-8d59-80038a4f13a8" providerId="ADAL" clId="{C49FBE84-300D-41FC-896F-06EAF4F12778}" dt="2026-09-11T02:22:05.097" v="1554"/>
          <ac:spMkLst>
            <pc:docMk/>
            <pc:sldMk cId="1353792326" sldId="307"/>
            <ac:spMk id="128" creationId="{D909C3B4-19BD-C1F0-F0B4-9ADC3D2C86F0}"/>
          </ac:spMkLst>
        </pc:spChg>
        <pc:spChg chg="mod">
          <ac:chgData name="Nguyen, Tien Long" userId="552c08b3-44b7-4414-8d59-80038a4f13a8" providerId="ADAL" clId="{C49FBE84-300D-41FC-896F-06EAF4F12778}" dt="2026-09-11T02:22:05.097" v="1554"/>
          <ac:spMkLst>
            <pc:docMk/>
            <pc:sldMk cId="1353792326" sldId="307"/>
            <ac:spMk id="129" creationId="{4CE16D0B-8401-4B11-3CF7-6394A0706C3B}"/>
          </ac:spMkLst>
        </pc:spChg>
        <pc:spChg chg="mod">
          <ac:chgData name="Nguyen, Tien Long" userId="552c08b3-44b7-4414-8d59-80038a4f13a8" providerId="ADAL" clId="{C49FBE84-300D-41FC-896F-06EAF4F12778}" dt="2026-09-11T02:22:05.097" v="1554"/>
          <ac:spMkLst>
            <pc:docMk/>
            <pc:sldMk cId="1353792326" sldId="307"/>
            <ac:spMk id="131" creationId="{2F57654F-9C65-6311-84EB-95B231F4F3E6}"/>
          </ac:spMkLst>
        </pc:spChg>
        <pc:spChg chg="mod">
          <ac:chgData name="Nguyen, Tien Long" userId="552c08b3-44b7-4414-8d59-80038a4f13a8" providerId="ADAL" clId="{C49FBE84-300D-41FC-896F-06EAF4F12778}" dt="2026-09-11T02:22:05.097" v="1554"/>
          <ac:spMkLst>
            <pc:docMk/>
            <pc:sldMk cId="1353792326" sldId="307"/>
            <ac:spMk id="134" creationId="{3AAF8B17-BAD1-6A29-578A-3E025DE0C836}"/>
          </ac:spMkLst>
        </pc:spChg>
        <pc:spChg chg="mod">
          <ac:chgData name="Nguyen, Tien Long" userId="552c08b3-44b7-4414-8d59-80038a4f13a8" providerId="ADAL" clId="{C49FBE84-300D-41FC-896F-06EAF4F12778}" dt="2026-09-11T02:22:05.097" v="1554"/>
          <ac:spMkLst>
            <pc:docMk/>
            <pc:sldMk cId="1353792326" sldId="307"/>
            <ac:spMk id="135" creationId="{1ECB51E7-76C5-82ED-D8FD-EB7B7018F5B8}"/>
          </ac:spMkLst>
        </pc:spChg>
        <pc:spChg chg="mod">
          <ac:chgData name="Nguyen, Tien Long" userId="552c08b3-44b7-4414-8d59-80038a4f13a8" providerId="ADAL" clId="{C49FBE84-300D-41FC-896F-06EAF4F12778}" dt="2026-09-11T02:22:05.097" v="1554"/>
          <ac:spMkLst>
            <pc:docMk/>
            <pc:sldMk cId="1353792326" sldId="307"/>
            <ac:spMk id="137" creationId="{5A88B985-86DD-04C1-FD48-ACE8EB870E57}"/>
          </ac:spMkLst>
        </pc:spChg>
        <pc:spChg chg="mod">
          <ac:chgData name="Nguyen, Tien Long" userId="552c08b3-44b7-4414-8d59-80038a4f13a8" providerId="ADAL" clId="{C49FBE84-300D-41FC-896F-06EAF4F12778}" dt="2026-09-11T02:22:05.097" v="1554"/>
          <ac:spMkLst>
            <pc:docMk/>
            <pc:sldMk cId="1353792326" sldId="307"/>
            <ac:spMk id="138" creationId="{8E3506B0-CCEA-5891-C735-24A0E51F91DF}"/>
          </ac:spMkLst>
        </pc:spChg>
        <pc:spChg chg="mod">
          <ac:chgData name="Nguyen, Tien Long" userId="552c08b3-44b7-4414-8d59-80038a4f13a8" providerId="ADAL" clId="{C49FBE84-300D-41FC-896F-06EAF4F12778}" dt="2026-09-11T02:22:05.097" v="1554"/>
          <ac:spMkLst>
            <pc:docMk/>
            <pc:sldMk cId="1353792326" sldId="307"/>
            <ac:spMk id="139" creationId="{FC0D4DC4-A6AE-BADB-6D35-E9599AB2EB5D}"/>
          </ac:spMkLst>
        </pc:spChg>
        <pc:spChg chg="mod">
          <ac:chgData name="Nguyen, Tien Long" userId="552c08b3-44b7-4414-8d59-80038a4f13a8" providerId="ADAL" clId="{C49FBE84-300D-41FC-896F-06EAF4F12778}" dt="2026-09-11T02:22:05.097" v="1554"/>
          <ac:spMkLst>
            <pc:docMk/>
            <pc:sldMk cId="1353792326" sldId="307"/>
            <ac:spMk id="140" creationId="{684725EF-2D41-728E-6E1A-90C3E96798D0}"/>
          </ac:spMkLst>
        </pc:spChg>
        <pc:spChg chg="mod">
          <ac:chgData name="Nguyen, Tien Long" userId="552c08b3-44b7-4414-8d59-80038a4f13a8" providerId="ADAL" clId="{C49FBE84-300D-41FC-896F-06EAF4F12778}" dt="2026-09-11T02:22:05.097" v="1554"/>
          <ac:spMkLst>
            <pc:docMk/>
            <pc:sldMk cId="1353792326" sldId="307"/>
            <ac:spMk id="142" creationId="{B3A472A7-C6E6-FE20-9C0A-22B0728DE789}"/>
          </ac:spMkLst>
        </pc:spChg>
        <pc:spChg chg="mod">
          <ac:chgData name="Nguyen, Tien Long" userId="552c08b3-44b7-4414-8d59-80038a4f13a8" providerId="ADAL" clId="{C49FBE84-300D-41FC-896F-06EAF4F12778}" dt="2026-09-11T02:22:05.260" v="1555"/>
          <ac:spMkLst>
            <pc:docMk/>
            <pc:sldMk cId="1353792326" sldId="307"/>
            <ac:spMk id="145" creationId="{97F4A0A0-E2A6-7D2D-9FEB-B42D774AE191}"/>
          </ac:spMkLst>
        </pc:spChg>
        <pc:spChg chg="mod">
          <ac:chgData name="Nguyen, Tien Long" userId="552c08b3-44b7-4414-8d59-80038a4f13a8" providerId="ADAL" clId="{C49FBE84-300D-41FC-896F-06EAF4F12778}" dt="2026-09-11T02:22:05.260" v="1555"/>
          <ac:spMkLst>
            <pc:docMk/>
            <pc:sldMk cId="1353792326" sldId="307"/>
            <ac:spMk id="147" creationId="{7F6C59B9-F558-0D14-B43F-6D64E34C26B7}"/>
          </ac:spMkLst>
        </pc:spChg>
        <pc:spChg chg="mod">
          <ac:chgData name="Nguyen, Tien Long" userId="552c08b3-44b7-4414-8d59-80038a4f13a8" providerId="ADAL" clId="{C49FBE84-300D-41FC-896F-06EAF4F12778}" dt="2026-09-11T02:22:05.260" v="1555"/>
          <ac:spMkLst>
            <pc:docMk/>
            <pc:sldMk cId="1353792326" sldId="307"/>
            <ac:spMk id="148" creationId="{3A296399-0794-103A-2F43-0172FC8DC878}"/>
          </ac:spMkLst>
        </pc:spChg>
        <pc:spChg chg="mod">
          <ac:chgData name="Nguyen, Tien Long" userId="552c08b3-44b7-4414-8d59-80038a4f13a8" providerId="ADAL" clId="{C49FBE84-300D-41FC-896F-06EAF4F12778}" dt="2026-09-11T02:22:05.260" v="1555"/>
          <ac:spMkLst>
            <pc:docMk/>
            <pc:sldMk cId="1353792326" sldId="307"/>
            <ac:spMk id="149" creationId="{0E40BE8A-8187-278D-BF66-2ADF2ADDE940}"/>
          </ac:spMkLst>
        </pc:spChg>
        <pc:spChg chg="mod">
          <ac:chgData name="Nguyen, Tien Long" userId="552c08b3-44b7-4414-8d59-80038a4f13a8" providerId="ADAL" clId="{C49FBE84-300D-41FC-896F-06EAF4F12778}" dt="2026-09-11T02:22:05.260" v="1555"/>
          <ac:spMkLst>
            <pc:docMk/>
            <pc:sldMk cId="1353792326" sldId="307"/>
            <ac:spMk id="152" creationId="{21933B0C-862E-33DB-0CE8-6CDFA9539C3E}"/>
          </ac:spMkLst>
        </pc:spChg>
        <pc:spChg chg="mod">
          <ac:chgData name="Nguyen, Tien Long" userId="552c08b3-44b7-4414-8d59-80038a4f13a8" providerId="ADAL" clId="{C49FBE84-300D-41FC-896F-06EAF4F12778}" dt="2026-09-11T02:22:05.260" v="1555"/>
          <ac:spMkLst>
            <pc:docMk/>
            <pc:sldMk cId="1353792326" sldId="307"/>
            <ac:spMk id="154" creationId="{89E3B9D7-8865-BD58-35BE-4B22F79956F4}"/>
          </ac:spMkLst>
        </pc:spChg>
        <pc:spChg chg="mod">
          <ac:chgData name="Nguyen, Tien Long" userId="552c08b3-44b7-4414-8d59-80038a4f13a8" providerId="ADAL" clId="{C49FBE84-300D-41FC-896F-06EAF4F12778}" dt="2026-09-11T02:22:05.260" v="1555"/>
          <ac:spMkLst>
            <pc:docMk/>
            <pc:sldMk cId="1353792326" sldId="307"/>
            <ac:spMk id="156" creationId="{34B70A45-0983-093B-8896-A863FAA37346}"/>
          </ac:spMkLst>
        </pc:spChg>
        <pc:spChg chg="mod">
          <ac:chgData name="Nguyen, Tien Long" userId="552c08b3-44b7-4414-8d59-80038a4f13a8" providerId="ADAL" clId="{C49FBE84-300D-41FC-896F-06EAF4F12778}" dt="2026-09-11T02:22:05.260" v="1555"/>
          <ac:spMkLst>
            <pc:docMk/>
            <pc:sldMk cId="1353792326" sldId="307"/>
            <ac:spMk id="157" creationId="{F877F3F8-A64E-33EA-AF45-610F95D31576}"/>
          </ac:spMkLst>
        </pc:spChg>
        <pc:spChg chg="mod">
          <ac:chgData name="Nguyen, Tien Long" userId="552c08b3-44b7-4414-8d59-80038a4f13a8" providerId="ADAL" clId="{C49FBE84-300D-41FC-896F-06EAF4F12778}" dt="2026-09-11T02:22:05.260" v="1555"/>
          <ac:spMkLst>
            <pc:docMk/>
            <pc:sldMk cId="1353792326" sldId="307"/>
            <ac:spMk id="158" creationId="{D70BD64D-526F-B113-D864-A2B4F2777878}"/>
          </ac:spMkLst>
        </pc:spChg>
        <pc:spChg chg="mod">
          <ac:chgData name="Nguyen, Tien Long" userId="552c08b3-44b7-4414-8d59-80038a4f13a8" providerId="ADAL" clId="{C49FBE84-300D-41FC-896F-06EAF4F12778}" dt="2026-09-11T02:22:05.260" v="1555"/>
          <ac:spMkLst>
            <pc:docMk/>
            <pc:sldMk cId="1353792326" sldId="307"/>
            <ac:spMk id="159" creationId="{26A06D55-6A5B-E7F5-76E1-C29645B479C1}"/>
          </ac:spMkLst>
        </pc:spChg>
        <pc:spChg chg="mod">
          <ac:chgData name="Nguyen, Tien Long" userId="552c08b3-44b7-4414-8d59-80038a4f13a8" providerId="ADAL" clId="{C49FBE84-300D-41FC-896F-06EAF4F12778}" dt="2026-09-11T02:22:05.412" v="1556"/>
          <ac:spMkLst>
            <pc:docMk/>
            <pc:sldMk cId="1353792326" sldId="307"/>
            <ac:spMk id="161" creationId="{8213F3A6-FCA8-13F5-D0AC-7EB38BD01DE3}"/>
          </ac:spMkLst>
        </pc:spChg>
        <pc:spChg chg="mod">
          <ac:chgData name="Nguyen, Tien Long" userId="552c08b3-44b7-4414-8d59-80038a4f13a8" providerId="ADAL" clId="{C49FBE84-300D-41FC-896F-06EAF4F12778}" dt="2026-09-11T02:22:05.412" v="1556"/>
          <ac:spMkLst>
            <pc:docMk/>
            <pc:sldMk cId="1353792326" sldId="307"/>
            <ac:spMk id="162" creationId="{52605358-9593-9E11-F46B-C769EA8D24A1}"/>
          </ac:spMkLst>
        </pc:spChg>
        <pc:spChg chg="mod">
          <ac:chgData name="Nguyen, Tien Long" userId="552c08b3-44b7-4414-8d59-80038a4f13a8" providerId="ADAL" clId="{C49FBE84-300D-41FC-896F-06EAF4F12778}" dt="2026-09-11T02:22:05.412" v="1556"/>
          <ac:spMkLst>
            <pc:docMk/>
            <pc:sldMk cId="1353792326" sldId="307"/>
            <ac:spMk id="163" creationId="{EDC09FA4-DEF3-D5A9-B622-7EFF66F45674}"/>
          </ac:spMkLst>
        </pc:spChg>
        <pc:spChg chg="mod">
          <ac:chgData name="Nguyen, Tien Long" userId="552c08b3-44b7-4414-8d59-80038a4f13a8" providerId="ADAL" clId="{C49FBE84-300D-41FC-896F-06EAF4F12778}" dt="2026-09-11T02:22:05.412" v="1556"/>
          <ac:spMkLst>
            <pc:docMk/>
            <pc:sldMk cId="1353792326" sldId="307"/>
            <ac:spMk id="164" creationId="{08FBF027-D66A-C043-A9EC-38E731637312}"/>
          </ac:spMkLst>
        </pc:spChg>
        <pc:spChg chg="mod">
          <ac:chgData name="Nguyen, Tien Long" userId="552c08b3-44b7-4414-8d59-80038a4f13a8" providerId="ADAL" clId="{C49FBE84-300D-41FC-896F-06EAF4F12778}" dt="2026-09-11T02:22:05.412" v="1556"/>
          <ac:spMkLst>
            <pc:docMk/>
            <pc:sldMk cId="1353792326" sldId="307"/>
            <ac:spMk id="165" creationId="{9AFF3192-99BB-B452-1244-AB14A091E1E7}"/>
          </ac:spMkLst>
        </pc:spChg>
        <pc:spChg chg="mod">
          <ac:chgData name="Nguyen, Tien Long" userId="552c08b3-44b7-4414-8d59-80038a4f13a8" providerId="ADAL" clId="{C49FBE84-300D-41FC-896F-06EAF4F12778}" dt="2026-09-11T02:22:05.412" v="1556"/>
          <ac:spMkLst>
            <pc:docMk/>
            <pc:sldMk cId="1353792326" sldId="307"/>
            <ac:spMk id="166" creationId="{47629E43-87E1-5C7E-FA10-D9ED52B051CC}"/>
          </ac:spMkLst>
        </pc:spChg>
        <pc:spChg chg="mod">
          <ac:chgData name="Nguyen, Tien Long" userId="552c08b3-44b7-4414-8d59-80038a4f13a8" providerId="ADAL" clId="{C49FBE84-300D-41FC-896F-06EAF4F12778}" dt="2026-09-11T02:22:05.412" v="1556"/>
          <ac:spMkLst>
            <pc:docMk/>
            <pc:sldMk cId="1353792326" sldId="307"/>
            <ac:spMk id="167" creationId="{6DB4F6E5-3F41-02EC-F5F0-F62C96D95C04}"/>
          </ac:spMkLst>
        </pc:spChg>
        <pc:spChg chg="mod">
          <ac:chgData name="Nguyen, Tien Long" userId="552c08b3-44b7-4414-8d59-80038a4f13a8" providerId="ADAL" clId="{C49FBE84-300D-41FC-896F-06EAF4F12778}" dt="2026-09-11T02:22:05.412" v="1556"/>
          <ac:spMkLst>
            <pc:docMk/>
            <pc:sldMk cId="1353792326" sldId="307"/>
            <ac:spMk id="168" creationId="{AF265994-B126-7C98-CDA6-76E4C0FAF3F1}"/>
          </ac:spMkLst>
        </pc:spChg>
        <pc:spChg chg="mod">
          <ac:chgData name="Nguyen, Tien Long" userId="552c08b3-44b7-4414-8d59-80038a4f13a8" providerId="ADAL" clId="{C49FBE84-300D-41FC-896F-06EAF4F12778}" dt="2026-09-11T02:22:05.412" v="1556"/>
          <ac:spMkLst>
            <pc:docMk/>
            <pc:sldMk cId="1353792326" sldId="307"/>
            <ac:spMk id="171" creationId="{C091A902-8AD2-39E7-84A8-8C82F5C07707}"/>
          </ac:spMkLst>
        </pc:spChg>
        <pc:spChg chg="mod">
          <ac:chgData name="Nguyen, Tien Long" userId="552c08b3-44b7-4414-8d59-80038a4f13a8" providerId="ADAL" clId="{C49FBE84-300D-41FC-896F-06EAF4F12778}" dt="2026-09-11T02:22:05.412" v="1556"/>
          <ac:spMkLst>
            <pc:docMk/>
            <pc:sldMk cId="1353792326" sldId="307"/>
            <ac:spMk id="174" creationId="{1B8EBD62-831F-E580-12D5-0FC420702F6D}"/>
          </ac:spMkLst>
        </pc:spChg>
        <pc:spChg chg="add mod ord">
          <ac:chgData name="Nguyen, Tien Long" userId="552c08b3-44b7-4414-8d59-80038a4f13a8" providerId="ADAL" clId="{C49FBE84-300D-41FC-896F-06EAF4F12778}" dt="2026-09-11T02:23:25.431" v="1577" actId="208"/>
          <ac:spMkLst>
            <pc:docMk/>
            <pc:sldMk cId="1353792326" sldId="307"/>
            <ac:spMk id="194" creationId="{2F2C9869-3AA3-6443-050E-94C24A71B32D}"/>
          </ac:spMkLst>
        </pc:spChg>
        <pc:spChg chg="add mod">
          <ac:chgData name="Nguyen, Tien Long" userId="552c08b3-44b7-4414-8d59-80038a4f13a8" providerId="ADAL" clId="{C49FBE84-300D-41FC-896F-06EAF4F12778}" dt="2026-09-11T02:24:01.115" v="1595" actId="14100"/>
          <ac:spMkLst>
            <pc:docMk/>
            <pc:sldMk cId="1353792326" sldId="307"/>
            <ac:spMk id="196" creationId="{5C6E00B6-0FC1-750C-56B1-E541804B260B}"/>
          </ac:spMkLst>
        </pc:spChg>
        <pc:spChg chg="add mod">
          <ac:chgData name="Nguyen, Tien Long" userId="552c08b3-44b7-4414-8d59-80038a4f13a8" providerId="ADAL" clId="{C49FBE84-300D-41FC-896F-06EAF4F12778}" dt="2026-09-11T02:24:25.920" v="1601" actId="1076"/>
          <ac:spMkLst>
            <pc:docMk/>
            <pc:sldMk cId="1353792326" sldId="307"/>
            <ac:spMk id="198" creationId="{BBCCAE7B-00BA-18F3-B7CC-6B6AA20FBA2E}"/>
          </ac:spMkLst>
        </pc:spChg>
        <pc:spChg chg="add mod">
          <ac:chgData name="Nguyen, Tien Long" userId="552c08b3-44b7-4414-8d59-80038a4f13a8" providerId="ADAL" clId="{C49FBE84-300D-41FC-896F-06EAF4F12778}" dt="2026-09-11T02:25:12.071" v="1613" actId="208"/>
          <ac:spMkLst>
            <pc:docMk/>
            <pc:sldMk cId="1353792326" sldId="307"/>
            <ac:spMk id="200" creationId="{EF9D57BF-3FE7-A6D2-866B-C5E39C07D1F1}"/>
          </ac:spMkLst>
        </pc:spChg>
        <pc:spChg chg="add mod">
          <ac:chgData name="Nguyen, Tien Long" userId="552c08b3-44b7-4414-8d59-80038a4f13a8" providerId="ADAL" clId="{C49FBE84-300D-41FC-896F-06EAF4F12778}" dt="2026-09-11T02:25:33.247" v="1618" actId="1076"/>
          <ac:spMkLst>
            <pc:docMk/>
            <pc:sldMk cId="1353792326" sldId="307"/>
            <ac:spMk id="202" creationId="{58DE3399-4CD4-97C1-446B-031A5C815E14}"/>
          </ac:spMkLst>
        </pc:spChg>
        <pc:spChg chg="add mod">
          <ac:chgData name="Nguyen, Tien Long" userId="552c08b3-44b7-4414-8d59-80038a4f13a8" providerId="ADAL" clId="{C49FBE84-300D-41FC-896F-06EAF4F12778}" dt="2026-09-11T02:26:14.589" v="1624" actId="208"/>
          <ac:spMkLst>
            <pc:docMk/>
            <pc:sldMk cId="1353792326" sldId="307"/>
            <ac:spMk id="204" creationId="{64EDE164-A1E8-9168-813B-8C66746F551A}"/>
          </ac:spMkLst>
        </pc:spChg>
        <pc:spChg chg="add mod">
          <ac:chgData name="Nguyen, Tien Long" userId="552c08b3-44b7-4414-8d59-80038a4f13a8" providerId="ADAL" clId="{C49FBE84-300D-41FC-896F-06EAF4F12778}" dt="2026-09-11T02:26:43.184" v="1633" actId="14100"/>
          <ac:spMkLst>
            <pc:docMk/>
            <pc:sldMk cId="1353792326" sldId="307"/>
            <ac:spMk id="206" creationId="{EBF082C3-1309-FF66-73DE-0081CA22DAC7}"/>
          </ac:spMkLst>
        </pc:spChg>
        <pc:spChg chg="add mod">
          <ac:chgData name="Nguyen, Tien Long" userId="552c08b3-44b7-4414-8d59-80038a4f13a8" providerId="ADAL" clId="{C49FBE84-300D-41FC-896F-06EAF4F12778}" dt="2026-09-11T02:26:23.456" v="1629" actId="1076"/>
          <ac:spMkLst>
            <pc:docMk/>
            <pc:sldMk cId="1353792326" sldId="307"/>
            <ac:spMk id="208" creationId="{164488B5-EE5E-8D9B-61B5-666F9FA93F05}"/>
          </ac:spMkLst>
        </pc:spChg>
        <pc:spChg chg="add mod">
          <ac:chgData name="Nguyen, Tien Long" userId="552c08b3-44b7-4414-8d59-80038a4f13a8" providerId="ADAL" clId="{C49FBE84-300D-41FC-896F-06EAF4F12778}" dt="2026-09-11T02:27:00.906" v="1640" actId="14100"/>
          <ac:spMkLst>
            <pc:docMk/>
            <pc:sldMk cId="1353792326" sldId="307"/>
            <ac:spMk id="210" creationId="{A5640C2C-1986-87CC-A4F6-294BDEE5460F}"/>
          </ac:spMkLst>
        </pc:spChg>
        <pc:spChg chg="add mod">
          <ac:chgData name="Nguyen, Tien Long" userId="552c08b3-44b7-4414-8d59-80038a4f13a8" providerId="ADAL" clId="{C49FBE84-300D-41FC-896F-06EAF4F12778}" dt="2026-09-11T02:27:20.083" v="1646" actId="1076"/>
          <ac:spMkLst>
            <pc:docMk/>
            <pc:sldMk cId="1353792326" sldId="307"/>
            <ac:spMk id="229" creationId="{A065D62F-BC1E-4462-C0AE-6D7432D2704D}"/>
          </ac:spMkLst>
        </pc:spChg>
        <pc:spChg chg="add mod">
          <ac:chgData name="Nguyen, Tien Long" userId="552c08b3-44b7-4414-8d59-80038a4f13a8" providerId="ADAL" clId="{C49FBE84-300D-41FC-896F-06EAF4F12778}" dt="2026-09-11T02:28:03.060" v="1654" actId="14100"/>
          <ac:spMkLst>
            <pc:docMk/>
            <pc:sldMk cId="1353792326" sldId="307"/>
            <ac:spMk id="230" creationId="{717ECC1E-AAC8-C569-A104-B3EF174AB76F}"/>
          </ac:spMkLst>
        </pc:spChg>
        <pc:spChg chg="add mod">
          <ac:chgData name="Nguyen, Tien Long" userId="552c08b3-44b7-4414-8d59-80038a4f13a8" providerId="ADAL" clId="{C49FBE84-300D-41FC-896F-06EAF4F12778}" dt="2026-09-11T02:28:32.349" v="1662" actId="1076"/>
          <ac:spMkLst>
            <pc:docMk/>
            <pc:sldMk cId="1353792326" sldId="307"/>
            <ac:spMk id="231" creationId="{EFF89782-B57A-325D-467C-57C9449E5E25}"/>
          </ac:spMkLst>
        </pc:spChg>
        <pc:spChg chg="add mod">
          <ac:chgData name="Nguyen, Tien Long" userId="552c08b3-44b7-4414-8d59-80038a4f13a8" providerId="ADAL" clId="{C49FBE84-300D-41FC-896F-06EAF4F12778}" dt="2026-09-11T02:31:01.928" v="1708" actId="164"/>
          <ac:spMkLst>
            <pc:docMk/>
            <pc:sldMk cId="1353792326" sldId="307"/>
            <ac:spMk id="232" creationId="{AAC77932-AF5F-6AEC-364F-48E8974B255B}"/>
          </ac:spMkLst>
        </pc:spChg>
        <pc:spChg chg="mod">
          <ac:chgData name="Nguyen, Tien Long" userId="552c08b3-44b7-4414-8d59-80038a4f13a8" providerId="ADAL" clId="{C49FBE84-300D-41FC-896F-06EAF4F12778}" dt="2026-09-11T02:28:49.989" v="1671"/>
          <ac:spMkLst>
            <pc:docMk/>
            <pc:sldMk cId="1353792326" sldId="307"/>
            <ac:spMk id="234" creationId="{BA62D7C2-A619-2048-5B6C-B6D98D52C6C4}"/>
          </ac:spMkLst>
        </pc:spChg>
        <pc:spChg chg="mod">
          <ac:chgData name="Nguyen, Tien Long" userId="552c08b3-44b7-4414-8d59-80038a4f13a8" providerId="ADAL" clId="{C49FBE84-300D-41FC-896F-06EAF4F12778}" dt="2026-09-11T02:28:49.989" v="1671"/>
          <ac:spMkLst>
            <pc:docMk/>
            <pc:sldMk cId="1353792326" sldId="307"/>
            <ac:spMk id="235" creationId="{EF82EB94-08DF-27FC-20ED-9263C692E46D}"/>
          </ac:spMkLst>
        </pc:spChg>
        <pc:spChg chg="mod">
          <ac:chgData name="Nguyen, Tien Long" userId="552c08b3-44b7-4414-8d59-80038a4f13a8" providerId="ADAL" clId="{C49FBE84-300D-41FC-896F-06EAF4F12778}" dt="2026-09-11T02:28:49.989" v="1671"/>
          <ac:spMkLst>
            <pc:docMk/>
            <pc:sldMk cId="1353792326" sldId="307"/>
            <ac:spMk id="236" creationId="{D89A0200-A714-6423-8E3D-2FC275B17F97}"/>
          </ac:spMkLst>
        </pc:spChg>
        <pc:spChg chg="mod">
          <ac:chgData name="Nguyen, Tien Long" userId="552c08b3-44b7-4414-8d59-80038a4f13a8" providerId="ADAL" clId="{C49FBE84-300D-41FC-896F-06EAF4F12778}" dt="2026-09-11T02:28:49.989" v="1671"/>
          <ac:spMkLst>
            <pc:docMk/>
            <pc:sldMk cId="1353792326" sldId="307"/>
            <ac:spMk id="238" creationId="{D87C3B00-3380-4ACE-F919-63F2476EE2EE}"/>
          </ac:spMkLst>
        </pc:spChg>
        <pc:spChg chg="mod">
          <ac:chgData name="Nguyen, Tien Long" userId="552c08b3-44b7-4414-8d59-80038a4f13a8" providerId="ADAL" clId="{C49FBE84-300D-41FC-896F-06EAF4F12778}" dt="2026-09-11T02:28:49.989" v="1671"/>
          <ac:spMkLst>
            <pc:docMk/>
            <pc:sldMk cId="1353792326" sldId="307"/>
            <ac:spMk id="240" creationId="{0D1208AE-BD55-D22B-433D-165611DACBBA}"/>
          </ac:spMkLst>
        </pc:spChg>
        <pc:spChg chg="mod">
          <ac:chgData name="Nguyen, Tien Long" userId="552c08b3-44b7-4414-8d59-80038a4f13a8" providerId="ADAL" clId="{C49FBE84-300D-41FC-896F-06EAF4F12778}" dt="2026-09-11T02:28:49.989" v="1671"/>
          <ac:spMkLst>
            <pc:docMk/>
            <pc:sldMk cId="1353792326" sldId="307"/>
            <ac:spMk id="241" creationId="{E5047430-7D9C-C99F-3679-7BC5F945BEB4}"/>
          </ac:spMkLst>
        </pc:spChg>
        <pc:spChg chg="mod">
          <ac:chgData name="Nguyen, Tien Long" userId="552c08b3-44b7-4414-8d59-80038a4f13a8" providerId="ADAL" clId="{C49FBE84-300D-41FC-896F-06EAF4F12778}" dt="2026-09-11T02:28:49.989" v="1671"/>
          <ac:spMkLst>
            <pc:docMk/>
            <pc:sldMk cId="1353792326" sldId="307"/>
            <ac:spMk id="242" creationId="{0B30FAFD-836C-2025-B135-F9057926D259}"/>
          </ac:spMkLst>
        </pc:spChg>
        <pc:spChg chg="mod">
          <ac:chgData name="Nguyen, Tien Long" userId="552c08b3-44b7-4414-8d59-80038a4f13a8" providerId="ADAL" clId="{C49FBE84-300D-41FC-896F-06EAF4F12778}" dt="2026-09-11T02:28:49.989" v="1671"/>
          <ac:spMkLst>
            <pc:docMk/>
            <pc:sldMk cId="1353792326" sldId="307"/>
            <ac:spMk id="243" creationId="{537A73C6-7532-9E99-53D3-C6DBFBB225D9}"/>
          </ac:spMkLst>
        </pc:spChg>
        <pc:spChg chg="mod">
          <ac:chgData name="Nguyen, Tien Long" userId="552c08b3-44b7-4414-8d59-80038a4f13a8" providerId="ADAL" clId="{C49FBE84-300D-41FC-896F-06EAF4F12778}" dt="2026-09-11T02:28:49.989" v="1671"/>
          <ac:spMkLst>
            <pc:docMk/>
            <pc:sldMk cId="1353792326" sldId="307"/>
            <ac:spMk id="246" creationId="{18C2D7A7-DD7A-C48A-E5D1-643280E5784B}"/>
          </ac:spMkLst>
        </pc:spChg>
        <pc:spChg chg="mod">
          <ac:chgData name="Nguyen, Tien Long" userId="552c08b3-44b7-4414-8d59-80038a4f13a8" providerId="ADAL" clId="{C49FBE84-300D-41FC-896F-06EAF4F12778}" dt="2026-09-11T02:28:49.989" v="1671"/>
          <ac:spMkLst>
            <pc:docMk/>
            <pc:sldMk cId="1353792326" sldId="307"/>
            <ac:spMk id="248" creationId="{637CA8B8-A7AF-93EE-CD59-ABFBD9A9A5A6}"/>
          </ac:spMkLst>
        </pc:spChg>
        <pc:spChg chg="add mod">
          <ac:chgData name="Nguyen, Tien Long" userId="552c08b3-44b7-4414-8d59-80038a4f13a8" providerId="ADAL" clId="{C49FBE84-300D-41FC-896F-06EAF4F12778}" dt="2026-09-11T02:31:01.928" v="1708" actId="164"/>
          <ac:spMkLst>
            <pc:docMk/>
            <pc:sldMk cId="1353792326" sldId="307"/>
            <ac:spMk id="251" creationId="{09ED2F25-FEE8-73C1-CEE0-25380E348C70}"/>
          </ac:spMkLst>
        </pc:spChg>
        <pc:spChg chg="add mod">
          <ac:chgData name="Nguyen, Tien Long" userId="552c08b3-44b7-4414-8d59-80038a4f13a8" providerId="ADAL" clId="{C49FBE84-300D-41FC-896F-06EAF4F12778}" dt="2026-09-11T02:31:01.928" v="1708" actId="164"/>
          <ac:spMkLst>
            <pc:docMk/>
            <pc:sldMk cId="1353792326" sldId="307"/>
            <ac:spMk id="253" creationId="{CEF5B5A3-DB55-9B50-46E8-48CB780E8B27}"/>
          </ac:spMkLst>
        </pc:spChg>
        <pc:spChg chg="add mod">
          <ac:chgData name="Nguyen, Tien Long" userId="552c08b3-44b7-4414-8d59-80038a4f13a8" providerId="ADAL" clId="{C49FBE84-300D-41FC-896F-06EAF4F12778}" dt="2026-09-11T02:31:01.928" v="1708" actId="164"/>
          <ac:spMkLst>
            <pc:docMk/>
            <pc:sldMk cId="1353792326" sldId="307"/>
            <ac:spMk id="255" creationId="{C5B46717-9824-2CD4-0011-4C9F8DB5F265}"/>
          </ac:spMkLst>
        </pc:spChg>
        <pc:spChg chg="add mod">
          <ac:chgData name="Nguyen, Tien Long" userId="552c08b3-44b7-4414-8d59-80038a4f13a8" providerId="ADAL" clId="{C49FBE84-300D-41FC-896F-06EAF4F12778}" dt="2026-09-14T19:44:46.686" v="10355" actId="207"/>
          <ac:spMkLst>
            <pc:docMk/>
            <pc:sldMk cId="1353792326" sldId="307"/>
            <ac:spMk id="257" creationId="{BC73727C-2D13-CA71-A7BE-652E0163AFDC}"/>
          </ac:spMkLst>
        </pc:spChg>
        <pc:grpChg chg="mod">
          <ac:chgData name="Nguyen, Tien Long" userId="552c08b3-44b7-4414-8d59-80038a4f13a8" providerId="ADAL" clId="{C49FBE84-300D-41FC-896F-06EAF4F12778}" dt="2026-09-11T02:28:18.367" v="1655" actId="1076"/>
          <ac:grpSpMkLst>
            <pc:docMk/>
            <pc:sldMk cId="1353792326" sldId="307"/>
            <ac:grpSpMk id="60" creationId="{50CF8C34-9DC2-6010-880D-A0A9FBF33E75}"/>
          </ac:grpSpMkLst>
        </pc:grpChg>
        <pc:grpChg chg="mod">
          <ac:chgData name="Nguyen, Tien Long" userId="552c08b3-44b7-4414-8d59-80038a4f13a8" providerId="ADAL" clId="{C49FBE84-300D-41FC-896F-06EAF4F12778}" dt="2026-09-11T02:24:11.597" v="1598" actId="1076"/>
          <ac:grpSpMkLst>
            <pc:docMk/>
            <pc:sldMk cId="1353792326" sldId="307"/>
            <ac:grpSpMk id="126" creationId="{4D1520E2-2F2F-D37E-6E43-5FCC85D0B910}"/>
          </ac:grpSpMkLst>
        </pc:grpChg>
        <pc:grpChg chg="mod">
          <ac:chgData name="Nguyen, Tien Long" userId="552c08b3-44b7-4414-8d59-80038a4f13a8" providerId="ADAL" clId="{C49FBE84-300D-41FC-896F-06EAF4F12778}" dt="2026-09-11T02:25:47.394" v="1622" actId="1076"/>
          <ac:grpSpMkLst>
            <pc:docMk/>
            <pc:sldMk cId="1353792326" sldId="307"/>
            <ac:grpSpMk id="143" creationId="{EE95E961-F7F9-048D-6CD2-3BEE3AE7F678}"/>
          </ac:grpSpMkLst>
        </pc:grpChg>
        <pc:grpChg chg="mod">
          <ac:chgData name="Nguyen, Tien Long" userId="552c08b3-44b7-4414-8d59-80038a4f13a8" providerId="ADAL" clId="{C49FBE84-300D-41FC-896F-06EAF4F12778}" dt="2026-09-11T02:29:04.464" v="1678" actId="1076"/>
          <ac:grpSpMkLst>
            <pc:docMk/>
            <pc:sldMk cId="1353792326" sldId="307"/>
            <ac:grpSpMk id="160" creationId="{1E65C47B-F21D-9250-3257-7FB6EB104EB8}"/>
          </ac:grpSpMkLst>
        </pc:grpChg>
        <pc:grpChg chg="mod">
          <ac:chgData name="Nguyen, Tien Long" userId="552c08b3-44b7-4414-8d59-80038a4f13a8" providerId="ADAL" clId="{C49FBE84-300D-41FC-896F-06EAF4F12778}" dt="2026-09-11T02:31:01.928" v="1708" actId="164"/>
          <ac:grpSpMkLst>
            <pc:docMk/>
            <pc:sldMk cId="1353792326" sldId="307"/>
            <ac:grpSpMk id="233" creationId="{0185CFA8-1E58-D165-509E-02D890DA2E86}"/>
          </ac:grpSpMkLst>
        </pc:grpChg>
        <pc:grpChg chg="add mod">
          <ac:chgData name="Nguyen, Tien Long" userId="552c08b3-44b7-4414-8d59-80038a4f13a8" providerId="ADAL" clId="{C49FBE84-300D-41FC-896F-06EAF4F12778}" dt="2026-09-11T02:31:27.268" v="1710" actId="1076"/>
          <ac:grpSpMkLst>
            <pc:docMk/>
            <pc:sldMk cId="1353792326" sldId="307"/>
            <ac:grpSpMk id="256" creationId="{6A630114-7505-3543-E4E1-5AF135567DC1}"/>
          </ac:grpSpMkLst>
        </pc:grpChg>
      </pc:sldChg>
      <pc:sldChg chg="addSp delSp modSp add mod delAnim">
        <pc:chgData name="Nguyen, Tien Long" userId="552c08b3-44b7-4414-8d59-80038a4f13a8" providerId="ADAL" clId="{C49FBE84-300D-41FC-896F-06EAF4F12778}" dt="2026-09-11T02:45:25.808" v="2148" actId="5793"/>
        <pc:sldMkLst>
          <pc:docMk/>
          <pc:sldMk cId="2580118370" sldId="308"/>
        </pc:sldMkLst>
        <pc:spChg chg="mod">
          <ac:chgData name="Nguyen, Tien Long" userId="552c08b3-44b7-4414-8d59-80038a4f13a8" providerId="ADAL" clId="{C49FBE84-300D-41FC-896F-06EAF4F12778}" dt="2026-09-11T02:38:12.063" v="1929" actId="27636"/>
          <ac:spMkLst>
            <pc:docMk/>
            <pc:sldMk cId="2580118370" sldId="308"/>
            <ac:spMk id="2" creationId="{72407749-1AA2-30FF-C735-7F395B865CD6}"/>
          </ac:spMkLst>
        </pc:spChg>
        <pc:spChg chg="add mod">
          <ac:chgData name="Nguyen, Tien Long" userId="552c08b3-44b7-4414-8d59-80038a4f13a8" providerId="ADAL" clId="{C49FBE84-300D-41FC-896F-06EAF4F12778}" dt="2026-09-11T02:41:54.349" v="1985" actId="14100"/>
          <ac:spMkLst>
            <pc:docMk/>
            <pc:sldMk cId="2580118370" sldId="308"/>
            <ac:spMk id="23" creationId="{057FC521-66E0-0310-1CF1-8C1D003DE080}"/>
          </ac:spMkLst>
        </pc:spChg>
        <pc:spChg chg="add mod">
          <ac:chgData name="Nguyen, Tien Long" userId="552c08b3-44b7-4414-8d59-80038a4f13a8" providerId="ADAL" clId="{C49FBE84-300D-41FC-896F-06EAF4F12778}" dt="2026-09-11T02:45:25.808" v="2148" actId="5793"/>
          <ac:spMkLst>
            <pc:docMk/>
            <pc:sldMk cId="2580118370" sldId="308"/>
            <ac:spMk id="25" creationId="{2A96C12D-D18F-7686-7F7D-98D92647AF7A}"/>
          </ac:spMkLst>
        </pc:spChg>
        <pc:grpChg chg="add mod">
          <ac:chgData name="Nguyen, Tien Long" userId="552c08b3-44b7-4414-8d59-80038a4f13a8" providerId="ADAL" clId="{C49FBE84-300D-41FC-896F-06EAF4F12778}" dt="2026-09-11T02:40:24.722" v="1958" actId="1076"/>
          <ac:grpSpMkLst>
            <pc:docMk/>
            <pc:sldMk cId="2580118370" sldId="308"/>
            <ac:grpSpMk id="21" creationId="{CE4BE47B-934C-9DDD-0D4A-DBB4C7E19775}"/>
          </ac:grpSpMkLst>
        </pc:grpChg>
        <pc:picChg chg="add mod modCrop">
          <ac:chgData name="Nguyen, Tien Long" userId="552c08b3-44b7-4414-8d59-80038a4f13a8" providerId="ADAL" clId="{C49FBE84-300D-41FC-896F-06EAF4F12778}" dt="2026-09-11T02:40:16.235" v="1957" actId="1076"/>
          <ac:picMkLst>
            <pc:docMk/>
            <pc:sldMk cId="2580118370" sldId="308"/>
            <ac:picMk id="10" creationId="{457324BB-EDC5-9901-12F9-8BA29B27828F}"/>
          </ac:picMkLst>
        </pc:picChg>
        <pc:picChg chg="add mod modCrop">
          <ac:chgData name="Nguyen, Tien Long" userId="552c08b3-44b7-4414-8d59-80038a4f13a8" providerId="ADAL" clId="{C49FBE84-300D-41FC-896F-06EAF4F12778}" dt="2026-09-11T02:40:10.452" v="1954" actId="164"/>
          <ac:picMkLst>
            <pc:docMk/>
            <pc:sldMk cId="2580118370" sldId="308"/>
            <ac:picMk id="15" creationId="{252649F0-297A-1346-6037-DCE9EF5B3691}"/>
          </ac:picMkLst>
        </pc:picChg>
        <pc:picChg chg="add mod modCrop">
          <ac:chgData name="Nguyen, Tien Long" userId="552c08b3-44b7-4414-8d59-80038a4f13a8" providerId="ADAL" clId="{C49FBE84-300D-41FC-896F-06EAF4F12778}" dt="2026-09-11T02:40:10.452" v="1954" actId="164"/>
          <ac:picMkLst>
            <pc:docMk/>
            <pc:sldMk cId="2580118370" sldId="308"/>
            <ac:picMk id="19" creationId="{FD7AEA4A-6E7B-01BD-F20E-E63276D9D29F}"/>
          </ac:picMkLst>
        </pc:picChg>
      </pc:sldChg>
      <pc:sldChg chg="addSp delSp modSp add mod delAnim modAnim">
        <pc:chgData name="Nguyen, Tien Long" userId="552c08b3-44b7-4414-8d59-80038a4f13a8" providerId="ADAL" clId="{C49FBE84-300D-41FC-896F-06EAF4F12778}" dt="2026-09-14T20:43:40.264" v="11132" actId="478"/>
        <pc:sldMkLst>
          <pc:docMk/>
          <pc:sldMk cId="2745136983" sldId="309"/>
        </pc:sldMkLst>
        <pc:spChg chg="mod">
          <ac:chgData name="Nguyen, Tien Long" userId="552c08b3-44b7-4414-8d59-80038a4f13a8" providerId="ADAL" clId="{C49FBE84-300D-41FC-896F-06EAF4F12778}" dt="2026-09-11T02:46:19.899" v="2156" actId="20577"/>
          <ac:spMkLst>
            <pc:docMk/>
            <pc:sldMk cId="2745136983" sldId="309"/>
            <ac:spMk id="2" creationId="{81FC7D16-F5B5-8C20-6D61-37E5F4F9D7A2}"/>
          </ac:spMkLst>
        </pc:spChg>
        <pc:spChg chg="add mod">
          <ac:chgData name="Nguyen, Tien Long" userId="552c08b3-44b7-4414-8d59-80038a4f13a8" providerId="ADAL" clId="{C49FBE84-300D-41FC-896F-06EAF4F12778}" dt="2026-09-11T02:49:04.642" v="2292" actId="20577"/>
          <ac:spMkLst>
            <pc:docMk/>
            <pc:sldMk cId="2745136983" sldId="309"/>
            <ac:spMk id="3" creationId="{EBA38C83-893E-9D0C-AFCB-8B4441AE60F7}"/>
          </ac:spMkLst>
        </pc:spChg>
        <pc:spChg chg="add del mod">
          <ac:chgData name="Nguyen, Tien Long" userId="552c08b3-44b7-4414-8d59-80038a4f13a8" providerId="ADAL" clId="{C49FBE84-300D-41FC-896F-06EAF4F12778}" dt="2026-09-14T20:43:31.161" v="11126" actId="478"/>
          <ac:spMkLst>
            <pc:docMk/>
            <pc:sldMk cId="2745136983" sldId="309"/>
            <ac:spMk id="4" creationId="{C3F3FE25-EB92-0A22-F459-42B883CDD47B}"/>
          </ac:spMkLst>
        </pc:spChg>
        <pc:spChg chg="add mod">
          <ac:chgData name="Nguyen, Tien Long" userId="552c08b3-44b7-4414-8d59-80038a4f13a8" providerId="ADAL" clId="{C49FBE84-300D-41FC-896F-06EAF4F12778}" dt="2026-09-11T02:50:21.303" v="2440" actId="1076"/>
          <ac:spMkLst>
            <pc:docMk/>
            <pc:sldMk cId="2745136983" sldId="309"/>
            <ac:spMk id="5" creationId="{B0539357-B9F9-4AD5-C5C4-8B7E8A19C3C8}"/>
          </ac:spMkLst>
        </pc:spChg>
        <pc:spChg chg="add mod">
          <ac:chgData name="Nguyen, Tien Long" userId="552c08b3-44b7-4414-8d59-80038a4f13a8" providerId="ADAL" clId="{C49FBE84-300D-41FC-896F-06EAF4F12778}" dt="2026-09-11T02:51:08.177" v="2445" actId="1076"/>
          <ac:spMkLst>
            <pc:docMk/>
            <pc:sldMk cId="2745136983" sldId="309"/>
            <ac:spMk id="7" creationId="{9C396E5D-90E9-CFEB-46EE-4656DABB71C6}"/>
          </ac:spMkLst>
        </pc:spChg>
        <pc:spChg chg="add del mod">
          <ac:chgData name="Nguyen, Tien Long" userId="552c08b3-44b7-4414-8d59-80038a4f13a8" providerId="ADAL" clId="{C49FBE84-300D-41FC-896F-06EAF4F12778}" dt="2026-09-14T20:43:33.127" v="11127" actId="478"/>
          <ac:spMkLst>
            <pc:docMk/>
            <pc:sldMk cId="2745136983" sldId="309"/>
            <ac:spMk id="8" creationId="{CFDD9848-7042-7CED-EC11-1E8D184D1D40}"/>
          </ac:spMkLst>
        </pc:spChg>
        <pc:spChg chg="add del mod">
          <ac:chgData name="Nguyen, Tien Long" userId="552c08b3-44b7-4414-8d59-80038a4f13a8" providerId="ADAL" clId="{C49FBE84-300D-41FC-896F-06EAF4F12778}" dt="2026-09-14T20:43:37.560" v="11130" actId="478"/>
          <ac:spMkLst>
            <pc:docMk/>
            <pc:sldMk cId="2745136983" sldId="309"/>
            <ac:spMk id="9" creationId="{32E4299B-DE6F-7557-B4FA-A9CFA0C4D443}"/>
          </ac:spMkLst>
        </pc:spChg>
        <pc:spChg chg="add del mod">
          <ac:chgData name="Nguyen, Tien Long" userId="552c08b3-44b7-4414-8d59-80038a4f13a8" providerId="ADAL" clId="{C49FBE84-300D-41FC-896F-06EAF4F12778}" dt="2026-09-14T20:43:36.377" v="11129" actId="478"/>
          <ac:spMkLst>
            <pc:docMk/>
            <pc:sldMk cId="2745136983" sldId="309"/>
            <ac:spMk id="10" creationId="{9CD83D11-1EC6-8B95-B4B5-82E1DEA69E50}"/>
          </ac:spMkLst>
        </pc:spChg>
        <pc:spChg chg="add mod">
          <ac:chgData name="Nguyen, Tien Long" userId="552c08b3-44b7-4414-8d59-80038a4f13a8" providerId="ADAL" clId="{C49FBE84-300D-41FC-896F-06EAF4F12778}" dt="2026-09-11T02:48:25.051" v="2257"/>
          <ac:spMkLst>
            <pc:docMk/>
            <pc:sldMk cId="2745136983" sldId="309"/>
            <ac:spMk id="11" creationId="{D3669AC5-9461-40A0-2E03-B9567C44E816}"/>
          </ac:spMkLst>
        </pc:spChg>
        <pc:spChg chg="add mod">
          <ac:chgData name="Nguyen, Tien Long" userId="552c08b3-44b7-4414-8d59-80038a4f13a8" providerId="ADAL" clId="{C49FBE84-300D-41FC-896F-06EAF4F12778}" dt="2026-09-11T03:18:07.412" v="2865" actId="20577"/>
          <ac:spMkLst>
            <pc:docMk/>
            <pc:sldMk cId="2745136983" sldId="309"/>
            <ac:spMk id="13" creationId="{16B5A706-E9C0-9483-5DA1-A5682CA2A8F9}"/>
          </ac:spMkLst>
        </pc:spChg>
        <pc:spChg chg="add mod">
          <ac:chgData name="Nguyen, Tien Long" userId="552c08b3-44b7-4414-8d59-80038a4f13a8" providerId="ADAL" clId="{C49FBE84-300D-41FC-896F-06EAF4F12778}" dt="2026-09-11T02:54:28.452" v="2569" actId="1076"/>
          <ac:spMkLst>
            <pc:docMk/>
            <pc:sldMk cId="2745136983" sldId="309"/>
            <ac:spMk id="14" creationId="{4EE6A3CA-D2B8-63FE-5578-78B2DB4A904D}"/>
          </ac:spMkLst>
        </pc:spChg>
        <pc:spChg chg="add del mod">
          <ac:chgData name="Nguyen, Tien Long" userId="552c08b3-44b7-4414-8d59-80038a4f13a8" providerId="ADAL" clId="{C49FBE84-300D-41FC-896F-06EAF4F12778}" dt="2026-09-14T20:43:40.264" v="11132" actId="478"/>
          <ac:spMkLst>
            <pc:docMk/>
            <pc:sldMk cId="2745136983" sldId="309"/>
            <ac:spMk id="15" creationId="{76F16D5B-4E00-6023-2135-4150F759598E}"/>
          </ac:spMkLst>
        </pc:spChg>
      </pc:sldChg>
      <pc:sldChg chg="addSp delSp modSp add mod ord setBg">
        <pc:chgData name="Nguyen, Tien Long" userId="552c08b3-44b7-4414-8d59-80038a4f13a8" providerId="ADAL" clId="{C49FBE84-300D-41FC-896F-06EAF4F12778}" dt="2026-09-14T14:48:01.546" v="6193" actId="20577"/>
        <pc:sldMkLst>
          <pc:docMk/>
          <pc:sldMk cId="1815220819" sldId="312"/>
        </pc:sldMkLst>
        <pc:spChg chg="mod">
          <ac:chgData name="Nguyen, Tien Long" userId="552c08b3-44b7-4414-8d59-80038a4f13a8" providerId="ADAL" clId="{C49FBE84-300D-41FC-896F-06EAF4F12778}" dt="2026-09-14T14:48:01.546" v="6193" actId="20577"/>
          <ac:spMkLst>
            <pc:docMk/>
            <pc:sldMk cId="1815220819" sldId="312"/>
            <ac:spMk id="18" creationId="{2E0DF312-7B12-DF90-F2D3-F3A8891EBA85}"/>
          </ac:spMkLst>
        </pc:spChg>
        <pc:spChg chg="mod">
          <ac:chgData name="Nguyen, Tien Long" userId="552c08b3-44b7-4414-8d59-80038a4f13a8" providerId="ADAL" clId="{C49FBE84-300D-41FC-896F-06EAF4F12778}" dt="2026-09-11T03:29:14.621" v="3271" actId="1076"/>
          <ac:spMkLst>
            <pc:docMk/>
            <pc:sldMk cId="1815220819" sldId="312"/>
            <ac:spMk id="19" creationId="{16456546-618E-7878-8506-1E1E92237DD4}"/>
          </ac:spMkLst>
        </pc:spChg>
      </pc:sldChg>
      <pc:sldChg chg="addSp delSp modSp add mod addAnim delAnim modAnim">
        <pc:chgData name="Nguyen, Tien Long" userId="552c08b3-44b7-4414-8d59-80038a4f13a8" providerId="ADAL" clId="{C49FBE84-300D-41FC-896F-06EAF4F12778}" dt="2026-09-14T20:04:31.547" v="10486" actId="207"/>
        <pc:sldMkLst>
          <pc:docMk/>
          <pc:sldMk cId="4151415901" sldId="313"/>
        </pc:sldMkLst>
        <pc:spChg chg="mod">
          <ac:chgData name="Nguyen, Tien Long" userId="552c08b3-44b7-4414-8d59-80038a4f13a8" providerId="ADAL" clId="{C49FBE84-300D-41FC-896F-06EAF4F12778}" dt="2026-09-14T02:35:46.104" v="4492" actId="20577"/>
          <ac:spMkLst>
            <pc:docMk/>
            <pc:sldMk cId="4151415901" sldId="313"/>
            <ac:spMk id="2" creationId="{9F6D692E-4A7E-54DF-BCC0-12517C1DC1CD}"/>
          </ac:spMkLst>
        </pc:spChg>
        <pc:spChg chg="add mod">
          <ac:chgData name="Nguyen, Tien Long" userId="552c08b3-44b7-4414-8d59-80038a4f13a8" providerId="ADAL" clId="{C49FBE84-300D-41FC-896F-06EAF4F12778}" dt="2026-09-13T22:30:15.839" v="3508" actId="1076"/>
          <ac:spMkLst>
            <pc:docMk/>
            <pc:sldMk cId="4151415901" sldId="313"/>
            <ac:spMk id="6" creationId="{C99161EE-766F-B944-BAD0-7F0DDB9991D3}"/>
          </ac:spMkLst>
        </pc:spChg>
        <pc:spChg chg="add mod">
          <ac:chgData name="Nguyen, Tien Long" userId="552c08b3-44b7-4414-8d59-80038a4f13a8" providerId="ADAL" clId="{C49FBE84-300D-41FC-896F-06EAF4F12778}" dt="2026-09-13T22:30:15.839" v="3508" actId="1076"/>
          <ac:spMkLst>
            <pc:docMk/>
            <pc:sldMk cId="4151415901" sldId="313"/>
            <ac:spMk id="12" creationId="{D842C4B8-509C-5D4C-33AC-BE73B28A2D5F}"/>
          </ac:spMkLst>
        </pc:spChg>
        <pc:spChg chg="add mod">
          <ac:chgData name="Nguyen, Tien Long" userId="552c08b3-44b7-4414-8d59-80038a4f13a8" providerId="ADAL" clId="{C49FBE84-300D-41FC-896F-06EAF4F12778}" dt="2026-09-13T22:30:15.839" v="3508" actId="1076"/>
          <ac:spMkLst>
            <pc:docMk/>
            <pc:sldMk cId="4151415901" sldId="313"/>
            <ac:spMk id="16" creationId="{5E2ADD1D-3B99-01CF-457F-AE9E8202E302}"/>
          </ac:spMkLst>
        </pc:spChg>
        <pc:spChg chg="add mod">
          <ac:chgData name="Nguyen, Tien Long" userId="552c08b3-44b7-4414-8d59-80038a4f13a8" providerId="ADAL" clId="{C49FBE84-300D-41FC-896F-06EAF4F12778}" dt="2026-09-13T22:30:15.839" v="3508" actId="1076"/>
          <ac:spMkLst>
            <pc:docMk/>
            <pc:sldMk cId="4151415901" sldId="313"/>
            <ac:spMk id="17" creationId="{818F5B89-B948-2661-84B5-D1CBB18B23EC}"/>
          </ac:spMkLst>
        </pc:spChg>
        <pc:spChg chg="add mod">
          <ac:chgData name="Nguyen, Tien Long" userId="552c08b3-44b7-4414-8d59-80038a4f13a8" providerId="ADAL" clId="{C49FBE84-300D-41FC-896F-06EAF4F12778}" dt="2026-09-14T20:04:17.385" v="10484" actId="207"/>
          <ac:spMkLst>
            <pc:docMk/>
            <pc:sldMk cId="4151415901" sldId="313"/>
            <ac:spMk id="18" creationId="{ED7237A0-F2CA-6530-1FD4-8A467C6DDC3A}"/>
          </ac:spMkLst>
        </pc:spChg>
        <pc:spChg chg="add mod">
          <ac:chgData name="Nguyen, Tien Long" userId="552c08b3-44b7-4414-8d59-80038a4f13a8" providerId="ADAL" clId="{C49FBE84-300D-41FC-896F-06EAF4F12778}" dt="2026-09-14T20:04:31.547" v="10486" actId="207"/>
          <ac:spMkLst>
            <pc:docMk/>
            <pc:sldMk cId="4151415901" sldId="313"/>
            <ac:spMk id="19" creationId="{F02995EA-3FE8-F253-3A2C-1761C21684D7}"/>
          </ac:spMkLst>
        </pc:spChg>
        <pc:spChg chg="add mod">
          <ac:chgData name="Nguyen, Tien Long" userId="552c08b3-44b7-4414-8d59-80038a4f13a8" providerId="ADAL" clId="{C49FBE84-300D-41FC-896F-06EAF4F12778}" dt="2026-09-13T22:30:15.839" v="3508" actId="1076"/>
          <ac:spMkLst>
            <pc:docMk/>
            <pc:sldMk cId="4151415901" sldId="313"/>
            <ac:spMk id="20" creationId="{D07F6B4F-E8E6-20EF-9C4E-97A0E21948D4}"/>
          </ac:spMkLst>
        </pc:spChg>
        <pc:spChg chg="add mod">
          <ac:chgData name="Nguyen, Tien Long" userId="552c08b3-44b7-4414-8d59-80038a4f13a8" providerId="ADAL" clId="{C49FBE84-300D-41FC-896F-06EAF4F12778}" dt="2026-09-13T22:30:15.839" v="3508" actId="1076"/>
          <ac:spMkLst>
            <pc:docMk/>
            <pc:sldMk cId="4151415901" sldId="313"/>
            <ac:spMk id="21" creationId="{FC11C3BC-3DE0-D9A3-1B52-D351C351AAE1}"/>
          </ac:spMkLst>
        </pc:spChg>
        <pc:spChg chg="add mod">
          <ac:chgData name="Nguyen, Tien Long" userId="552c08b3-44b7-4414-8d59-80038a4f13a8" providerId="ADAL" clId="{C49FBE84-300D-41FC-896F-06EAF4F12778}" dt="2026-09-13T22:30:15.839" v="3508" actId="1076"/>
          <ac:spMkLst>
            <pc:docMk/>
            <pc:sldMk cId="4151415901" sldId="313"/>
            <ac:spMk id="22" creationId="{D516865C-7285-2191-2AA1-0669A5727E25}"/>
          </ac:spMkLst>
        </pc:spChg>
        <pc:spChg chg="add mod">
          <ac:chgData name="Nguyen, Tien Long" userId="552c08b3-44b7-4414-8d59-80038a4f13a8" providerId="ADAL" clId="{C49FBE84-300D-41FC-896F-06EAF4F12778}" dt="2026-09-13T22:30:15.839" v="3508" actId="1076"/>
          <ac:spMkLst>
            <pc:docMk/>
            <pc:sldMk cId="4151415901" sldId="313"/>
            <ac:spMk id="23" creationId="{7CB012C2-DB8E-1D0B-9425-0CDF03A53D32}"/>
          </ac:spMkLst>
        </pc:spChg>
        <pc:spChg chg="add mod">
          <ac:chgData name="Nguyen, Tien Long" userId="552c08b3-44b7-4414-8d59-80038a4f13a8" providerId="ADAL" clId="{C49FBE84-300D-41FC-896F-06EAF4F12778}" dt="2026-09-14T19:46:54.811" v="10381" actId="1076"/>
          <ac:spMkLst>
            <pc:docMk/>
            <pc:sldMk cId="4151415901" sldId="313"/>
            <ac:spMk id="26" creationId="{FE05B207-36BC-5B51-8283-EBA195366F02}"/>
          </ac:spMkLst>
        </pc:spChg>
      </pc:sldChg>
      <pc:sldChg chg="addSp delSp modSp add mod delAnim modAnim">
        <pc:chgData name="Nguyen, Tien Long" userId="552c08b3-44b7-4414-8d59-80038a4f13a8" providerId="ADAL" clId="{C49FBE84-300D-41FC-896F-06EAF4F12778}" dt="2026-09-14T02:35:36.601" v="4488" actId="20577"/>
        <pc:sldMkLst>
          <pc:docMk/>
          <pc:sldMk cId="2292930237" sldId="314"/>
        </pc:sldMkLst>
        <pc:spChg chg="mod">
          <ac:chgData name="Nguyen, Tien Long" userId="552c08b3-44b7-4414-8d59-80038a4f13a8" providerId="ADAL" clId="{C49FBE84-300D-41FC-896F-06EAF4F12778}" dt="2026-09-14T02:35:36.601" v="4488" actId="20577"/>
          <ac:spMkLst>
            <pc:docMk/>
            <pc:sldMk cId="2292930237" sldId="314"/>
            <ac:spMk id="2" creationId="{15C57B99-8C0A-9CB1-A5AB-D342AC741781}"/>
          </ac:spMkLst>
        </pc:spChg>
        <pc:spChg chg="mod">
          <ac:chgData name="Nguyen, Tien Long" userId="552c08b3-44b7-4414-8d59-80038a4f13a8" providerId="ADAL" clId="{C49FBE84-300D-41FC-896F-06EAF4F12778}" dt="2026-09-13T22:48:19.337" v="3757" actId="207"/>
          <ac:spMkLst>
            <pc:docMk/>
            <pc:sldMk cId="2292930237" sldId="314"/>
            <ac:spMk id="13" creationId="{B578919B-8647-1EBD-0D75-DA6D88325806}"/>
          </ac:spMkLst>
        </pc:spChg>
        <pc:spChg chg="mod">
          <ac:chgData name="Nguyen, Tien Long" userId="552c08b3-44b7-4414-8d59-80038a4f13a8" providerId="ADAL" clId="{C49FBE84-300D-41FC-896F-06EAF4F12778}" dt="2026-09-13T22:48:19.337" v="3757" actId="207"/>
          <ac:spMkLst>
            <pc:docMk/>
            <pc:sldMk cId="2292930237" sldId="314"/>
            <ac:spMk id="25" creationId="{688464B7-1627-080F-7751-BA6D8A9C558E}"/>
          </ac:spMkLst>
        </pc:spChg>
        <pc:spChg chg="mod">
          <ac:chgData name="Nguyen, Tien Long" userId="552c08b3-44b7-4414-8d59-80038a4f13a8" providerId="ADAL" clId="{C49FBE84-300D-41FC-896F-06EAF4F12778}" dt="2026-09-13T22:48:19.337" v="3757" actId="207"/>
          <ac:spMkLst>
            <pc:docMk/>
            <pc:sldMk cId="2292930237" sldId="314"/>
            <ac:spMk id="28" creationId="{DDB84675-DE13-0E9E-163A-E1E08BC418ED}"/>
          </ac:spMkLst>
        </pc:spChg>
        <pc:spChg chg="mod">
          <ac:chgData name="Nguyen, Tien Long" userId="552c08b3-44b7-4414-8d59-80038a4f13a8" providerId="ADAL" clId="{C49FBE84-300D-41FC-896F-06EAF4F12778}" dt="2026-09-13T22:48:21.721" v="3759" actId="207"/>
          <ac:spMkLst>
            <pc:docMk/>
            <pc:sldMk cId="2292930237" sldId="314"/>
            <ac:spMk id="29" creationId="{0CA9CE7A-5DEA-790C-05A4-019F276F118F}"/>
          </ac:spMkLst>
        </pc:spChg>
        <pc:spChg chg="mod">
          <ac:chgData name="Nguyen, Tien Long" userId="552c08b3-44b7-4414-8d59-80038a4f13a8" providerId="ADAL" clId="{C49FBE84-300D-41FC-896F-06EAF4F12778}" dt="2026-09-13T22:48:19.337" v="3757" actId="207"/>
          <ac:spMkLst>
            <pc:docMk/>
            <pc:sldMk cId="2292930237" sldId="314"/>
            <ac:spMk id="35" creationId="{B8565C4E-03CD-E84D-8155-D0EEBC169E70}"/>
          </ac:spMkLst>
        </pc:spChg>
        <pc:spChg chg="add mod">
          <ac:chgData name="Nguyen, Tien Long" userId="552c08b3-44b7-4414-8d59-80038a4f13a8" providerId="ADAL" clId="{C49FBE84-300D-41FC-896F-06EAF4F12778}" dt="2026-09-13T22:46:24.132" v="3749" actId="1076"/>
          <ac:spMkLst>
            <pc:docMk/>
            <pc:sldMk cId="2292930237" sldId="314"/>
            <ac:spMk id="37" creationId="{C57DA4C9-6E99-1F63-45D4-7FCB085FFCE7}"/>
          </ac:spMkLst>
        </pc:spChg>
        <pc:spChg chg="mod">
          <ac:chgData name="Nguyen, Tien Long" userId="552c08b3-44b7-4414-8d59-80038a4f13a8" providerId="ADAL" clId="{C49FBE84-300D-41FC-896F-06EAF4F12778}" dt="2026-09-13T22:46:15.673" v="3748"/>
          <ac:spMkLst>
            <pc:docMk/>
            <pc:sldMk cId="2292930237" sldId="314"/>
            <ac:spMk id="65" creationId="{DC0D269B-E76C-5268-3F2F-E5B91E13D7A8}"/>
          </ac:spMkLst>
        </pc:spChg>
        <pc:spChg chg="mod">
          <ac:chgData name="Nguyen, Tien Long" userId="552c08b3-44b7-4414-8d59-80038a4f13a8" providerId="ADAL" clId="{C49FBE84-300D-41FC-896F-06EAF4F12778}" dt="2026-09-13T22:46:15.673" v="3748"/>
          <ac:spMkLst>
            <pc:docMk/>
            <pc:sldMk cId="2292930237" sldId="314"/>
            <ac:spMk id="73" creationId="{A5D62626-4C67-48A8-31E2-A5BC95DB16CA}"/>
          </ac:spMkLst>
        </pc:spChg>
        <pc:spChg chg="mod">
          <ac:chgData name="Nguyen, Tien Long" userId="552c08b3-44b7-4414-8d59-80038a4f13a8" providerId="ADAL" clId="{C49FBE84-300D-41FC-896F-06EAF4F12778}" dt="2026-09-13T22:46:15.673" v="3748"/>
          <ac:spMkLst>
            <pc:docMk/>
            <pc:sldMk cId="2292930237" sldId="314"/>
            <ac:spMk id="76" creationId="{0EDA3684-EDB8-B6FB-5564-F3C976BA1CB7}"/>
          </ac:spMkLst>
        </pc:spChg>
        <pc:spChg chg="mod">
          <ac:chgData name="Nguyen, Tien Long" userId="552c08b3-44b7-4414-8d59-80038a4f13a8" providerId="ADAL" clId="{C49FBE84-300D-41FC-896F-06EAF4F12778}" dt="2026-09-13T22:46:15.673" v="3748"/>
          <ac:spMkLst>
            <pc:docMk/>
            <pc:sldMk cId="2292930237" sldId="314"/>
            <ac:spMk id="80" creationId="{BDF23238-889E-B213-F2C8-E83322BE4495}"/>
          </ac:spMkLst>
        </pc:spChg>
        <pc:spChg chg="mod">
          <ac:chgData name="Nguyen, Tien Long" userId="552c08b3-44b7-4414-8d59-80038a4f13a8" providerId="ADAL" clId="{C49FBE84-300D-41FC-896F-06EAF4F12778}" dt="2026-09-13T22:46:24.132" v="3749" actId="1076"/>
          <ac:spMkLst>
            <pc:docMk/>
            <pc:sldMk cId="2292930237" sldId="314"/>
            <ac:spMk id="89" creationId="{2745E35E-B69B-65CF-87D7-E2D44C6DF10F}"/>
          </ac:spMkLst>
        </pc:spChg>
        <pc:spChg chg="mod">
          <ac:chgData name="Nguyen, Tien Long" userId="552c08b3-44b7-4414-8d59-80038a4f13a8" providerId="ADAL" clId="{C49FBE84-300D-41FC-896F-06EAF4F12778}" dt="2026-09-13T22:46:24.132" v="3749" actId="1076"/>
          <ac:spMkLst>
            <pc:docMk/>
            <pc:sldMk cId="2292930237" sldId="314"/>
            <ac:spMk id="90" creationId="{20DA6C66-3827-BBB7-EA06-EDFC7AB2CC8C}"/>
          </ac:spMkLst>
        </pc:spChg>
        <pc:spChg chg="add mod">
          <ac:chgData name="Nguyen, Tien Long" userId="552c08b3-44b7-4414-8d59-80038a4f13a8" providerId="ADAL" clId="{C49FBE84-300D-41FC-896F-06EAF4F12778}" dt="2026-09-13T22:46:15.673" v="3748"/>
          <ac:spMkLst>
            <pc:docMk/>
            <pc:sldMk cId="2292930237" sldId="314"/>
            <ac:spMk id="91" creationId="{F7E333B4-0944-0B0F-F3ED-30203B825553}"/>
          </ac:spMkLst>
        </pc:spChg>
        <pc:spChg chg="mod">
          <ac:chgData name="Nguyen, Tien Long" userId="552c08b3-44b7-4414-8d59-80038a4f13a8" providerId="ADAL" clId="{C49FBE84-300D-41FC-896F-06EAF4F12778}" dt="2026-09-13T22:46:24.132" v="3749" actId="1076"/>
          <ac:spMkLst>
            <pc:docMk/>
            <pc:sldMk cId="2292930237" sldId="314"/>
            <ac:spMk id="92" creationId="{88110D67-7743-C011-8C58-FE585267B880}"/>
          </ac:spMkLst>
        </pc:spChg>
        <pc:spChg chg="mod">
          <ac:chgData name="Nguyen, Tien Long" userId="552c08b3-44b7-4414-8d59-80038a4f13a8" providerId="ADAL" clId="{C49FBE84-300D-41FC-896F-06EAF4F12778}" dt="2026-09-13T22:46:24.132" v="3749" actId="1076"/>
          <ac:spMkLst>
            <pc:docMk/>
            <pc:sldMk cId="2292930237" sldId="314"/>
            <ac:spMk id="93" creationId="{33D933C0-FFA8-5E01-27AE-19D1F207E052}"/>
          </ac:spMkLst>
        </pc:spChg>
        <pc:spChg chg="mod">
          <ac:chgData name="Nguyen, Tien Long" userId="552c08b3-44b7-4414-8d59-80038a4f13a8" providerId="ADAL" clId="{C49FBE84-300D-41FC-896F-06EAF4F12778}" dt="2026-09-13T22:46:24.132" v="3749" actId="1076"/>
          <ac:spMkLst>
            <pc:docMk/>
            <pc:sldMk cId="2292930237" sldId="314"/>
            <ac:spMk id="94" creationId="{8B603A08-E60C-3F2D-4E4E-C08E1CC3D5EB}"/>
          </ac:spMkLst>
        </pc:spChg>
        <pc:spChg chg="mod">
          <ac:chgData name="Nguyen, Tien Long" userId="552c08b3-44b7-4414-8d59-80038a4f13a8" providerId="ADAL" clId="{C49FBE84-300D-41FC-896F-06EAF4F12778}" dt="2026-09-13T22:46:24.132" v="3749" actId="1076"/>
          <ac:spMkLst>
            <pc:docMk/>
            <pc:sldMk cId="2292930237" sldId="314"/>
            <ac:spMk id="95" creationId="{9FD6160B-B257-EDCD-2F46-C9FC173A75A9}"/>
          </ac:spMkLst>
        </pc:spChg>
        <pc:spChg chg="mod">
          <ac:chgData name="Nguyen, Tien Long" userId="552c08b3-44b7-4414-8d59-80038a4f13a8" providerId="ADAL" clId="{C49FBE84-300D-41FC-896F-06EAF4F12778}" dt="2026-09-13T22:46:24.132" v="3749" actId="1076"/>
          <ac:spMkLst>
            <pc:docMk/>
            <pc:sldMk cId="2292930237" sldId="314"/>
            <ac:spMk id="97" creationId="{60F6CA19-E7A0-7D1E-2AEA-C17AFA0D3690}"/>
          </ac:spMkLst>
        </pc:spChg>
        <pc:spChg chg="mod">
          <ac:chgData name="Nguyen, Tien Long" userId="552c08b3-44b7-4414-8d59-80038a4f13a8" providerId="ADAL" clId="{C49FBE84-300D-41FC-896F-06EAF4F12778}" dt="2026-09-13T22:46:24.132" v="3749" actId="1076"/>
          <ac:spMkLst>
            <pc:docMk/>
            <pc:sldMk cId="2292930237" sldId="314"/>
            <ac:spMk id="98" creationId="{1473B2FE-BDF0-6E8E-D9C3-CC5D9B73E9FF}"/>
          </ac:spMkLst>
        </pc:spChg>
        <pc:spChg chg="add mod">
          <ac:chgData name="Nguyen, Tien Long" userId="552c08b3-44b7-4414-8d59-80038a4f13a8" providerId="ADAL" clId="{C49FBE84-300D-41FC-896F-06EAF4F12778}" dt="2026-09-13T22:46:15.673" v="3748"/>
          <ac:spMkLst>
            <pc:docMk/>
            <pc:sldMk cId="2292930237" sldId="314"/>
            <ac:spMk id="99" creationId="{2761FAC5-CE92-08D1-CABF-DA341CD23360}"/>
          </ac:spMkLst>
        </pc:spChg>
        <pc:spChg chg="mod">
          <ac:chgData name="Nguyen, Tien Long" userId="552c08b3-44b7-4414-8d59-80038a4f13a8" providerId="ADAL" clId="{C49FBE84-300D-41FC-896F-06EAF4F12778}" dt="2026-09-13T22:46:15.673" v="3748"/>
          <ac:spMkLst>
            <pc:docMk/>
            <pc:sldMk cId="2292930237" sldId="314"/>
            <ac:spMk id="107" creationId="{C621307E-A23F-DD37-D24A-7753DDCD415B}"/>
          </ac:spMkLst>
        </pc:spChg>
        <pc:spChg chg="mod">
          <ac:chgData name="Nguyen, Tien Long" userId="552c08b3-44b7-4414-8d59-80038a4f13a8" providerId="ADAL" clId="{C49FBE84-300D-41FC-896F-06EAF4F12778}" dt="2026-09-13T22:46:15.673" v="3748"/>
          <ac:spMkLst>
            <pc:docMk/>
            <pc:sldMk cId="2292930237" sldId="314"/>
            <ac:spMk id="113" creationId="{0CF62807-0328-55FF-BB62-294A4AAE84B9}"/>
          </ac:spMkLst>
        </pc:spChg>
        <pc:spChg chg="mod">
          <ac:chgData name="Nguyen, Tien Long" userId="552c08b3-44b7-4414-8d59-80038a4f13a8" providerId="ADAL" clId="{C49FBE84-300D-41FC-896F-06EAF4F12778}" dt="2026-09-13T22:46:15.673" v="3748"/>
          <ac:spMkLst>
            <pc:docMk/>
            <pc:sldMk cId="2292930237" sldId="314"/>
            <ac:spMk id="116" creationId="{AFFAD883-3440-F46D-5E7C-92CC86575F47}"/>
          </ac:spMkLst>
        </pc:spChg>
        <pc:spChg chg="add mod">
          <ac:chgData name="Nguyen, Tien Long" userId="552c08b3-44b7-4414-8d59-80038a4f13a8" providerId="ADAL" clId="{C49FBE84-300D-41FC-896F-06EAF4F12778}" dt="2026-09-13T22:49:22.095" v="3767" actId="1076"/>
          <ac:spMkLst>
            <pc:docMk/>
            <pc:sldMk cId="2292930237" sldId="314"/>
            <ac:spMk id="143" creationId="{CFCC5976-94BD-3101-7633-56BDB4A40299}"/>
          </ac:spMkLst>
        </pc:spChg>
      </pc:sldChg>
      <pc:sldChg chg="addSp delSp modSp add mod modAnim">
        <pc:chgData name="Nguyen, Tien Long" userId="552c08b3-44b7-4414-8d59-80038a4f13a8" providerId="ADAL" clId="{C49FBE84-300D-41FC-896F-06EAF4F12778}" dt="2026-09-14T19:52:39.579" v="10388" actId="207"/>
        <pc:sldMkLst>
          <pc:docMk/>
          <pc:sldMk cId="198825515" sldId="315"/>
        </pc:sldMkLst>
        <pc:spChg chg="mod">
          <ac:chgData name="Nguyen, Tien Long" userId="552c08b3-44b7-4414-8d59-80038a4f13a8" providerId="ADAL" clId="{C49FBE84-300D-41FC-896F-06EAF4F12778}" dt="2026-09-14T02:35:19.007" v="4478" actId="20577"/>
          <ac:spMkLst>
            <pc:docMk/>
            <pc:sldMk cId="198825515" sldId="315"/>
            <ac:spMk id="2" creationId="{DBCF7A0E-0D49-A311-ACE0-124A078FAEC8}"/>
          </ac:spMkLst>
        </pc:spChg>
        <pc:spChg chg="add mod">
          <ac:chgData name="Nguyen, Tien Long" userId="552c08b3-44b7-4414-8d59-80038a4f13a8" providerId="ADAL" clId="{C49FBE84-300D-41FC-896F-06EAF4F12778}" dt="2026-09-14T19:52:39.579" v="10388" actId="207"/>
          <ac:spMkLst>
            <pc:docMk/>
            <pc:sldMk cId="198825515" sldId="315"/>
            <ac:spMk id="3" creationId="{6A852C67-3DB9-6202-73C4-4452033C388C}"/>
          </ac:spMkLst>
        </pc:spChg>
        <pc:spChg chg="mod">
          <ac:chgData name="Nguyen, Tien Long" userId="552c08b3-44b7-4414-8d59-80038a4f13a8" providerId="ADAL" clId="{C49FBE84-300D-41FC-896F-06EAF4F12778}" dt="2026-09-13T23:24:44.261" v="4284" actId="1076"/>
          <ac:spMkLst>
            <pc:docMk/>
            <pc:sldMk cId="198825515" sldId="315"/>
            <ac:spMk id="4" creationId="{36DB4745-9959-7496-44E4-13574B135572}"/>
          </ac:spMkLst>
        </pc:spChg>
        <pc:spChg chg="mod">
          <ac:chgData name="Nguyen, Tien Long" userId="552c08b3-44b7-4414-8d59-80038a4f13a8" providerId="ADAL" clId="{C49FBE84-300D-41FC-896F-06EAF4F12778}" dt="2026-09-13T23:26:03.161" v="4293" actId="1076"/>
          <ac:spMkLst>
            <pc:docMk/>
            <pc:sldMk cId="198825515" sldId="315"/>
            <ac:spMk id="5" creationId="{8912FDE7-7676-60A0-905C-EC8EFE63AF21}"/>
          </ac:spMkLst>
        </pc:spChg>
        <pc:spChg chg="add mod">
          <ac:chgData name="Nguyen, Tien Long" userId="552c08b3-44b7-4414-8d59-80038a4f13a8" providerId="ADAL" clId="{C49FBE84-300D-41FC-896F-06EAF4F12778}" dt="2026-09-14T19:52:35.709" v="10387" actId="207"/>
          <ac:spMkLst>
            <pc:docMk/>
            <pc:sldMk cId="198825515" sldId="315"/>
            <ac:spMk id="6" creationId="{42C239FE-5300-9994-3943-D9B471C94B46}"/>
          </ac:spMkLst>
        </pc:spChg>
        <pc:spChg chg="mod">
          <ac:chgData name="Nguyen, Tien Long" userId="552c08b3-44b7-4414-8d59-80038a4f13a8" providerId="ADAL" clId="{C49FBE84-300D-41FC-896F-06EAF4F12778}" dt="2026-09-13T23:31:10.222" v="4364" actId="1076"/>
          <ac:spMkLst>
            <pc:docMk/>
            <pc:sldMk cId="198825515" sldId="315"/>
            <ac:spMk id="7" creationId="{170B2802-9821-86C3-1162-865686F9DBF8}"/>
          </ac:spMkLst>
        </pc:spChg>
        <pc:spChg chg="add mod">
          <ac:chgData name="Nguyen, Tien Long" userId="552c08b3-44b7-4414-8d59-80038a4f13a8" providerId="ADAL" clId="{C49FBE84-300D-41FC-896F-06EAF4F12778}" dt="2026-09-13T23:24:21.210" v="4278" actId="1076"/>
          <ac:spMkLst>
            <pc:docMk/>
            <pc:sldMk cId="198825515" sldId="315"/>
            <ac:spMk id="8" creationId="{FDF81F3F-1E14-FFB0-BCC1-482B4A4AD621}"/>
          </ac:spMkLst>
        </pc:spChg>
        <pc:spChg chg="add mod ord">
          <ac:chgData name="Nguyen, Tien Long" userId="552c08b3-44b7-4414-8d59-80038a4f13a8" providerId="ADAL" clId="{C49FBE84-300D-41FC-896F-06EAF4F12778}" dt="2026-09-13T23:25:25.246" v="4287" actId="164"/>
          <ac:spMkLst>
            <pc:docMk/>
            <pc:sldMk cId="198825515" sldId="315"/>
            <ac:spMk id="9" creationId="{4C7C7ABF-666B-8EE9-9E0A-04D515FB6D2A}"/>
          </ac:spMkLst>
        </pc:spChg>
        <pc:spChg chg="add mod ord">
          <ac:chgData name="Nguyen, Tien Long" userId="552c08b3-44b7-4414-8d59-80038a4f13a8" providerId="ADAL" clId="{C49FBE84-300D-41FC-896F-06EAF4F12778}" dt="2026-09-13T23:25:17.097" v="4285" actId="164"/>
          <ac:spMkLst>
            <pc:docMk/>
            <pc:sldMk cId="198825515" sldId="315"/>
            <ac:spMk id="10" creationId="{23A5335C-D167-A8A9-16AC-06793221310B}"/>
          </ac:spMkLst>
        </pc:spChg>
        <pc:spChg chg="add mod">
          <ac:chgData name="Nguyen, Tien Long" userId="552c08b3-44b7-4414-8d59-80038a4f13a8" providerId="ADAL" clId="{C49FBE84-300D-41FC-896F-06EAF4F12778}" dt="2026-09-13T23:28:42.915" v="4333" actId="207"/>
          <ac:spMkLst>
            <pc:docMk/>
            <pc:sldMk cId="198825515" sldId="315"/>
            <ac:spMk id="13" creationId="{6E7685E7-2F08-F182-2F65-84BBEBF79E21}"/>
          </ac:spMkLst>
        </pc:spChg>
        <pc:spChg chg="add mod">
          <ac:chgData name="Nguyen, Tien Long" userId="552c08b3-44b7-4414-8d59-80038a4f13a8" providerId="ADAL" clId="{C49FBE84-300D-41FC-896F-06EAF4F12778}" dt="2026-09-13T23:31:14.783" v="4365" actId="164"/>
          <ac:spMkLst>
            <pc:docMk/>
            <pc:sldMk cId="198825515" sldId="315"/>
            <ac:spMk id="14" creationId="{92E8A921-1BCE-B415-B864-C1F3D9FA0B9B}"/>
          </ac:spMkLst>
        </pc:spChg>
        <pc:spChg chg="add mod">
          <ac:chgData name="Nguyen, Tien Long" userId="552c08b3-44b7-4414-8d59-80038a4f13a8" providerId="ADAL" clId="{C49FBE84-300D-41FC-896F-06EAF4F12778}" dt="2026-09-13T23:31:14.783" v="4365" actId="164"/>
          <ac:spMkLst>
            <pc:docMk/>
            <pc:sldMk cId="198825515" sldId="315"/>
            <ac:spMk id="16" creationId="{216E0DA3-49EF-093F-DE1A-D15E6AFAAD7C}"/>
          </ac:spMkLst>
        </pc:spChg>
        <pc:grpChg chg="add mod">
          <ac:chgData name="Nguyen, Tien Long" userId="552c08b3-44b7-4414-8d59-80038a4f13a8" providerId="ADAL" clId="{C49FBE84-300D-41FC-896F-06EAF4F12778}" dt="2026-09-13T23:25:19.922" v="4286" actId="1076"/>
          <ac:grpSpMkLst>
            <pc:docMk/>
            <pc:sldMk cId="198825515" sldId="315"/>
            <ac:grpSpMk id="11" creationId="{372CD370-AC92-238F-D59A-55D1AEBBB426}"/>
          </ac:grpSpMkLst>
        </pc:grpChg>
        <pc:grpChg chg="add mod">
          <ac:chgData name="Nguyen, Tien Long" userId="552c08b3-44b7-4414-8d59-80038a4f13a8" providerId="ADAL" clId="{C49FBE84-300D-41FC-896F-06EAF4F12778}" dt="2026-09-13T23:26:16.344" v="4295" actId="1076"/>
          <ac:grpSpMkLst>
            <pc:docMk/>
            <pc:sldMk cId="198825515" sldId="315"/>
            <ac:grpSpMk id="12" creationId="{F33918B2-0B6E-F933-E3F6-277DC419871C}"/>
          </ac:grpSpMkLst>
        </pc:grpChg>
        <pc:grpChg chg="add mod">
          <ac:chgData name="Nguyen, Tien Long" userId="552c08b3-44b7-4414-8d59-80038a4f13a8" providerId="ADAL" clId="{C49FBE84-300D-41FC-896F-06EAF4F12778}" dt="2026-09-13T23:31:14.783" v="4365" actId="164"/>
          <ac:grpSpMkLst>
            <pc:docMk/>
            <pc:sldMk cId="198825515" sldId="315"/>
            <ac:grpSpMk id="17" creationId="{54BB6BBA-DDF5-05F5-0050-E94B19DF08C9}"/>
          </ac:grpSpMkLst>
        </pc:grpChg>
      </pc:sldChg>
      <pc:sldChg chg="addSp delSp modSp add mod delAnim modAnim">
        <pc:chgData name="Nguyen, Tien Long" userId="552c08b3-44b7-4414-8d59-80038a4f13a8" providerId="ADAL" clId="{C49FBE84-300D-41FC-896F-06EAF4F12778}" dt="2026-09-14T19:51:52.297" v="10384" actId="207"/>
        <pc:sldMkLst>
          <pc:docMk/>
          <pc:sldMk cId="2663071009" sldId="316"/>
        </pc:sldMkLst>
        <pc:spChg chg="mod">
          <ac:chgData name="Nguyen, Tien Long" userId="552c08b3-44b7-4414-8d59-80038a4f13a8" providerId="ADAL" clId="{C49FBE84-300D-41FC-896F-06EAF4F12778}" dt="2026-09-14T02:35:40.526" v="4490" actId="20577"/>
          <ac:spMkLst>
            <pc:docMk/>
            <pc:sldMk cId="2663071009" sldId="316"/>
            <ac:spMk id="2" creationId="{2C79D4AD-3F08-1BC3-D804-886AA885574F}"/>
          </ac:spMkLst>
        </pc:spChg>
        <pc:spChg chg="mod">
          <ac:chgData name="Nguyen, Tien Long" userId="552c08b3-44b7-4414-8d59-80038a4f13a8" providerId="ADAL" clId="{C49FBE84-300D-41FC-896F-06EAF4F12778}" dt="2026-09-13T22:53:07.203" v="3804"/>
          <ac:spMkLst>
            <pc:docMk/>
            <pc:sldMk cId="2663071009" sldId="316"/>
            <ac:spMk id="212" creationId="{72008079-CE85-77E1-3179-6C000EFB6BC7}"/>
          </ac:spMkLst>
        </pc:spChg>
        <pc:spChg chg="mod">
          <ac:chgData name="Nguyen, Tien Long" userId="552c08b3-44b7-4414-8d59-80038a4f13a8" providerId="ADAL" clId="{C49FBE84-300D-41FC-896F-06EAF4F12778}" dt="2026-09-13T22:53:07.203" v="3804"/>
          <ac:spMkLst>
            <pc:docMk/>
            <pc:sldMk cId="2663071009" sldId="316"/>
            <ac:spMk id="213" creationId="{AC6A6B55-B816-B53D-D75F-B4F371806594}"/>
          </ac:spMkLst>
        </pc:spChg>
        <pc:spChg chg="mod">
          <ac:chgData name="Nguyen, Tien Long" userId="552c08b3-44b7-4414-8d59-80038a4f13a8" providerId="ADAL" clId="{C49FBE84-300D-41FC-896F-06EAF4F12778}" dt="2026-09-13T22:53:07.203" v="3804"/>
          <ac:spMkLst>
            <pc:docMk/>
            <pc:sldMk cId="2663071009" sldId="316"/>
            <ac:spMk id="215" creationId="{24947B48-88CF-73AF-4113-D7BCDB9CDA21}"/>
          </ac:spMkLst>
        </pc:spChg>
        <pc:spChg chg="mod">
          <ac:chgData name="Nguyen, Tien Long" userId="552c08b3-44b7-4414-8d59-80038a4f13a8" providerId="ADAL" clId="{C49FBE84-300D-41FC-896F-06EAF4F12778}" dt="2026-09-13T22:53:07.203" v="3804"/>
          <ac:spMkLst>
            <pc:docMk/>
            <pc:sldMk cId="2663071009" sldId="316"/>
            <ac:spMk id="216" creationId="{CC1B6839-CCBB-6ED8-5E22-899CAC8AA0F6}"/>
          </ac:spMkLst>
        </pc:spChg>
        <pc:spChg chg="mod">
          <ac:chgData name="Nguyen, Tien Long" userId="552c08b3-44b7-4414-8d59-80038a4f13a8" providerId="ADAL" clId="{C49FBE84-300D-41FC-896F-06EAF4F12778}" dt="2026-09-13T22:53:07.203" v="3804"/>
          <ac:spMkLst>
            <pc:docMk/>
            <pc:sldMk cId="2663071009" sldId="316"/>
            <ac:spMk id="217" creationId="{ED9978C5-E6A3-9BCC-4D53-1B7DB93F3D80}"/>
          </ac:spMkLst>
        </pc:spChg>
        <pc:spChg chg="mod">
          <ac:chgData name="Nguyen, Tien Long" userId="552c08b3-44b7-4414-8d59-80038a4f13a8" providerId="ADAL" clId="{C49FBE84-300D-41FC-896F-06EAF4F12778}" dt="2026-09-13T22:53:07.203" v="3804"/>
          <ac:spMkLst>
            <pc:docMk/>
            <pc:sldMk cId="2663071009" sldId="316"/>
            <ac:spMk id="219" creationId="{6DD73E54-338C-FDFB-D458-412769DD3EE5}"/>
          </ac:spMkLst>
        </pc:spChg>
        <pc:spChg chg="mod">
          <ac:chgData name="Nguyen, Tien Long" userId="552c08b3-44b7-4414-8d59-80038a4f13a8" providerId="ADAL" clId="{C49FBE84-300D-41FC-896F-06EAF4F12778}" dt="2026-09-13T22:53:07.203" v="3804"/>
          <ac:spMkLst>
            <pc:docMk/>
            <pc:sldMk cId="2663071009" sldId="316"/>
            <ac:spMk id="220" creationId="{BAAE9436-C1BF-CBF6-7B7C-502B6879EB2D}"/>
          </ac:spMkLst>
        </pc:spChg>
        <pc:spChg chg="mod">
          <ac:chgData name="Nguyen, Tien Long" userId="552c08b3-44b7-4414-8d59-80038a4f13a8" providerId="ADAL" clId="{C49FBE84-300D-41FC-896F-06EAF4F12778}" dt="2026-09-13T22:53:07.203" v="3804"/>
          <ac:spMkLst>
            <pc:docMk/>
            <pc:sldMk cId="2663071009" sldId="316"/>
            <ac:spMk id="222" creationId="{C6F4A13B-D61B-D0DF-AA0E-B46F8FC3B0A0}"/>
          </ac:spMkLst>
        </pc:spChg>
        <pc:spChg chg="mod">
          <ac:chgData name="Nguyen, Tien Long" userId="552c08b3-44b7-4414-8d59-80038a4f13a8" providerId="ADAL" clId="{C49FBE84-300D-41FC-896F-06EAF4F12778}" dt="2026-09-13T22:53:07.203" v="3804"/>
          <ac:spMkLst>
            <pc:docMk/>
            <pc:sldMk cId="2663071009" sldId="316"/>
            <ac:spMk id="225" creationId="{1CB2801E-4107-7A0D-8C30-904D9CD71DDE}"/>
          </ac:spMkLst>
        </pc:spChg>
        <pc:spChg chg="mod">
          <ac:chgData name="Nguyen, Tien Long" userId="552c08b3-44b7-4414-8d59-80038a4f13a8" providerId="ADAL" clId="{C49FBE84-300D-41FC-896F-06EAF4F12778}" dt="2026-09-13T22:53:07.203" v="3804"/>
          <ac:spMkLst>
            <pc:docMk/>
            <pc:sldMk cId="2663071009" sldId="316"/>
            <ac:spMk id="226" creationId="{EE5B8AFD-BA5A-2B0B-4300-0BA5C1557B64}"/>
          </ac:spMkLst>
        </pc:spChg>
        <pc:spChg chg="add mod">
          <ac:chgData name="Nguyen, Tien Long" userId="552c08b3-44b7-4414-8d59-80038a4f13a8" providerId="ADAL" clId="{C49FBE84-300D-41FC-896F-06EAF4F12778}" dt="2026-09-13T22:56:57.175" v="3845" actId="1076"/>
          <ac:spMkLst>
            <pc:docMk/>
            <pc:sldMk cId="2663071009" sldId="316"/>
            <ac:spMk id="231" creationId="{BFBA8B29-E1BD-1222-1519-11D04A45AF97}"/>
          </ac:spMkLst>
        </pc:spChg>
        <pc:spChg chg="add mod">
          <ac:chgData name="Nguyen, Tien Long" userId="552c08b3-44b7-4414-8d59-80038a4f13a8" providerId="ADAL" clId="{C49FBE84-300D-41FC-896F-06EAF4F12778}" dt="2026-09-13T23:02:23.985" v="3900" actId="164"/>
          <ac:spMkLst>
            <pc:docMk/>
            <pc:sldMk cId="2663071009" sldId="316"/>
            <ac:spMk id="233" creationId="{806D9945-D452-4993-ABEF-202F19DEFF1F}"/>
          </ac:spMkLst>
        </pc:spChg>
        <pc:spChg chg="add mod">
          <ac:chgData name="Nguyen, Tien Long" userId="552c08b3-44b7-4414-8d59-80038a4f13a8" providerId="ADAL" clId="{C49FBE84-300D-41FC-896F-06EAF4F12778}" dt="2026-09-14T19:51:52.297" v="10384" actId="207"/>
          <ac:spMkLst>
            <pc:docMk/>
            <pc:sldMk cId="2663071009" sldId="316"/>
            <ac:spMk id="237" creationId="{2308F326-861B-17D2-1DE7-AE910E234498}"/>
          </ac:spMkLst>
        </pc:spChg>
        <pc:spChg chg="add mod">
          <ac:chgData name="Nguyen, Tien Long" userId="552c08b3-44b7-4414-8d59-80038a4f13a8" providerId="ADAL" clId="{C49FBE84-300D-41FC-896F-06EAF4F12778}" dt="2026-09-14T15:08:33.048" v="6344" actId="114"/>
          <ac:spMkLst>
            <pc:docMk/>
            <pc:sldMk cId="2663071009" sldId="316"/>
            <ac:spMk id="240" creationId="{9A3BFA25-7348-0F40-7222-D75F8B6068C6}"/>
          </ac:spMkLst>
        </pc:spChg>
        <pc:grpChg chg="add del mod">
          <ac:chgData name="Nguyen, Tien Long" userId="552c08b3-44b7-4414-8d59-80038a4f13a8" providerId="ADAL" clId="{C49FBE84-300D-41FC-896F-06EAF4F12778}" dt="2026-09-13T22:54:13.752" v="3822" actId="478"/>
          <ac:grpSpMkLst>
            <pc:docMk/>
            <pc:sldMk cId="2663071009" sldId="316"/>
            <ac:grpSpMk id="100" creationId="{96D953DA-E1C0-F1AF-4266-68CF4BB8666F}"/>
          </ac:grpSpMkLst>
        </pc:grpChg>
        <pc:grpChg chg="mod ord">
          <ac:chgData name="Nguyen, Tien Long" userId="552c08b3-44b7-4414-8d59-80038a4f13a8" providerId="ADAL" clId="{C49FBE84-300D-41FC-896F-06EAF4F12778}" dt="2026-09-13T22:51:56.220" v="3793" actId="167"/>
          <ac:grpSpMkLst>
            <pc:docMk/>
            <pc:sldMk cId="2663071009" sldId="316"/>
            <ac:grpSpMk id="125" creationId="{374A245A-0166-3BB7-746E-4DB7AC390496}"/>
          </ac:grpSpMkLst>
        </pc:grpChg>
        <pc:grpChg chg="mod ord">
          <ac:chgData name="Nguyen, Tien Long" userId="552c08b3-44b7-4414-8d59-80038a4f13a8" providerId="ADAL" clId="{C49FBE84-300D-41FC-896F-06EAF4F12778}" dt="2026-09-13T22:51:36.828" v="3789" actId="167"/>
          <ac:grpSpMkLst>
            <pc:docMk/>
            <pc:sldMk cId="2663071009" sldId="316"/>
            <ac:grpSpMk id="144" creationId="{8FAE2C91-381F-777B-1785-1FF7279D6C63}"/>
          </ac:grpSpMkLst>
        </pc:grpChg>
        <pc:grpChg chg="mod">
          <ac:chgData name="Nguyen, Tien Long" userId="552c08b3-44b7-4414-8d59-80038a4f13a8" providerId="ADAL" clId="{C49FBE84-300D-41FC-896F-06EAF4F12778}" dt="2026-09-13T22:51:11.280" v="3784" actId="1076"/>
          <ac:grpSpMkLst>
            <pc:docMk/>
            <pc:sldMk cId="2663071009" sldId="316"/>
            <ac:grpSpMk id="161" creationId="{57BBF450-340A-5342-860E-94147AD8EE97}"/>
          </ac:grpSpMkLst>
        </pc:grpChg>
        <pc:grpChg chg="mod ord">
          <ac:chgData name="Nguyen, Tien Long" userId="552c08b3-44b7-4414-8d59-80038a4f13a8" providerId="ADAL" clId="{C49FBE84-300D-41FC-896F-06EAF4F12778}" dt="2026-09-13T22:52:30.052" v="3798" actId="167"/>
          <ac:grpSpMkLst>
            <pc:docMk/>
            <pc:sldMk cId="2663071009" sldId="316"/>
            <ac:grpSpMk id="178" creationId="{B4AA4186-9B73-B291-879C-97DD834AFDF4}"/>
          </ac:grpSpMkLst>
        </pc:grpChg>
        <pc:grpChg chg="mod ord">
          <ac:chgData name="Nguyen, Tien Long" userId="552c08b3-44b7-4414-8d59-80038a4f13a8" providerId="ADAL" clId="{C49FBE84-300D-41FC-896F-06EAF4F12778}" dt="2026-09-13T22:54:45.953" v="3828" actId="167"/>
          <ac:grpSpMkLst>
            <pc:docMk/>
            <pc:sldMk cId="2663071009" sldId="316"/>
            <ac:grpSpMk id="210" creationId="{69DFF3AD-5B82-9251-F61F-14E8B25D5D0F}"/>
          </ac:grpSpMkLst>
        </pc:grpChg>
        <pc:grpChg chg="add mod">
          <ac:chgData name="Nguyen, Tien Long" userId="552c08b3-44b7-4414-8d59-80038a4f13a8" providerId="ADAL" clId="{C49FBE84-300D-41FC-896F-06EAF4F12778}" dt="2026-09-13T23:03:57.746" v="3986" actId="1076"/>
          <ac:grpSpMkLst>
            <pc:docMk/>
            <pc:sldMk cId="2663071009" sldId="316"/>
            <ac:grpSpMk id="238" creationId="{2BABC74F-BE0C-29E6-B63F-1162B86C0C1E}"/>
          </ac:grpSpMkLst>
        </pc:grpChg>
      </pc:sldChg>
      <pc:sldChg chg="addSp delSp modSp add mod addAnim delAnim modAnim">
        <pc:chgData name="Nguyen, Tien Long" userId="552c08b3-44b7-4414-8d59-80038a4f13a8" providerId="ADAL" clId="{C49FBE84-300D-41FC-896F-06EAF4F12778}" dt="2026-09-14T19:52:22.728" v="10386" actId="207"/>
        <pc:sldMkLst>
          <pc:docMk/>
          <pc:sldMk cId="3247515468" sldId="318"/>
        </pc:sldMkLst>
        <pc:spChg chg="mod">
          <ac:chgData name="Nguyen, Tien Long" userId="552c08b3-44b7-4414-8d59-80038a4f13a8" providerId="ADAL" clId="{C49FBE84-300D-41FC-896F-06EAF4F12778}" dt="2026-09-14T02:35:30.140" v="4486" actId="20577"/>
          <ac:spMkLst>
            <pc:docMk/>
            <pc:sldMk cId="3247515468" sldId="318"/>
            <ac:spMk id="2" creationId="{9212BF25-87D6-D42F-5753-8AB76513F5EE}"/>
          </ac:spMkLst>
        </pc:spChg>
        <pc:spChg chg="mod">
          <ac:chgData name="Nguyen, Tien Long" userId="552c08b3-44b7-4414-8d59-80038a4f13a8" providerId="ADAL" clId="{C49FBE84-300D-41FC-896F-06EAF4F12778}" dt="2026-09-13T23:08:05.261" v="4017" actId="165"/>
          <ac:spMkLst>
            <pc:docMk/>
            <pc:sldMk cId="3247515468" sldId="318"/>
            <ac:spMk id="6" creationId="{60C13CEC-034D-7FEE-880E-F088624E3AA3}"/>
          </ac:spMkLst>
        </pc:spChg>
        <pc:spChg chg="mod">
          <ac:chgData name="Nguyen, Tien Long" userId="552c08b3-44b7-4414-8d59-80038a4f13a8" providerId="ADAL" clId="{C49FBE84-300D-41FC-896F-06EAF4F12778}" dt="2026-09-13T23:08:05.261" v="4017" actId="165"/>
          <ac:spMkLst>
            <pc:docMk/>
            <pc:sldMk cId="3247515468" sldId="318"/>
            <ac:spMk id="8" creationId="{E85EBD20-2EB7-22DC-A774-E2F4503819AD}"/>
          </ac:spMkLst>
        </pc:spChg>
        <pc:spChg chg="mod">
          <ac:chgData name="Nguyen, Tien Long" userId="552c08b3-44b7-4414-8d59-80038a4f13a8" providerId="ADAL" clId="{C49FBE84-300D-41FC-896F-06EAF4F12778}" dt="2026-09-13T23:08:05.261" v="4017" actId="165"/>
          <ac:spMkLst>
            <pc:docMk/>
            <pc:sldMk cId="3247515468" sldId="318"/>
            <ac:spMk id="9" creationId="{BE2F9D07-69B4-4B7F-DF99-B88947174593}"/>
          </ac:spMkLst>
        </pc:spChg>
        <pc:spChg chg="mod">
          <ac:chgData name="Nguyen, Tien Long" userId="552c08b3-44b7-4414-8d59-80038a4f13a8" providerId="ADAL" clId="{C49FBE84-300D-41FC-896F-06EAF4F12778}" dt="2026-09-13T23:08:05.261" v="4017" actId="165"/>
          <ac:spMkLst>
            <pc:docMk/>
            <pc:sldMk cId="3247515468" sldId="318"/>
            <ac:spMk id="12" creationId="{0458FE38-7BDC-3216-6C7B-C253F4398B16}"/>
          </ac:spMkLst>
        </pc:spChg>
        <pc:spChg chg="mod">
          <ac:chgData name="Nguyen, Tien Long" userId="552c08b3-44b7-4414-8d59-80038a4f13a8" providerId="ADAL" clId="{C49FBE84-300D-41FC-896F-06EAF4F12778}" dt="2026-09-13T23:08:05.261" v="4017" actId="165"/>
          <ac:spMkLst>
            <pc:docMk/>
            <pc:sldMk cId="3247515468" sldId="318"/>
            <ac:spMk id="16" creationId="{458E391B-5399-FC6E-AE0D-FE6B948567EF}"/>
          </ac:spMkLst>
        </pc:spChg>
        <pc:spChg chg="mod">
          <ac:chgData name="Nguyen, Tien Long" userId="552c08b3-44b7-4414-8d59-80038a4f13a8" providerId="ADAL" clId="{C49FBE84-300D-41FC-896F-06EAF4F12778}" dt="2026-09-13T23:08:05.261" v="4017" actId="165"/>
          <ac:spMkLst>
            <pc:docMk/>
            <pc:sldMk cId="3247515468" sldId="318"/>
            <ac:spMk id="17" creationId="{1E57E2EE-D634-AD8D-280F-466291A6521D}"/>
          </ac:spMkLst>
        </pc:spChg>
        <pc:spChg chg="mod">
          <ac:chgData name="Nguyen, Tien Long" userId="552c08b3-44b7-4414-8d59-80038a4f13a8" providerId="ADAL" clId="{C49FBE84-300D-41FC-896F-06EAF4F12778}" dt="2026-09-13T23:08:05.261" v="4017" actId="165"/>
          <ac:spMkLst>
            <pc:docMk/>
            <pc:sldMk cId="3247515468" sldId="318"/>
            <ac:spMk id="20" creationId="{AB830E95-2A6B-C613-E4EB-514AE41139A3}"/>
          </ac:spMkLst>
        </pc:spChg>
        <pc:spChg chg="mod">
          <ac:chgData name="Nguyen, Tien Long" userId="552c08b3-44b7-4414-8d59-80038a4f13a8" providerId="ADAL" clId="{C49FBE84-300D-41FC-896F-06EAF4F12778}" dt="2026-09-13T23:08:05.261" v="4017" actId="165"/>
          <ac:spMkLst>
            <pc:docMk/>
            <pc:sldMk cId="3247515468" sldId="318"/>
            <ac:spMk id="22" creationId="{63F640D7-2195-9510-123D-A32BFE1A6394}"/>
          </ac:spMkLst>
        </pc:spChg>
        <pc:spChg chg="mod">
          <ac:chgData name="Nguyen, Tien Long" userId="552c08b3-44b7-4414-8d59-80038a4f13a8" providerId="ADAL" clId="{C49FBE84-300D-41FC-896F-06EAF4F12778}" dt="2026-09-13T23:08:05.261" v="4017" actId="165"/>
          <ac:spMkLst>
            <pc:docMk/>
            <pc:sldMk cId="3247515468" sldId="318"/>
            <ac:spMk id="23" creationId="{EF2E7282-0AA8-5045-B7A1-CF1609DB4CDD}"/>
          </ac:spMkLst>
        </pc:spChg>
        <pc:spChg chg="mod">
          <ac:chgData name="Nguyen, Tien Long" userId="552c08b3-44b7-4414-8d59-80038a4f13a8" providerId="ADAL" clId="{C49FBE84-300D-41FC-896F-06EAF4F12778}" dt="2026-09-13T23:08:05.261" v="4017" actId="165"/>
          <ac:spMkLst>
            <pc:docMk/>
            <pc:sldMk cId="3247515468" sldId="318"/>
            <ac:spMk id="26" creationId="{6B67AFA4-3386-E465-F7C2-6EB34D6B0E92}"/>
          </ac:spMkLst>
        </pc:spChg>
        <pc:spChg chg="mod topLvl">
          <ac:chgData name="Nguyen, Tien Long" userId="552c08b3-44b7-4414-8d59-80038a4f13a8" providerId="ADAL" clId="{C49FBE84-300D-41FC-896F-06EAF4F12778}" dt="2026-09-13T23:07:23.207" v="4013" actId="164"/>
          <ac:spMkLst>
            <pc:docMk/>
            <pc:sldMk cId="3247515468" sldId="318"/>
            <ac:spMk id="101" creationId="{CA8030F9-5FF4-CD01-9580-38526825A559}"/>
          </ac:spMkLst>
        </pc:spChg>
        <pc:spChg chg="add mod ord">
          <ac:chgData name="Nguyen, Tien Long" userId="552c08b3-44b7-4414-8d59-80038a4f13a8" providerId="ADAL" clId="{C49FBE84-300D-41FC-896F-06EAF4F12778}" dt="2026-09-13T23:07:33.015" v="4015" actId="166"/>
          <ac:spMkLst>
            <pc:docMk/>
            <pc:sldMk cId="3247515468" sldId="318"/>
            <ac:spMk id="228" creationId="{4D790C61-36FA-FF66-392B-A8712367903C}"/>
          </ac:spMkLst>
        </pc:spChg>
        <pc:spChg chg="mod">
          <ac:chgData name="Nguyen, Tien Long" userId="552c08b3-44b7-4414-8d59-80038a4f13a8" providerId="ADAL" clId="{C49FBE84-300D-41FC-896F-06EAF4F12778}" dt="2026-09-13T23:07:23.207" v="4013" actId="164"/>
          <ac:spMkLst>
            <pc:docMk/>
            <pc:sldMk cId="3247515468" sldId="318"/>
            <ac:spMk id="230" creationId="{CF67D7F9-6638-7BBB-8486-8D0B2E29949F}"/>
          </ac:spMkLst>
        </pc:spChg>
        <pc:spChg chg="mod">
          <ac:chgData name="Nguyen, Tien Long" userId="552c08b3-44b7-4414-8d59-80038a4f13a8" providerId="ADAL" clId="{C49FBE84-300D-41FC-896F-06EAF4F12778}" dt="2026-09-14T19:52:22.728" v="10386" actId="207"/>
          <ac:spMkLst>
            <pc:docMk/>
            <pc:sldMk cId="3247515468" sldId="318"/>
            <ac:spMk id="237" creationId="{51056448-0A14-9D6E-81E7-450FD93BE06E}"/>
          </ac:spMkLst>
        </pc:spChg>
        <pc:spChg chg="mod">
          <ac:chgData name="Nguyen, Tien Long" userId="552c08b3-44b7-4414-8d59-80038a4f13a8" providerId="ADAL" clId="{C49FBE84-300D-41FC-896F-06EAF4F12778}" dt="2026-09-14T15:08:42.691" v="6352" actId="114"/>
          <ac:spMkLst>
            <pc:docMk/>
            <pc:sldMk cId="3247515468" sldId="318"/>
            <ac:spMk id="240" creationId="{33AEA0EC-A4E1-DB99-93AC-4989BC9CE84F}"/>
          </ac:spMkLst>
        </pc:spChg>
        <pc:grpChg chg="mod">
          <ac:chgData name="Nguyen, Tien Long" userId="552c08b3-44b7-4414-8d59-80038a4f13a8" providerId="ADAL" clId="{C49FBE84-300D-41FC-896F-06EAF4F12778}" dt="2026-09-13T23:07:23.207" v="4013" actId="164"/>
          <ac:grpSpMkLst>
            <pc:docMk/>
            <pc:sldMk cId="3247515468" sldId="318"/>
            <ac:grpSpMk id="3" creationId="{ABD2832F-6CA1-8147-18D7-3690EB176F0E}"/>
          </ac:grpSpMkLst>
        </pc:grpChg>
      </pc:sldChg>
      <pc:sldChg chg="modSp add mod ord modAnim">
        <pc:chgData name="Nguyen, Tien Long" userId="552c08b3-44b7-4414-8d59-80038a4f13a8" providerId="ADAL" clId="{C49FBE84-300D-41FC-896F-06EAF4F12778}" dt="2026-09-14T20:16:13.272" v="10539" actId="207"/>
        <pc:sldMkLst>
          <pc:docMk/>
          <pc:sldMk cId="1459660636" sldId="319"/>
        </pc:sldMkLst>
        <pc:spChg chg="mod">
          <ac:chgData name="Nguyen, Tien Long" userId="552c08b3-44b7-4414-8d59-80038a4f13a8" providerId="ADAL" clId="{C49FBE84-300D-41FC-896F-06EAF4F12778}" dt="2026-09-14T15:30:16.657" v="7124" actId="20577"/>
          <ac:spMkLst>
            <pc:docMk/>
            <pc:sldMk cId="1459660636" sldId="319"/>
            <ac:spMk id="2" creationId="{59AB807F-04FE-F27F-3584-FC8AE59768BE}"/>
          </ac:spMkLst>
        </pc:spChg>
        <pc:spChg chg="mod">
          <ac:chgData name="Nguyen, Tien Long" userId="552c08b3-44b7-4414-8d59-80038a4f13a8" providerId="ADAL" clId="{C49FBE84-300D-41FC-896F-06EAF4F12778}" dt="2026-09-14T20:16:08.426" v="10538" actId="207"/>
          <ac:spMkLst>
            <pc:docMk/>
            <pc:sldMk cId="1459660636" sldId="319"/>
            <ac:spMk id="3" creationId="{03A18847-DBD3-8882-D7B8-B3E8CABB2516}"/>
          </ac:spMkLst>
        </pc:spChg>
        <pc:spChg chg="mod">
          <ac:chgData name="Nguyen, Tien Long" userId="552c08b3-44b7-4414-8d59-80038a4f13a8" providerId="ADAL" clId="{C49FBE84-300D-41FC-896F-06EAF4F12778}" dt="2026-09-14T20:16:13.272" v="10539" actId="207"/>
          <ac:spMkLst>
            <pc:docMk/>
            <pc:sldMk cId="1459660636" sldId="319"/>
            <ac:spMk id="6" creationId="{CBC65162-6771-587A-C71A-E3CD177821F3}"/>
          </ac:spMkLst>
        </pc:spChg>
      </pc:sldChg>
      <pc:sldChg chg="addSp delSp modSp add mod modAnim">
        <pc:chgData name="Nguyen, Tien Long" userId="552c08b3-44b7-4414-8d59-80038a4f13a8" providerId="ADAL" clId="{C49FBE84-300D-41FC-896F-06EAF4F12778}" dt="2026-09-14T19:52:59.241" v="10390" actId="207"/>
        <pc:sldMkLst>
          <pc:docMk/>
          <pc:sldMk cId="516546827" sldId="320"/>
        </pc:sldMkLst>
        <pc:spChg chg="mod">
          <ac:chgData name="Nguyen, Tien Long" userId="552c08b3-44b7-4414-8d59-80038a4f13a8" providerId="ADAL" clId="{C49FBE84-300D-41FC-896F-06EAF4F12778}" dt="2026-09-14T02:35:11.412" v="4474" actId="20577"/>
          <ac:spMkLst>
            <pc:docMk/>
            <pc:sldMk cId="516546827" sldId="320"/>
            <ac:spMk id="2" creationId="{D9086166-524F-3738-4936-2E94DF0718D8}"/>
          </ac:spMkLst>
        </pc:spChg>
        <pc:spChg chg="del">
          <ac:chgData name="Nguyen, Tien Long" userId="552c08b3-44b7-4414-8d59-80038a4f13a8" providerId="ADAL" clId="{C49FBE84-300D-41FC-896F-06EAF4F12778}" dt="2026-09-14T02:32:00.043" v="4370" actId="478"/>
          <ac:spMkLst>
            <pc:docMk/>
            <pc:sldMk cId="516546827" sldId="320"/>
            <ac:spMk id="8" creationId="{0DA907DF-CA36-AD7E-3856-8EED46372314}"/>
          </ac:spMkLst>
        </pc:spChg>
        <pc:spChg chg="add del mod">
          <ac:chgData name="Nguyen, Tien Long" userId="552c08b3-44b7-4414-8d59-80038a4f13a8" providerId="ADAL" clId="{C49FBE84-300D-41FC-896F-06EAF4F12778}" dt="2026-09-14T02:39:22.050" v="4594" actId="478"/>
          <ac:spMkLst>
            <pc:docMk/>
            <pc:sldMk cId="516546827" sldId="320"/>
            <ac:spMk id="15" creationId="{F533CE8D-387C-780E-3C1F-9C10654BD4E0}"/>
          </ac:spMkLst>
        </pc:spChg>
        <pc:spChg chg="add mod">
          <ac:chgData name="Nguyen, Tien Long" userId="552c08b3-44b7-4414-8d59-80038a4f13a8" providerId="ADAL" clId="{C49FBE84-300D-41FC-896F-06EAF4F12778}" dt="2026-09-14T02:34:30.198" v="4408" actId="164"/>
          <ac:spMkLst>
            <pc:docMk/>
            <pc:sldMk cId="516546827" sldId="320"/>
            <ac:spMk id="18" creationId="{55C6B62F-0093-FA89-72EB-8EB4A868FAF8}"/>
          </ac:spMkLst>
        </pc:spChg>
        <pc:spChg chg="add mod">
          <ac:chgData name="Nguyen, Tien Long" userId="552c08b3-44b7-4414-8d59-80038a4f13a8" providerId="ADAL" clId="{C49FBE84-300D-41FC-896F-06EAF4F12778}" dt="2026-09-14T02:34:35.879" v="4409" actId="207"/>
          <ac:spMkLst>
            <pc:docMk/>
            <pc:sldMk cId="516546827" sldId="320"/>
            <ac:spMk id="19" creationId="{F51DA704-B24B-747C-1F60-84FE49C6A3BC}"/>
          </ac:spMkLst>
        </pc:spChg>
        <pc:spChg chg="add mod">
          <ac:chgData name="Nguyen, Tien Long" userId="552c08b3-44b7-4414-8d59-80038a4f13a8" providerId="ADAL" clId="{C49FBE84-300D-41FC-896F-06EAF4F12778}" dt="2026-09-14T19:52:53.864" v="10389" actId="207"/>
          <ac:spMkLst>
            <pc:docMk/>
            <pc:sldMk cId="516546827" sldId="320"/>
            <ac:spMk id="21" creationId="{3D3C2667-1FDE-4054-3AC8-8AE3E87BCFF1}"/>
          </ac:spMkLst>
        </pc:spChg>
        <pc:spChg chg="add mod ord">
          <ac:chgData name="Nguyen, Tien Long" userId="552c08b3-44b7-4414-8d59-80038a4f13a8" providerId="ADAL" clId="{C49FBE84-300D-41FC-896F-06EAF4F12778}" dt="2026-09-14T02:39:53.453" v="4601" actId="164"/>
          <ac:spMkLst>
            <pc:docMk/>
            <pc:sldMk cId="516546827" sldId="320"/>
            <ac:spMk id="22" creationId="{F6919B35-50C5-CA3E-D0FB-5712C9C17EAC}"/>
          </ac:spMkLst>
        </pc:spChg>
        <pc:spChg chg="add mod">
          <ac:chgData name="Nguyen, Tien Long" userId="552c08b3-44b7-4414-8d59-80038a4f13a8" providerId="ADAL" clId="{C49FBE84-300D-41FC-896F-06EAF4F12778}" dt="2026-09-14T02:40:11.121" v="4603" actId="14100"/>
          <ac:spMkLst>
            <pc:docMk/>
            <pc:sldMk cId="516546827" sldId="320"/>
            <ac:spMk id="24" creationId="{BF689FD5-9A30-6776-23FE-360C35BE2005}"/>
          </ac:spMkLst>
        </pc:spChg>
        <pc:spChg chg="add del mod">
          <ac:chgData name="Nguyen, Tien Long" userId="552c08b3-44b7-4414-8d59-80038a4f13a8" providerId="ADAL" clId="{C49FBE84-300D-41FC-896F-06EAF4F12778}" dt="2026-09-14T02:41:52.689" v="4662" actId="478"/>
          <ac:spMkLst>
            <pc:docMk/>
            <pc:sldMk cId="516546827" sldId="320"/>
            <ac:spMk id="25" creationId="{366E7471-373D-B0F7-1141-363BCD504159}"/>
          </ac:spMkLst>
        </pc:spChg>
        <pc:spChg chg="add mod">
          <ac:chgData name="Nguyen, Tien Long" userId="552c08b3-44b7-4414-8d59-80038a4f13a8" providerId="ADAL" clId="{C49FBE84-300D-41FC-896F-06EAF4F12778}" dt="2026-09-14T19:52:59.241" v="10390" actId="207"/>
          <ac:spMkLst>
            <pc:docMk/>
            <pc:sldMk cId="516546827" sldId="320"/>
            <ac:spMk id="26" creationId="{F13C085F-86DB-33A4-25C1-BBAAD1A38B5B}"/>
          </ac:spMkLst>
        </pc:spChg>
        <pc:grpChg chg="del">
          <ac:chgData name="Nguyen, Tien Long" userId="552c08b3-44b7-4414-8d59-80038a4f13a8" providerId="ADAL" clId="{C49FBE84-300D-41FC-896F-06EAF4F12778}" dt="2026-09-14T02:32:00.043" v="4370" actId="478"/>
          <ac:grpSpMkLst>
            <pc:docMk/>
            <pc:sldMk cId="516546827" sldId="320"/>
            <ac:grpSpMk id="11" creationId="{A0A6C44B-3C8E-6CDE-99FC-6EAAC2CBE915}"/>
          </ac:grpSpMkLst>
        </pc:grpChg>
        <pc:grpChg chg="del">
          <ac:chgData name="Nguyen, Tien Long" userId="552c08b3-44b7-4414-8d59-80038a4f13a8" providerId="ADAL" clId="{C49FBE84-300D-41FC-896F-06EAF4F12778}" dt="2026-09-14T02:32:00.043" v="4370" actId="478"/>
          <ac:grpSpMkLst>
            <pc:docMk/>
            <pc:sldMk cId="516546827" sldId="320"/>
            <ac:grpSpMk id="12" creationId="{343B7288-F8FB-845C-3320-8082B2ED7318}"/>
          </ac:grpSpMkLst>
        </pc:grpChg>
        <pc:grpChg chg="del">
          <ac:chgData name="Nguyen, Tien Long" userId="552c08b3-44b7-4414-8d59-80038a4f13a8" providerId="ADAL" clId="{C49FBE84-300D-41FC-896F-06EAF4F12778}" dt="2026-09-14T02:32:00.043" v="4370" actId="478"/>
          <ac:grpSpMkLst>
            <pc:docMk/>
            <pc:sldMk cId="516546827" sldId="320"/>
            <ac:grpSpMk id="17" creationId="{28B55323-81EA-1306-293A-99DE2C6622B9}"/>
          </ac:grpSpMkLst>
        </pc:grpChg>
        <pc:grpChg chg="add mod">
          <ac:chgData name="Nguyen, Tien Long" userId="552c08b3-44b7-4414-8d59-80038a4f13a8" providerId="ADAL" clId="{C49FBE84-300D-41FC-896F-06EAF4F12778}" dt="2026-09-14T02:34:30.198" v="4408" actId="164"/>
          <ac:grpSpMkLst>
            <pc:docMk/>
            <pc:sldMk cId="516546827" sldId="320"/>
            <ac:grpSpMk id="20" creationId="{F52870AF-2A70-7AA0-61B9-D4BD1B0DA77E}"/>
          </ac:grpSpMkLst>
        </pc:grpChg>
        <pc:grpChg chg="add mod">
          <ac:chgData name="Nguyen, Tien Long" userId="552c08b3-44b7-4414-8d59-80038a4f13a8" providerId="ADAL" clId="{C49FBE84-300D-41FC-896F-06EAF4F12778}" dt="2026-09-14T02:39:53.453" v="4601" actId="164"/>
          <ac:grpSpMkLst>
            <pc:docMk/>
            <pc:sldMk cId="516546827" sldId="320"/>
            <ac:grpSpMk id="23" creationId="{157415F6-5FE4-7CBE-B45B-FD9A7F51AAD9}"/>
          </ac:grpSpMkLst>
        </pc:grpChg>
      </pc:sldChg>
      <pc:sldChg chg="addSp delSp modSp add mod addAnim delAnim modAnim">
        <pc:chgData name="Nguyen, Tien Long" userId="552c08b3-44b7-4414-8d59-80038a4f13a8" providerId="ADAL" clId="{C49FBE84-300D-41FC-896F-06EAF4F12778}" dt="2026-09-14T19:56:35.789" v="10460"/>
        <pc:sldMkLst>
          <pc:docMk/>
          <pc:sldMk cId="1668905445" sldId="321"/>
        </pc:sldMkLst>
        <pc:spChg chg="mod">
          <ac:chgData name="Nguyen, Tien Long" userId="552c08b3-44b7-4414-8d59-80038a4f13a8" providerId="ADAL" clId="{C49FBE84-300D-41FC-896F-06EAF4F12778}" dt="2026-09-14T02:54:11.129" v="4785" actId="20577"/>
          <ac:spMkLst>
            <pc:docMk/>
            <pc:sldMk cId="1668905445" sldId="321"/>
            <ac:spMk id="2" creationId="{803789AC-9210-3DC2-80D3-4E5FC4EDE6A5}"/>
          </ac:spMkLst>
        </pc:spChg>
        <pc:spChg chg="add mod">
          <ac:chgData name="Nguyen, Tien Long" userId="552c08b3-44b7-4414-8d59-80038a4f13a8" providerId="ADAL" clId="{C49FBE84-300D-41FC-896F-06EAF4F12778}" dt="2026-09-14T19:54:07.345" v="10400" actId="207"/>
          <ac:spMkLst>
            <pc:docMk/>
            <pc:sldMk cId="1668905445" sldId="321"/>
            <ac:spMk id="3" creationId="{68AFEB12-2FA1-6466-9E5C-89120920E02F}"/>
          </ac:spMkLst>
        </pc:spChg>
        <pc:spChg chg="mod">
          <ac:chgData name="Nguyen, Tien Long" userId="552c08b3-44b7-4414-8d59-80038a4f13a8" providerId="ADAL" clId="{C49FBE84-300D-41FC-896F-06EAF4F12778}" dt="2026-09-14T19:53:37.236" v="10395" actId="207"/>
          <ac:spMkLst>
            <pc:docMk/>
            <pc:sldMk cId="1668905445" sldId="321"/>
            <ac:spMk id="4" creationId="{CD5DF426-FFF0-AAF4-7FC6-E97008D947D5}"/>
          </ac:spMkLst>
        </pc:spChg>
        <pc:spChg chg="del">
          <ac:chgData name="Nguyen, Tien Long" userId="552c08b3-44b7-4414-8d59-80038a4f13a8" providerId="ADAL" clId="{C49FBE84-300D-41FC-896F-06EAF4F12778}" dt="2026-09-14T02:54:22.593" v="4786" actId="478"/>
          <ac:spMkLst>
            <pc:docMk/>
            <pc:sldMk cId="1668905445" sldId="321"/>
            <ac:spMk id="5" creationId="{457F5F54-A113-2E9A-51C6-2E1ED999DD9A}"/>
          </ac:spMkLst>
        </pc:spChg>
        <pc:spChg chg="add mod">
          <ac:chgData name="Nguyen, Tien Long" userId="552c08b3-44b7-4414-8d59-80038a4f13a8" providerId="ADAL" clId="{C49FBE84-300D-41FC-896F-06EAF4F12778}" dt="2026-09-14T19:55:51.032" v="10454" actId="207"/>
          <ac:spMkLst>
            <pc:docMk/>
            <pc:sldMk cId="1668905445" sldId="321"/>
            <ac:spMk id="5" creationId="{65BAD3C8-8AAC-7973-F692-4338FD93FDF0}"/>
          </ac:spMkLst>
        </pc:spChg>
        <pc:spChg chg="add del mod">
          <ac:chgData name="Nguyen, Tien Long" userId="552c08b3-44b7-4414-8d59-80038a4f13a8" providerId="ADAL" clId="{C49FBE84-300D-41FC-896F-06EAF4F12778}" dt="2026-09-14T03:04:35.401" v="5312" actId="478"/>
          <ac:spMkLst>
            <pc:docMk/>
            <pc:sldMk cId="1668905445" sldId="321"/>
            <ac:spMk id="6" creationId="{27648497-72E2-CEFF-256D-4C1B819EDC6D}"/>
          </ac:spMkLst>
        </pc:spChg>
        <pc:spChg chg="del">
          <ac:chgData name="Nguyen, Tien Long" userId="552c08b3-44b7-4414-8d59-80038a4f13a8" providerId="ADAL" clId="{C49FBE84-300D-41FC-896F-06EAF4F12778}" dt="2026-09-14T02:54:22.593" v="4786" actId="478"/>
          <ac:spMkLst>
            <pc:docMk/>
            <pc:sldMk cId="1668905445" sldId="321"/>
            <ac:spMk id="7" creationId="{32B614E5-939A-37C8-713F-800A860DFCE4}"/>
          </ac:spMkLst>
        </pc:spChg>
        <pc:spChg chg="add mod">
          <ac:chgData name="Nguyen, Tien Long" userId="552c08b3-44b7-4414-8d59-80038a4f13a8" providerId="ADAL" clId="{C49FBE84-300D-41FC-896F-06EAF4F12778}" dt="2026-09-14T19:56:22.109" v="10459" actId="208"/>
          <ac:spMkLst>
            <pc:docMk/>
            <pc:sldMk cId="1668905445" sldId="321"/>
            <ac:spMk id="7" creationId="{F0B3D84D-5DB6-27A6-723F-3B9B80BE174A}"/>
          </ac:spMkLst>
        </pc:spChg>
        <pc:spChg chg="add mod">
          <ac:chgData name="Nguyen, Tien Long" userId="552c08b3-44b7-4414-8d59-80038a4f13a8" providerId="ADAL" clId="{C49FBE84-300D-41FC-896F-06EAF4F12778}" dt="2026-09-14T03:18:45.780" v="5764" actId="1076"/>
          <ac:spMkLst>
            <pc:docMk/>
            <pc:sldMk cId="1668905445" sldId="321"/>
            <ac:spMk id="8" creationId="{E81CA98F-AF6D-5766-0DC7-E0B9E2D711ED}"/>
          </ac:spMkLst>
        </pc:spChg>
        <pc:spChg chg="add del mod">
          <ac:chgData name="Nguyen, Tien Long" userId="552c08b3-44b7-4414-8d59-80038a4f13a8" providerId="ADAL" clId="{C49FBE84-300D-41FC-896F-06EAF4F12778}" dt="2026-09-14T03:07:22.323" v="5355"/>
          <ac:spMkLst>
            <pc:docMk/>
            <pc:sldMk cId="1668905445" sldId="321"/>
            <ac:spMk id="9" creationId="{B4B58CEC-D6D4-3C8C-3801-BA909414A1BA}"/>
          </ac:spMkLst>
        </pc:spChg>
        <pc:spChg chg="add del mod">
          <ac:chgData name="Nguyen, Tien Long" userId="552c08b3-44b7-4414-8d59-80038a4f13a8" providerId="ADAL" clId="{C49FBE84-300D-41FC-896F-06EAF4F12778}" dt="2026-09-14T03:07:57.541" v="5358" actId="478"/>
          <ac:spMkLst>
            <pc:docMk/>
            <pc:sldMk cId="1668905445" sldId="321"/>
            <ac:spMk id="10" creationId="{6CD6A28B-9EE1-8567-C201-FD0BC9FCCC5C}"/>
          </ac:spMkLst>
        </pc:spChg>
        <pc:spChg chg="mod">
          <ac:chgData name="Nguyen, Tien Long" userId="552c08b3-44b7-4414-8d59-80038a4f13a8" providerId="ADAL" clId="{C49FBE84-300D-41FC-896F-06EAF4F12778}" dt="2026-09-14T19:54:52.786" v="10402" actId="207"/>
          <ac:spMkLst>
            <pc:docMk/>
            <pc:sldMk cId="1668905445" sldId="321"/>
            <ac:spMk id="12" creationId="{18C14A7A-F15E-0B28-AD9B-8C5DC1D25F9E}"/>
          </ac:spMkLst>
        </pc:spChg>
        <pc:spChg chg="del">
          <ac:chgData name="Nguyen, Tien Long" userId="552c08b3-44b7-4414-8d59-80038a4f13a8" providerId="ADAL" clId="{C49FBE84-300D-41FC-896F-06EAF4F12778}" dt="2026-09-14T02:54:22.593" v="4786" actId="478"/>
          <ac:spMkLst>
            <pc:docMk/>
            <pc:sldMk cId="1668905445" sldId="321"/>
            <ac:spMk id="13" creationId="{4BDB0F9E-2185-306D-8DE2-0159E01A2DB7}"/>
          </ac:spMkLst>
        </pc:spChg>
        <pc:spChg chg="mod">
          <ac:chgData name="Nguyen, Tien Long" userId="552c08b3-44b7-4414-8d59-80038a4f13a8" providerId="ADAL" clId="{C49FBE84-300D-41FC-896F-06EAF4F12778}" dt="2026-09-14T19:54:59.555" v="10403" actId="207"/>
          <ac:spMkLst>
            <pc:docMk/>
            <pc:sldMk cId="1668905445" sldId="321"/>
            <ac:spMk id="14" creationId="{76551993-621D-49CA-9841-0FF6E976C4D7}"/>
          </ac:spMkLst>
        </pc:spChg>
        <pc:spChg chg="mod">
          <ac:chgData name="Nguyen, Tien Long" userId="552c08b3-44b7-4414-8d59-80038a4f13a8" providerId="ADAL" clId="{C49FBE84-300D-41FC-896F-06EAF4F12778}" dt="2026-09-14T03:18:20.727" v="5758" actId="1076"/>
          <ac:spMkLst>
            <pc:docMk/>
            <pc:sldMk cId="1668905445" sldId="321"/>
            <ac:spMk id="16" creationId="{E9096837-74ED-7670-29AC-BDCB984CB183}"/>
          </ac:spMkLst>
        </pc:spChg>
        <pc:spChg chg="mod">
          <ac:chgData name="Nguyen, Tien Long" userId="552c08b3-44b7-4414-8d59-80038a4f13a8" providerId="ADAL" clId="{C49FBE84-300D-41FC-896F-06EAF4F12778}" dt="2026-09-14T19:54:14.001" v="10401" actId="207"/>
          <ac:spMkLst>
            <pc:docMk/>
            <pc:sldMk cId="1668905445" sldId="321"/>
            <ac:spMk id="17" creationId="{A8DC5BC4-42CC-2C3D-E25E-FDA81EB6EEF6}"/>
          </ac:spMkLst>
        </pc:spChg>
        <pc:spChg chg="del">
          <ac:chgData name="Nguyen, Tien Long" userId="552c08b3-44b7-4414-8d59-80038a4f13a8" providerId="ADAL" clId="{C49FBE84-300D-41FC-896F-06EAF4F12778}" dt="2026-09-14T02:54:22.593" v="4786" actId="478"/>
          <ac:spMkLst>
            <pc:docMk/>
            <pc:sldMk cId="1668905445" sldId="321"/>
            <ac:spMk id="24" creationId="{9C8B6D86-476E-F340-B5EC-411701DD4782}"/>
          </ac:spMkLst>
        </pc:spChg>
        <pc:spChg chg="add mod">
          <ac:chgData name="Nguyen, Tien Long" userId="552c08b3-44b7-4414-8d59-80038a4f13a8" providerId="ADAL" clId="{C49FBE84-300D-41FC-896F-06EAF4F12778}" dt="2026-09-14T03:18:38.982" v="5763" actId="1076"/>
          <ac:spMkLst>
            <pc:docMk/>
            <pc:sldMk cId="1668905445" sldId="321"/>
            <ac:spMk id="25" creationId="{69884931-B829-F61C-D26C-CA8BE9688062}"/>
          </ac:spMkLst>
        </pc:spChg>
        <pc:spChg chg="del">
          <ac:chgData name="Nguyen, Tien Long" userId="552c08b3-44b7-4414-8d59-80038a4f13a8" providerId="ADAL" clId="{C49FBE84-300D-41FC-896F-06EAF4F12778}" dt="2026-09-14T02:54:22.593" v="4786" actId="478"/>
          <ac:spMkLst>
            <pc:docMk/>
            <pc:sldMk cId="1668905445" sldId="321"/>
            <ac:spMk id="26" creationId="{2EF017EB-BBCB-5508-D8EB-AC32525E6C8A}"/>
          </ac:spMkLst>
        </pc:spChg>
        <pc:spChg chg="add mod">
          <ac:chgData name="Nguyen, Tien Long" userId="552c08b3-44b7-4414-8d59-80038a4f13a8" providerId="ADAL" clId="{C49FBE84-300D-41FC-896F-06EAF4F12778}" dt="2026-09-14T03:16:58.986" v="5746" actId="164"/>
          <ac:spMkLst>
            <pc:docMk/>
            <pc:sldMk cId="1668905445" sldId="321"/>
            <ac:spMk id="27" creationId="{7FF32099-8574-D1B4-05A5-5AEE90B536FB}"/>
          </ac:spMkLst>
        </pc:spChg>
        <pc:grpChg chg="add mod">
          <ac:chgData name="Nguyen, Tien Long" userId="552c08b3-44b7-4414-8d59-80038a4f13a8" providerId="ADAL" clId="{C49FBE84-300D-41FC-896F-06EAF4F12778}" dt="2026-09-14T19:54:52.786" v="10402" actId="207"/>
          <ac:grpSpMkLst>
            <pc:docMk/>
            <pc:sldMk cId="1668905445" sldId="321"/>
            <ac:grpSpMk id="11" creationId="{E388C4D4-AEEE-FF77-A24C-34613EBAD9A1}"/>
          </ac:grpSpMkLst>
        </pc:grpChg>
        <pc:grpChg chg="add mod">
          <ac:chgData name="Nguyen, Tien Long" userId="552c08b3-44b7-4414-8d59-80038a4f13a8" providerId="ADAL" clId="{C49FBE84-300D-41FC-896F-06EAF4F12778}" dt="2026-09-14T03:16:33.386" v="5744" actId="164"/>
          <ac:grpSpMkLst>
            <pc:docMk/>
            <pc:sldMk cId="1668905445" sldId="321"/>
            <ac:grpSpMk id="15" creationId="{91075C8B-4063-3168-9614-291F3E738A3B}"/>
          </ac:grpSpMkLst>
        </pc:grpChg>
        <pc:grpChg chg="del">
          <ac:chgData name="Nguyen, Tien Long" userId="552c08b3-44b7-4414-8d59-80038a4f13a8" providerId="ADAL" clId="{C49FBE84-300D-41FC-896F-06EAF4F12778}" dt="2026-09-14T02:54:22.593" v="4786" actId="478"/>
          <ac:grpSpMkLst>
            <pc:docMk/>
            <pc:sldMk cId="1668905445" sldId="321"/>
            <ac:grpSpMk id="20" creationId="{DAF346B3-5AEE-E23D-D582-1226EE327BD7}"/>
          </ac:grpSpMkLst>
        </pc:grpChg>
        <pc:grpChg chg="del">
          <ac:chgData name="Nguyen, Tien Long" userId="552c08b3-44b7-4414-8d59-80038a4f13a8" providerId="ADAL" clId="{C49FBE84-300D-41FC-896F-06EAF4F12778}" dt="2026-09-14T02:54:22.593" v="4786" actId="478"/>
          <ac:grpSpMkLst>
            <pc:docMk/>
            <pc:sldMk cId="1668905445" sldId="321"/>
            <ac:grpSpMk id="23" creationId="{E15F65F9-9552-9D0B-8595-297DE5F3A7B8}"/>
          </ac:grpSpMkLst>
        </pc:grpChg>
        <pc:grpChg chg="add mod">
          <ac:chgData name="Nguyen, Tien Long" userId="552c08b3-44b7-4414-8d59-80038a4f13a8" providerId="ADAL" clId="{C49FBE84-300D-41FC-896F-06EAF4F12778}" dt="2026-09-14T03:16:58.986" v="5746" actId="164"/>
          <ac:grpSpMkLst>
            <pc:docMk/>
            <pc:sldMk cId="1668905445" sldId="321"/>
            <ac:grpSpMk id="28" creationId="{DB3CBC76-BD2F-DD98-B925-DA4739B38EE0}"/>
          </ac:grpSpMkLst>
        </pc:grpChg>
        <pc:grpChg chg="add mod">
          <ac:chgData name="Nguyen, Tien Long" userId="552c08b3-44b7-4414-8d59-80038a4f13a8" providerId="ADAL" clId="{C49FBE84-300D-41FC-896F-06EAF4F12778}" dt="2026-09-14T03:18:31.269" v="5762" actId="1076"/>
          <ac:grpSpMkLst>
            <pc:docMk/>
            <pc:sldMk cId="1668905445" sldId="321"/>
            <ac:grpSpMk id="29" creationId="{850DF302-8DD9-18F4-2CEB-B9AE36560A5E}"/>
          </ac:grpSpMkLst>
        </pc:grpChg>
      </pc:sldChg>
      <pc:sldChg chg="addSp delSp modSp add mod delAnim modAnim">
        <pc:chgData name="Nguyen, Tien Long" userId="552c08b3-44b7-4414-8d59-80038a4f13a8" providerId="ADAL" clId="{C49FBE84-300D-41FC-896F-06EAF4F12778}" dt="2026-09-14T19:59:09.223" v="10475" actId="1076"/>
        <pc:sldMkLst>
          <pc:docMk/>
          <pc:sldMk cId="3888488188" sldId="322"/>
        </pc:sldMkLst>
        <pc:spChg chg="mod">
          <ac:chgData name="Nguyen, Tien Long" userId="552c08b3-44b7-4414-8d59-80038a4f13a8" providerId="ADAL" clId="{C49FBE84-300D-41FC-896F-06EAF4F12778}" dt="2026-09-14T03:40:40.944" v="5883" actId="20577"/>
          <ac:spMkLst>
            <pc:docMk/>
            <pc:sldMk cId="3888488188" sldId="322"/>
            <ac:spMk id="2" creationId="{B2CBF5E3-9F04-3EB0-05A7-B384AB2086AA}"/>
          </ac:spMkLst>
        </pc:spChg>
        <pc:spChg chg="del mod">
          <ac:chgData name="Nguyen, Tien Long" userId="552c08b3-44b7-4414-8d59-80038a4f13a8" providerId="ADAL" clId="{C49FBE84-300D-41FC-896F-06EAF4F12778}" dt="2026-09-14T03:41:05.868" v="5886" actId="478"/>
          <ac:spMkLst>
            <pc:docMk/>
            <pc:sldMk cId="3888488188" sldId="322"/>
            <ac:spMk id="3" creationId="{6019A487-6A8C-617E-FB4B-A8C86000ED9A}"/>
          </ac:spMkLst>
        </pc:spChg>
        <pc:spChg chg="del">
          <ac:chgData name="Nguyen, Tien Long" userId="552c08b3-44b7-4414-8d59-80038a4f13a8" providerId="ADAL" clId="{C49FBE84-300D-41FC-896F-06EAF4F12778}" dt="2026-09-14T03:41:08.980" v="5887" actId="478"/>
          <ac:spMkLst>
            <pc:docMk/>
            <pc:sldMk cId="3888488188" sldId="322"/>
            <ac:spMk id="4" creationId="{8056D5B9-FD4A-B347-9A1C-D2E39E8F8AB9}"/>
          </ac:spMkLst>
        </pc:spChg>
        <pc:spChg chg="add del mod">
          <ac:chgData name="Nguyen, Tien Long" userId="552c08b3-44b7-4414-8d59-80038a4f13a8" providerId="ADAL" clId="{C49FBE84-300D-41FC-896F-06EAF4F12778}" dt="2026-09-14T03:41:18.528" v="5888" actId="478"/>
          <ac:spMkLst>
            <pc:docMk/>
            <pc:sldMk cId="3888488188" sldId="322"/>
            <ac:spMk id="6" creationId="{BD730E2B-377C-EEDD-637C-3F61C1A4FC88}"/>
          </ac:spMkLst>
        </pc:spChg>
        <pc:spChg chg="add mod">
          <ac:chgData name="Nguyen, Tien Long" userId="552c08b3-44b7-4414-8d59-80038a4f13a8" providerId="ADAL" clId="{C49FBE84-300D-41FC-896F-06EAF4F12778}" dt="2026-09-14T03:41:40.981" v="5889"/>
          <ac:spMkLst>
            <pc:docMk/>
            <pc:sldMk cId="3888488188" sldId="322"/>
            <ac:spMk id="7" creationId="{D1DD72E0-9E82-82AE-D19C-899F1CC59955}"/>
          </ac:spMkLst>
        </pc:spChg>
        <pc:spChg chg="del">
          <ac:chgData name="Nguyen, Tien Long" userId="552c08b3-44b7-4414-8d59-80038a4f13a8" providerId="ADAL" clId="{C49FBE84-300D-41FC-896F-06EAF4F12778}" dt="2026-09-14T03:41:00.961" v="5884" actId="478"/>
          <ac:spMkLst>
            <pc:docMk/>
            <pc:sldMk cId="3888488188" sldId="322"/>
            <ac:spMk id="8" creationId="{576CFA59-958A-0553-5AA8-F61BB64A9E7C}"/>
          </ac:spMkLst>
        </pc:spChg>
        <pc:spChg chg="mod">
          <ac:chgData name="Nguyen, Tien Long" userId="552c08b3-44b7-4414-8d59-80038a4f13a8" providerId="ADAL" clId="{C49FBE84-300D-41FC-896F-06EAF4F12778}" dt="2026-09-14T03:41:40.981" v="5889"/>
          <ac:spMkLst>
            <pc:docMk/>
            <pc:sldMk cId="3888488188" sldId="322"/>
            <ac:spMk id="10" creationId="{65095052-C84A-A463-1265-4D047BCB5561}"/>
          </ac:spMkLst>
        </pc:spChg>
        <pc:spChg chg="mod">
          <ac:chgData name="Nguyen, Tien Long" userId="552c08b3-44b7-4414-8d59-80038a4f13a8" providerId="ADAL" clId="{C49FBE84-300D-41FC-896F-06EAF4F12778}" dt="2026-09-14T03:41:40.981" v="5889"/>
          <ac:spMkLst>
            <pc:docMk/>
            <pc:sldMk cId="3888488188" sldId="322"/>
            <ac:spMk id="13" creationId="{830161FC-F9B6-83EF-C49F-70A2B074A7B3}"/>
          </ac:spMkLst>
        </pc:spChg>
        <pc:spChg chg="mod">
          <ac:chgData name="Nguyen, Tien Long" userId="552c08b3-44b7-4414-8d59-80038a4f13a8" providerId="ADAL" clId="{C49FBE84-300D-41FC-896F-06EAF4F12778}" dt="2026-09-14T03:41:40.981" v="5889"/>
          <ac:spMkLst>
            <pc:docMk/>
            <pc:sldMk cId="3888488188" sldId="322"/>
            <ac:spMk id="19" creationId="{53C0ED0C-9FEB-A6A7-0D4B-5B28DAC406CB}"/>
          </ac:spMkLst>
        </pc:spChg>
        <pc:spChg chg="mod">
          <ac:chgData name="Nguyen, Tien Long" userId="552c08b3-44b7-4414-8d59-80038a4f13a8" providerId="ADAL" clId="{C49FBE84-300D-41FC-896F-06EAF4F12778}" dt="2026-09-14T03:41:40.981" v="5889"/>
          <ac:spMkLst>
            <pc:docMk/>
            <pc:sldMk cId="3888488188" sldId="322"/>
            <ac:spMk id="20" creationId="{47792DE0-826F-CA36-4891-F0DC1695F25C}"/>
          </ac:spMkLst>
        </pc:spChg>
        <pc:spChg chg="add mod">
          <ac:chgData name="Nguyen, Tien Long" userId="552c08b3-44b7-4414-8d59-80038a4f13a8" providerId="ADAL" clId="{C49FBE84-300D-41FC-896F-06EAF4F12778}" dt="2026-09-14T03:41:40.981" v="5889"/>
          <ac:spMkLst>
            <pc:docMk/>
            <pc:sldMk cId="3888488188" sldId="322"/>
            <ac:spMk id="21" creationId="{B4825048-8C1A-6E26-C32A-B5DEAB087317}"/>
          </ac:spMkLst>
        </pc:spChg>
        <pc:spChg chg="add mod">
          <ac:chgData name="Nguyen, Tien Long" userId="552c08b3-44b7-4414-8d59-80038a4f13a8" providerId="ADAL" clId="{C49FBE84-300D-41FC-896F-06EAF4F12778}" dt="2026-09-14T03:41:40.981" v="5889"/>
          <ac:spMkLst>
            <pc:docMk/>
            <pc:sldMk cId="3888488188" sldId="322"/>
            <ac:spMk id="22" creationId="{1BACF57B-8628-6367-FD0C-EBFD0A69A81E}"/>
          </ac:spMkLst>
        </pc:spChg>
        <pc:spChg chg="mod">
          <ac:chgData name="Nguyen, Tien Long" userId="552c08b3-44b7-4414-8d59-80038a4f13a8" providerId="ADAL" clId="{C49FBE84-300D-41FC-896F-06EAF4F12778}" dt="2026-09-14T03:41:40.981" v="5889"/>
          <ac:spMkLst>
            <pc:docMk/>
            <pc:sldMk cId="3888488188" sldId="322"/>
            <ac:spMk id="24" creationId="{E8BD6D64-40A9-A907-D72E-C525808A1C4E}"/>
          </ac:spMkLst>
        </pc:spChg>
        <pc:spChg chg="mod">
          <ac:chgData name="Nguyen, Tien Long" userId="552c08b3-44b7-4414-8d59-80038a4f13a8" providerId="ADAL" clId="{C49FBE84-300D-41FC-896F-06EAF4F12778}" dt="2026-09-14T03:41:40.981" v="5889"/>
          <ac:spMkLst>
            <pc:docMk/>
            <pc:sldMk cId="3888488188" sldId="322"/>
            <ac:spMk id="26" creationId="{23288372-F05D-0D30-AEE0-8CB737276A35}"/>
          </ac:spMkLst>
        </pc:spChg>
        <pc:spChg chg="add mod">
          <ac:chgData name="Nguyen, Tien Long" userId="552c08b3-44b7-4414-8d59-80038a4f13a8" providerId="ADAL" clId="{C49FBE84-300D-41FC-896F-06EAF4F12778}" dt="2026-09-14T03:55:21.238" v="6070" actId="1076"/>
          <ac:spMkLst>
            <pc:docMk/>
            <pc:sldMk cId="3888488188" sldId="322"/>
            <ac:spMk id="30" creationId="{1BFAC178-2100-3596-4DFE-1A65E070FBF5}"/>
          </ac:spMkLst>
        </pc:spChg>
        <pc:spChg chg="add mod">
          <ac:chgData name="Nguyen, Tien Long" userId="552c08b3-44b7-4414-8d59-80038a4f13a8" providerId="ADAL" clId="{C49FBE84-300D-41FC-896F-06EAF4F12778}" dt="2026-09-14T03:49:01.145" v="5970" actId="1076"/>
          <ac:spMkLst>
            <pc:docMk/>
            <pc:sldMk cId="3888488188" sldId="322"/>
            <ac:spMk id="31" creationId="{DBA3D6D7-2BC3-DA50-B61E-32F539E60C32}"/>
          </ac:spMkLst>
        </pc:spChg>
        <pc:spChg chg="del mod">
          <ac:chgData name="Nguyen, Tien Long" userId="552c08b3-44b7-4414-8d59-80038a4f13a8" providerId="ADAL" clId="{C49FBE84-300D-41FC-896F-06EAF4F12778}" dt="2026-09-14T03:42:04.160" v="5895" actId="478"/>
          <ac:spMkLst>
            <pc:docMk/>
            <pc:sldMk cId="3888488188" sldId="322"/>
            <ac:spMk id="32" creationId="{4C105811-8A18-1B00-DC9F-3ED41C807B01}"/>
          </ac:spMkLst>
        </pc:spChg>
        <pc:spChg chg="mod">
          <ac:chgData name="Nguyen, Tien Long" userId="552c08b3-44b7-4414-8d59-80038a4f13a8" providerId="ADAL" clId="{C49FBE84-300D-41FC-896F-06EAF4F12778}" dt="2026-09-14T03:50:13.308" v="5998" actId="20577"/>
          <ac:spMkLst>
            <pc:docMk/>
            <pc:sldMk cId="3888488188" sldId="322"/>
            <ac:spMk id="34" creationId="{F2CD67DA-66AE-EC03-B1D6-04094D0DAEE9}"/>
          </ac:spMkLst>
        </pc:spChg>
        <pc:spChg chg="mod">
          <ac:chgData name="Nguyen, Tien Long" userId="552c08b3-44b7-4414-8d59-80038a4f13a8" providerId="ADAL" clId="{C49FBE84-300D-41FC-896F-06EAF4F12778}" dt="2026-09-14T19:57:11.042" v="10461" actId="207"/>
          <ac:spMkLst>
            <pc:docMk/>
            <pc:sldMk cId="3888488188" sldId="322"/>
            <ac:spMk id="35" creationId="{84AEC52F-2C31-B7EF-3F4D-999D650D0FD4}"/>
          </ac:spMkLst>
        </pc:spChg>
        <pc:spChg chg="mod">
          <ac:chgData name="Nguyen, Tien Long" userId="552c08b3-44b7-4414-8d59-80038a4f13a8" providerId="ADAL" clId="{C49FBE84-300D-41FC-896F-06EAF4F12778}" dt="2026-09-14T03:54:59.639" v="6066" actId="14100"/>
          <ac:spMkLst>
            <pc:docMk/>
            <pc:sldMk cId="3888488188" sldId="322"/>
            <ac:spMk id="37" creationId="{98E6E0D3-A324-2EAE-A08C-637270BECCCD}"/>
          </ac:spMkLst>
        </pc:spChg>
        <pc:spChg chg="mod">
          <ac:chgData name="Nguyen, Tien Long" userId="552c08b3-44b7-4414-8d59-80038a4f13a8" providerId="ADAL" clId="{C49FBE84-300D-41FC-896F-06EAF4F12778}" dt="2026-09-14T19:57:17.450" v="10462" actId="207"/>
          <ac:spMkLst>
            <pc:docMk/>
            <pc:sldMk cId="3888488188" sldId="322"/>
            <ac:spMk id="38" creationId="{39DBCA26-1DAB-7AAE-A026-6496818C5C12}"/>
          </ac:spMkLst>
        </pc:spChg>
        <pc:spChg chg="add mod">
          <ac:chgData name="Nguyen, Tien Long" userId="552c08b3-44b7-4414-8d59-80038a4f13a8" providerId="ADAL" clId="{C49FBE84-300D-41FC-896F-06EAF4F12778}" dt="2026-09-14T03:47:53.477" v="5963" actId="1076"/>
          <ac:spMkLst>
            <pc:docMk/>
            <pc:sldMk cId="3888488188" sldId="322"/>
            <ac:spMk id="39" creationId="{3F877DD5-43D3-587A-7D1B-5039BABABA98}"/>
          </ac:spMkLst>
        </pc:spChg>
        <pc:spChg chg="add del mod">
          <ac:chgData name="Nguyen, Tien Long" userId="552c08b3-44b7-4414-8d59-80038a4f13a8" providerId="ADAL" clId="{C49FBE84-300D-41FC-896F-06EAF4F12778}" dt="2026-09-14T03:42:06.699" v="5896" actId="478"/>
          <ac:spMkLst>
            <pc:docMk/>
            <pc:sldMk cId="3888488188" sldId="322"/>
            <ac:spMk id="40" creationId="{C54043EA-3487-7B56-74A8-F611F5BD0F2C}"/>
          </ac:spMkLst>
        </pc:spChg>
        <pc:spChg chg="mod">
          <ac:chgData name="Nguyen, Tien Long" userId="552c08b3-44b7-4414-8d59-80038a4f13a8" providerId="ADAL" clId="{C49FBE84-300D-41FC-896F-06EAF4F12778}" dt="2026-09-14T03:41:53.126" v="5891"/>
          <ac:spMkLst>
            <pc:docMk/>
            <pc:sldMk cId="3888488188" sldId="322"/>
            <ac:spMk id="42" creationId="{787141FC-3B00-9225-EE17-9D5CC8A0BBD3}"/>
          </ac:spMkLst>
        </pc:spChg>
        <pc:spChg chg="mod">
          <ac:chgData name="Nguyen, Tien Long" userId="552c08b3-44b7-4414-8d59-80038a4f13a8" providerId="ADAL" clId="{C49FBE84-300D-41FC-896F-06EAF4F12778}" dt="2026-09-14T03:41:59.392" v="5892" actId="6549"/>
          <ac:spMkLst>
            <pc:docMk/>
            <pc:sldMk cId="3888488188" sldId="322"/>
            <ac:spMk id="43" creationId="{34FF580C-754A-7EAC-C633-9B403734353B}"/>
          </ac:spMkLst>
        </pc:spChg>
        <pc:spChg chg="add mod">
          <ac:chgData name="Nguyen, Tien Long" userId="552c08b3-44b7-4414-8d59-80038a4f13a8" providerId="ADAL" clId="{C49FBE84-300D-41FC-896F-06EAF4F12778}" dt="2026-09-14T03:47:53.477" v="5963" actId="1076"/>
          <ac:spMkLst>
            <pc:docMk/>
            <pc:sldMk cId="3888488188" sldId="322"/>
            <ac:spMk id="44" creationId="{8B22C147-5E1C-D232-2C21-6775142C173E}"/>
          </ac:spMkLst>
        </pc:spChg>
        <pc:spChg chg="mod">
          <ac:chgData name="Nguyen, Tien Long" userId="552c08b3-44b7-4414-8d59-80038a4f13a8" providerId="ADAL" clId="{C49FBE84-300D-41FC-896F-06EAF4F12778}" dt="2026-09-14T19:58:36.851" v="10470" actId="255"/>
          <ac:spMkLst>
            <pc:docMk/>
            <pc:sldMk cId="3888488188" sldId="322"/>
            <ac:spMk id="48" creationId="{56032B7D-AED7-D86C-A559-B5257AD72DB3}"/>
          </ac:spMkLst>
        </pc:spChg>
        <pc:spChg chg="mod">
          <ac:chgData name="Nguyen, Tien Long" userId="552c08b3-44b7-4414-8d59-80038a4f13a8" providerId="ADAL" clId="{C49FBE84-300D-41FC-896F-06EAF4F12778}" dt="2026-09-14T19:58:36.851" v="10470" actId="255"/>
          <ac:spMkLst>
            <pc:docMk/>
            <pc:sldMk cId="3888488188" sldId="322"/>
            <ac:spMk id="49" creationId="{63CEA5C8-4B9B-C189-EA8F-E9F15A9CA236}"/>
          </ac:spMkLst>
        </pc:spChg>
        <pc:spChg chg="mod">
          <ac:chgData name="Nguyen, Tien Long" userId="552c08b3-44b7-4414-8d59-80038a4f13a8" providerId="ADAL" clId="{C49FBE84-300D-41FC-896F-06EAF4F12778}" dt="2026-09-14T19:58:36.851" v="10470" actId="255"/>
          <ac:spMkLst>
            <pc:docMk/>
            <pc:sldMk cId="3888488188" sldId="322"/>
            <ac:spMk id="50" creationId="{4551FD88-404B-A6B2-1F62-1A600C93F8AA}"/>
          </ac:spMkLst>
        </pc:spChg>
        <pc:spChg chg="mod">
          <ac:chgData name="Nguyen, Tien Long" userId="552c08b3-44b7-4414-8d59-80038a4f13a8" providerId="ADAL" clId="{C49FBE84-300D-41FC-896F-06EAF4F12778}" dt="2026-09-14T19:58:52.789" v="10472" actId="1076"/>
          <ac:spMkLst>
            <pc:docMk/>
            <pc:sldMk cId="3888488188" sldId="322"/>
            <ac:spMk id="51" creationId="{5F689395-A20D-BD32-DF81-8B3263B40915}"/>
          </ac:spMkLst>
        </pc:spChg>
        <pc:spChg chg="add del mod">
          <ac:chgData name="Nguyen, Tien Long" userId="552c08b3-44b7-4414-8d59-80038a4f13a8" providerId="ADAL" clId="{C49FBE84-300D-41FC-896F-06EAF4F12778}" dt="2026-09-14T03:48:48.937" v="5969"/>
          <ac:spMkLst>
            <pc:docMk/>
            <pc:sldMk cId="3888488188" sldId="322"/>
            <ac:spMk id="52" creationId="{80978D72-FEC1-3760-7AEB-B65568C81C4B}"/>
          </ac:spMkLst>
        </pc:spChg>
        <pc:spChg chg="add del mod">
          <ac:chgData name="Nguyen, Tien Long" userId="552c08b3-44b7-4414-8d59-80038a4f13a8" providerId="ADAL" clId="{C49FBE84-300D-41FC-896F-06EAF4F12778}" dt="2026-09-14T03:51:54.918" v="6028"/>
          <ac:spMkLst>
            <pc:docMk/>
            <pc:sldMk cId="3888488188" sldId="322"/>
            <ac:spMk id="53" creationId="{5236E19C-1ECF-195C-E264-C9EA00C4A5F9}"/>
          </ac:spMkLst>
        </pc:spChg>
        <pc:spChg chg="add mod">
          <ac:chgData name="Nguyen, Tien Long" userId="552c08b3-44b7-4414-8d59-80038a4f13a8" providerId="ADAL" clId="{C49FBE84-300D-41FC-896F-06EAF4F12778}" dt="2026-09-14T03:58:24.483" v="6108" actId="1076"/>
          <ac:spMkLst>
            <pc:docMk/>
            <pc:sldMk cId="3888488188" sldId="322"/>
            <ac:spMk id="54" creationId="{8A1790F0-E0DB-EE7E-46C7-CACE35619D4D}"/>
          </ac:spMkLst>
        </pc:spChg>
        <pc:spChg chg="add del mod">
          <ac:chgData name="Nguyen, Tien Long" userId="552c08b3-44b7-4414-8d59-80038a4f13a8" providerId="ADAL" clId="{C49FBE84-300D-41FC-896F-06EAF4F12778}" dt="2026-09-14T03:53:40.220" v="6054" actId="478"/>
          <ac:spMkLst>
            <pc:docMk/>
            <pc:sldMk cId="3888488188" sldId="322"/>
            <ac:spMk id="56" creationId="{688D1B5E-8957-4A24-24F1-5A7F29114F17}"/>
          </ac:spMkLst>
        </pc:spChg>
        <pc:spChg chg="add del mod">
          <ac:chgData name="Nguyen, Tien Long" userId="552c08b3-44b7-4414-8d59-80038a4f13a8" providerId="ADAL" clId="{C49FBE84-300D-41FC-896F-06EAF4F12778}" dt="2026-09-14T03:53:39.274" v="6053" actId="478"/>
          <ac:spMkLst>
            <pc:docMk/>
            <pc:sldMk cId="3888488188" sldId="322"/>
            <ac:spMk id="58" creationId="{B16CFF85-EFAE-DF89-D14F-C149ED497015}"/>
          </ac:spMkLst>
        </pc:spChg>
        <pc:spChg chg="mod">
          <ac:chgData name="Nguyen, Tien Long" userId="552c08b3-44b7-4414-8d59-80038a4f13a8" providerId="ADAL" clId="{C49FBE84-300D-41FC-896F-06EAF4F12778}" dt="2026-09-14T19:59:02.576" v="10474" actId="255"/>
          <ac:spMkLst>
            <pc:docMk/>
            <pc:sldMk cId="3888488188" sldId="322"/>
            <ac:spMk id="61" creationId="{3114D690-D0B3-4E91-E1D7-99E4C22C639B}"/>
          </ac:spMkLst>
        </pc:spChg>
        <pc:spChg chg="mod">
          <ac:chgData name="Nguyen, Tien Long" userId="552c08b3-44b7-4414-8d59-80038a4f13a8" providerId="ADAL" clId="{C49FBE84-300D-41FC-896F-06EAF4F12778}" dt="2026-09-14T19:59:02.576" v="10474" actId="255"/>
          <ac:spMkLst>
            <pc:docMk/>
            <pc:sldMk cId="3888488188" sldId="322"/>
            <ac:spMk id="62" creationId="{34598E9E-45BE-5B45-D5BA-6E19AC8E6B61}"/>
          </ac:spMkLst>
        </pc:spChg>
        <pc:spChg chg="mod">
          <ac:chgData name="Nguyen, Tien Long" userId="552c08b3-44b7-4414-8d59-80038a4f13a8" providerId="ADAL" clId="{C49FBE84-300D-41FC-896F-06EAF4F12778}" dt="2026-09-14T19:59:02.576" v="10474" actId="255"/>
          <ac:spMkLst>
            <pc:docMk/>
            <pc:sldMk cId="3888488188" sldId="322"/>
            <ac:spMk id="63" creationId="{7C1F33A3-B78C-0296-A40D-99E62DBE82F0}"/>
          </ac:spMkLst>
        </pc:spChg>
        <pc:spChg chg="mod">
          <ac:chgData name="Nguyen, Tien Long" userId="552c08b3-44b7-4414-8d59-80038a4f13a8" providerId="ADAL" clId="{C49FBE84-300D-41FC-896F-06EAF4F12778}" dt="2026-09-14T19:59:09.223" v="10475" actId="1076"/>
          <ac:spMkLst>
            <pc:docMk/>
            <pc:sldMk cId="3888488188" sldId="322"/>
            <ac:spMk id="64" creationId="{E4EC56B7-06DF-90D1-D2E3-7ECEF384D191}"/>
          </ac:spMkLst>
        </pc:spChg>
        <pc:spChg chg="mod">
          <ac:chgData name="Nguyen, Tien Long" userId="552c08b3-44b7-4414-8d59-80038a4f13a8" providerId="ADAL" clId="{C49FBE84-300D-41FC-896F-06EAF4F12778}" dt="2026-09-14T19:58:46.450" v="10471" actId="255"/>
          <ac:spMkLst>
            <pc:docMk/>
            <pc:sldMk cId="3888488188" sldId="322"/>
            <ac:spMk id="67" creationId="{0539CC86-DEB6-DDE3-8E08-969DFE74C691}"/>
          </ac:spMkLst>
        </pc:spChg>
        <pc:spChg chg="mod">
          <ac:chgData name="Nguyen, Tien Long" userId="552c08b3-44b7-4414-8d59-80038a4f13a8" providerId="ADAL" clId="{C49FBE84-300D-41FC-896F-06EAF4F12778}" dt="2026-09-14T19:58:46.450" v="10471" actId="255"/>
          <ac:spMkLst>
            <pc:docMk/>
            <pc:sldMk cId="3888488188" sldId="322"/>
            <ac:spMk id="68" creationId="{282BDC17-2665-2C12-8471-0F7B58E4A4A1}"/>
          </ac:spMkLst>
        </pc:spChg>
        <pc:spChg chg="mod">
          <ac:chgData name="Nguyen, Tien Long" userId="552c08b3-44b7-4414-8d59-80038a4f13a8" providerId="ADAL" clId="{C49FBE84-300D-41FC-896F-06EAF4F12778}" dt="2026-09-14T19:58:46.450" v="10471" actId="255"/>
          <ac:spMkLst>
            <pc:docMk/>
            <pc:sldMk cId="3888488188" sldId="322"/>
            <ac:spMk id="69" creationId="{E417197E-64E9-9654-9D65-1976E396803F}"/>
          </ac:spMkLst>
        </pc:spChg>
        <pc:spChg chg="mod">
          <ac:chgData name="Nguyen, Tien Long" userId="552c08b3-44b7-4414-8d59-80038a4f13a8" providerId="ADAL" clId="{C49FBE84-300D-41FC-896F-06EAF4F12778}" dt="2026-09-14T19:58:56.724" v="10473" actId="1076"/>
          <ac:spMkLst>
            <pc:docMk/>
            <pc:sldMk cId="3888488188" sldId="322"/>
            <ac:spMk id="70" creationId="{87053CA8-9B6F-CF8A-C864-6861BB0D50F0}"/>
          </ac:spMkLst>
        </pc:spChg>
        <pc:spChg chg="mod">
          <ac:chgData name="Nguyen, Tien Long" userId="552c08b3-44b7-4414-8d59-80038a4f13a8" providerId="ADAL" clId="{C49FBE84-300D-41FC-896F-06EAF4F12778}" dt="2026-09-14T03:57:30.043" v="6102" actId="20577"/>
          <ac:spMkLst>
            <pc:docMk/>
            <pc:sldMk cId="3888488188" sldId="322"/>
            <ac:spMk id="73" creationId="{AC31CAD6-76FC-4877-F788-7D360253BECE}"/>
          </ac:spMkLst>
        </pc:spChg>
        <pc:spChg chg="mod">
          <ac:chgData name="Nguyen, Tien Long" userId="552c08b3-44b7-4414-8d59-80038a4f13a8" providerId="ADAL" clId="{C49FBE84-300D-41FC-896F-06EAF4F12778}" dt="2026-09-14T03:57:30.043" v="6102" actId="20577"/>
          <ac:spMkLst>
            <pc:docMk/>
            <pc:sldMk cId="3888488188" sldId="322"/>
            <ac:spMk id="74" creationId="{67500B62-BB06-A199-D664-1ACC9C59DA6A}"/>
          </ac:spMkLst>
        </pc:spChg>
        <pc:spChg chg="mod">
          <ac:chgData name="Nguyen, Tien Long" userId="552c08b3-44b7-4414-8d59-80038a4f13a8" providerId="ADAL" clId="{C49FBE84-300D-41FC-896F-06EAF4F12778}" dt="2026-09-14T03:57:30.043" v="6102" actId="20577"/>
          <ac:spMkLst>
            <pc:docMk/>
            <pc:sldMk cId="3888488188" sldId="322"/>
            <ac:spMk id="75" creationId="{52DDC1BF-F523-0773-34D9-53CBAD375EDD}"/>
          </ac:spMkLst>
        </pc:spChg>
        <pc:spChg chg="mod">
          <ac:chgData name="Nguyen, Tien Long" userId="552c08b3-44b7-4414-8d59-80038a4f13a8" providerId="ADAL" clId="{C49FBE84-300D-41FC-896F-06EAF4F12778}" dt="2026-09-14T19:57:42.596" v="10466" actId="207"/>
          <ac:spMkLst>
            <pc:docMk/>
            <pc:sldMk cId="3888488188" sldId="322"/>
            <ac:spMk id="76" creationId="{A235D2A1-2CE2-82CF-8B01-D40508E94347}"/>
          </ac:spMkLst>
        </pc:spChg>
        <pc:spChg chg="add mod">
          <ac:chgData name="Nguyen, Tien Long" userId="552c08b3-44b7-4414-8d59-80038a4f13a8" providerId="ADAL" clId="{C49FBE84-300D-41FC-896F-06EAF4F12778}" dt="2026-09-14T03:56:00.019" v="6084" actId="1076"/>
          <ac:spMkLst>
            <pc:docMk/>
            <pc:sldMk cId="3888488188" sldId="322"/>
            <ac:spMk id="77" creationId="{79BAC2BB-C39F-01C1-157C-515ED24A76D9}"/>
          </ac:spMkLst>
        </pc:spChg>
        <pc:spChg chg="add mod">
          <ac:chgData name="Nguyen, Tien Long" userId="552c08b3-44b7-4414-8d59-80038a4f13a8" providerId="ADAL" clId="{C49FBE84-300D-41FC-896F-06EAF4F12778}" dt="2026-09-14T03:56:07.356" v="6088" actId="20577"/>
          <ac:spMkLst>
            <pc:docMk/>
            <pc:sldMk cId="3888488188" sldId="322"/>
            <ac:spMk id="79" creationId="{60E92E92-12F8-5FA1-FB21-4518DD390FAD}"/>
          </ac:spMkLst>
        </pc:spChg>
        <pc:grpChg chg="add mod">
          <ac:chgData name="Nguyen, Tien Long" userId="552c08b3-44b7-4414-8d59-80038a4f13a8" providerId="ADAL" clId="{C49FBE84-300D-41FC-896F-06EAF4F12778}" dt="2026-09-14T03:41:40.981" v="5889"/>
          <ac:grpSpMkLst>
            <pc:docMk/>
            <pc:sldMk cId="3888488188" sldId="322"/>
            <ac:grpSpMk id="9" creationId="{2A395311-DEB0-139D-D8E2-7EC4A84BE283}"/>
          </ac:grpSpMkLst>
        </pc:grpChg>
        <pc:grpChg chg="del">
          <ac:chgData name="Nguyen, Tien Long" userId="552c08b3-44b7-4414-8d59-80038a4f13a8" providerId="ADAL" clId="{C49FBE84-300D-41FC-896F-06EAF4F12778}" dt="2026-09-14T03:41:00.961" v="5884" actId="478"/>
          <ac:grpSpMkLst>
            <pc:docMk/>
            <pc:sldMk cId="3888488188" sldId="322"/>
            <ac:grpSpMk id="11" creationId="{A4073925-95EB-0169-3666-658AC8CA5F1A}"/>
          </ac:grpSpMkLst>
        </pc:grpChg>
        <pc:grpChg chg="del">
          <ac:chgData name="Nguyen, Tien Long" userId="552c08b3-44b7-4414-8d59-80038a4f13a8" providerId="ADAL" clId="{C49FBE84-300D-41FC-896F-06EAF4F12778}" dt="2026-09-14T03:41:00.961" v="5884" actId="478"/>
          <ac:grpSpMkLst>
            <pc:docMk/>
            <pc:sldMk cId="3888488188" sldId="322"/>
            <ac:grpSpMk id="29" creationId="{387F0D14-6598-E52C-A0AC-7D355DDF76F1}"/>
          </ac:grpSpMkLst>
        </pc:grpChg>
        <pc:grpChg chg="mod">
          <ac:chgData name="Nguyen, Tien Long" userId="552c08b3-44b7-4414-8d59-80038a4f13a8" providerId="ADAL" clId="{C49FBE84-300D-41FC-896F-06EAF4F12778}" dt="2026-09-14T03:50:13.308" v="5998" actId="20577"/>
          <ac:grpSpMkLst>
            <pc:docMk/>
            <pc:sldMk cId="3888488188" sldId="322"/>
            <ac:grpSpMk id="33" creationId="{00A41CE5-5722-1677-211C-B78D84CC9EFB}"/>
          </ac:grpSpMkLst>
        </pc:grpChg>
        <pc:grpChg chg="mod">
          <ac:chgData name="Nguyen, Tien Long" userId="552c08b3-44b7-4414-8d59-80038a4f13a8" providerId="ADAL" clId="{C49FBE84-300D-41FC-896F-06EAF4F12778}" dt="2026-09-14T03:44:34.044" v="5933" actId="164"/>
          <ac:grpSpMkLst>
            <pc:docMk/>
            <pc:sldMk cId="3888488188" sldId="322"/>
            <ac:grpSpMk id="36" creationId="{F198AF09-BF19-4D17-DE0A-58164772857B}"/>
          </ac:grpSpMkLst>
        </pc:grpChg>
        <pc:grpChg chg="del">
          <ac:chgData name="Nguyen, Tien Long" userId="552c08b3-44b7-4414-8d59-80038a4f13a8" providerId="ADAL" clId="{C49FBE84-300D-41FC-896F-06EAF4F12778}" dt="2026-09-14T03:42:01.672" v="5893" actId="478"/>
          <ac:grpSpMkLst>
            <pc:docMk/>
            <pc:sldMk cId="3888488188" sldId="322"/>
            <ac:grpSpMk id="41" creationId="{04D18BF3-995F-919A-AC53-9CC6C4AECC45}"/>
          </ac:grpSpMkLst>
        </pc:grpChg>
        <pc:grpChg chg="add mod">
          <ac:chgData name="Nguyen, Tien Long" userId="552c08b3-44b7-4414-8d59-80038a4f13a8" providerId="ADAL" clId="{C49FBE84-300D-41FC-896F-06EAF4F12778}" dt="2026-09-14T03:49:09.799" v="5971" actId="1076"/>
          <ac:grpSpMkLst>
            <pc:docMk/>
            <pc:sldMk cId="3888488188" sldId="322"/>
            <ac:grpSpMk id="45" creationId="{DC2ED81E-7A4E-C342-F322-4751D3225DC7}"/>
          </ac:grpSpMkLst>
        </pc:grpChg>
        <pc:grpChg chg="add mod">
          <ac:chgData name="Nguyen, Tien Long" userId="552c08b3-44b7-4414-8d59-80038a4f13a8" providerId="ADAL" clId="{C49FBE84-300D-41FC-896F-06EAF4F12778}" dt="2026-09-14T19:58:36.851" v="10470" actId="255"/>
          <ac:grpSpMkLst>
            <pc:docMk/>
            <pc:sldMk cId="3888488188" sldId="322"/>
            <ac:grpSpMk id="46" creationId="{63290A05-F475-FBF7-AD2C-78B04ED5D9C8}"/>
          </ac:grpSpMkLst>
        </pc:grpChg>
        <pc:grpChg chg="mod">
          <ac:chgData name="Nguyen, Tien Long" userId="552c08b3-44b7-4414-8d59-80038a4f13a8" providerId="ADAL" clId="{C49FBE84-300D-41FC-896F-06EAF4F12778}" dt="2026-09-14T19:58:36.851" v="10470" actId="255"/>
          <ac:grpSpMkLst>
            <pc:docMk/>
            <pc:sldMk cId="3888488188" sldId="322"/>
            <ac:grpSpMk id="47" creationId="{B4CF1AEB-18CD-9806-2A52-C3A53C23ED85}"/>
          </ac:grpSpMkLst>
        </pc:grpChg>
        <pc:grpChg chg="add mod">
          <ac:chgData name="Nguyen, Tien Long" userId="552c08b3-44b7-4414-8d59-80038a4f13a8" providerId="ADAL" clId="{C49FBE84-300D-41FC-896F-06EAF4F12778}" dt="2026-09-14T19:59:02.576" v="10474" actId="255"/>
          <ac:grpSpMkLst>
            <pc:docMk/>
            <pc:sldMk cId="3888488188" sldId="322"/>
            <ac:grpSpMk id="59" creationId="{2A874FBB-B144-1DD9-B623-53F2F0BF6424}"/>
          </ac:grpSpMkLst>
        </pc:grpChg>
        <pc:grpChg chg="mod">
          <ac:chgData name="Nguyen, Tien Long" userId="552c08b3-44b7-4414-8d59-80038a4f13a8" providerId="ADAL" clId="{C49FBE84-300D-41FC-896F-06EAF4F12778}" dt="2026-09-14T19:59:02.576" v="10474" actId="255"/>
          <ac:grpSpMkLst>
            <pc:docMk/>
            <pc:sldMk cId="3888488188" sldId="322"/>
            <ac:grpSpMk id="60" creationId="{2A6EE1E6-A482-0CCE-A573-21332E054A03}"/>
          </ac:grpSpMkLst>
        </pc:grpChg>
        <pc:grpChg chg="add mod">
          <ac:chgData name="Nguyen, Tien Long" userId="552c08b3-44b7-4414-8d59-80038a4f13a8" providerId="ADAL" clId="{C49FBE84-300D-41FC-896F-06EAF4F12778}" dt="2026-09-14T19:58:46.450" v="10471" actId="255"/>
          <ac:grpSpMkLst>
            <pc:docMk/>
            <pc:sldMk cId="3888488188" sldId="322"/>
            <ac:grpSpMk id="65" creationId="{DBDE6388-0286-E616-B19B-A8AB75F853E7}"/>
          </ac:grpSpMkLst>
        </pc:grpChg>
        <pc:grpChg chg="mod">
          <ac:chgData name="Nguyen, Tien Long" userId="552c08b3-44b7-4414-8d59-80038a4f13a8" providerId="ADAL" clId="{C49FBE84-300D-41FC-896F-06EAF4F12778}" dt="2026-09-14T19:58:46.450" v="10471" actId="255"/>
          <ac:grpSpMkLst>
            <pc:docMk/>
            <pc:sldMk cId="3888488188" sldId="322"/>
            <ac:grpSpMk id="66" creationId="{40030212-5AAE-1283-7C56-62008E8201AB}"/>
          </ac:grpSpMkLst>
        </pc:grpChg>
        <pc:grpChg chg="add mod">
          <ac:chgData name="Nguyen, Tien Long" userId="552c08b3-44b7-4414-8d59-80038a4f13a8" providerId="ADAL" clId="{C49FBE84-300D-41FC-896F-06EAF4F12778}" dt="2026-09-14T03:57:30.043" v="6102" actId="20577"/>
          <ac:grpSpMkLst>
            <pc:docMk/>
            <pc:sldMk cId="3888488188" sldId="322"/>
            <ac:grpSpMk id="71" creationId="{85EF1A20-E604-2740-45EE-C64DDFB5F654}"/>
          </ac:grpSpMkLst>
        </pc:grpChg>
        <pc:grpChg chg="mod">
          <ac:chgData name="Nguyen, Tien Long" userId="552c08b3-44b7-4414-8d59-80038a4f13a8" providerId="ADAL" clId="{C49FBE84-300D-41FC-896F-06EAF4F12778}" dt="2026-09-14T03:57:30.043" v="6102" actId="20577"/>
          <ac:grpSpMkLst>
            <pc:docMk/>
            <pc:sldMk cId="3888488188" sldId="322"/>
            <ac:grpSpMk id="72" creationId="{B4852E0F-0F19-45DD-2EF1-4A3D3AB6C9C7}"/>
          </ac:grpSpMkLst>
        </pc:grpChg>
      </pc:sldChg>
      <pc:sldChg chg="add del">
        <pc:chgData name="Nguyen, Tien Long" userId="552c08b3-44b7-4414-8d59-80038a4f13a8" providerId="ADAL" clId="{C49FBE84-300D-41FC-896F-06EAF4F12778}" dt="2026-09-14T03:39:43.690" v="5774" actId="47"/>
        <pc:sldMkLst>
          <pc:docMk/>
          <pc:sldMk cId="378227265" sldId="323"/>
        </pc:sldMkLst>
      </pc:sldChg>
      <pc:sldChg chg="add">
        <pc:chgData name="Nguyen, Tien Long" userId="552c08b3-44b7-4414-8d59-80038a4f13a8" providerId="ADAL" clId="{C49FBE84-300D-41FC-896F-06EAF4F12778}" dt="2026-09-14T14:47:38.583" v="6129" actId="2890"/>
        <pc:sldMkLst>
          <pc:docMk/>
          <pc:sldMk cId="2527799973" sldId="323"/>
        </pc:sldMkLst>
      </pc:sldChg>
      <pc:sldChg chg="addSp delSp modSp add mod modAnim">
        <pc:chgData name="Nguyen, Tien Long" userId="552c08b3-44b7-4414-8d59-80038a4f13a8" providerId="ADAL" clId="{C49FBE84-300D-41FC-896F-06EAF4F12778}" dt="2026-09-14T20:15:57.728" v="10537" actId="1076"/>
        <pc:sldMkLst>
          <pc:docMk/>
          <pc:sldMk cId="1106803683" sldId="324"/>
        </pc:sldMkLst>
        <pc:spChg chg="mod">
          <ac:chgData name="Nguyen, Tien Long" userId="552c08b3-44b7-4414-8d59-80038a4f13a8" providerId="ADAL" clId="{C49FBE84-300D-41FC-896F-06EAF4F12778}" dt="2026-09-14T15:30:23.946" v="7125" actId="20577"/>
          <ac:spMkLst>
            <pc:docMk/>
            <pc:sldMk cId="1106803683" sldId="324"/>
            <ac:spMk id="2" creationId="{F901B159-6744-4D26-9E6F-93489D97015B}"/>
          </ac:spMkLst>
        </pc:spChg>
        <pc:spChg chg="mod">
          <ac:chgData name="Nguyen, Tien Long" userId="552c08b3-44b7-4414-8d59-80038a4f13a8" providerId="ADAL" clId="{C49FBE84-300D-41FC-896F-06EAF4F12778}" dt="2026-09-14T20:15:46.566" v="10534" actId="207"/>
          <ac:spMkLst>
            <pc:docMk/>
            <pc:sldMk cId="1106803683" sldId="324"/>
            <ac:spMk id="3" creationId="{959C2E85-1C79-9B73-77B6-A79903270D4B}"/>
          </ac:spMkLst>
        </pc:spChg>
        <pc:spChg chg="mod">
          <ac:chgData name="Nguyen, Tien Long" userId="552c08b3-44b7-4414-8d59-80038a4f13a8" providerId="ADAL" clId="{C49FBE84-300D-41FC-896F-06EAF4F12778}" dt="2026-09-14T20:15:53.094" v="10536" actId="207"/>
          <ac:spMkLst>
            <pc:docMk/>
            <pc:sldMk cId="1106803683" sldId="324"/>
            <ac:spMk id="6" creationId="{B5ED9786-D9E7-9054-4884-3899230CD9E5}"/>
          </ac:spMkLst>
        </pc:spChg>
        <pc:spChg chg="mod">
          <ac:chgData name="Nguyen, Tien Long" userId="552c08b3-44b7-4414-8d59-80038a4f13a8" providerId="ADAL" clId="{C49FBE84-300D-41FC-896F-06EAF4F12778}" dt="2026-09-14T20:15:37.863" v="10533" actId="207"/>
          <ac:spMkLst>
            <pc:docMk/>
            <pc:sldMk cId="1106803683" sldId="324"/>
            <ac:spMk id="7" creationId="{52CA7890-34A4-645F-D4D8-7917E0BC8E42}"/>
          </ac:spMkLst>
        </pc:spChg>
        <pc:spChg chg="mod">
          <ac:chgData name="Nguyen, Tien Long" userId="552c08b3-44b7-4414-8d59-80038a4f13a8" providerId="ADAL" clId="{C49FBE84-300D-41FC-896F-06EAF4F12778}" dt="2026-09-14T14:59:15.524" v="6200" actId="14861"/>
          <ac:spMkLst>
            <pc:docMk/>
            <pc:sldMk cId="1106803683" sldId="324"/>
            <ac:spMk id="8" creationId="{66E75A20-28F2-02B0-3B72-3BA7F6D08D6A}"/>
          </ac:spMkLst>
        </pc:spChg>
        <pc:spChg chg="mod topLvl">
          <ac:chgData name="Nguyen, Tien Long" userId="552c08b3-44b7-4414-8d59-80038a4f13a8" providerId="ADAL" clId="{C49FBE84-300D-41FC-896F-06EAF4F12778}" dt="2026-09-14T20:15:57.728" v="10537" actId="1076"/>
          <ac:spMkLst>
            <pc:docMk/>
            <pc:sldMk cId="1106803683" sldId="324"/>
            <ac:spMk id="18" creationId="{F7841577-FC1A-A440-629A-465D62549A09}"/>
          </ac:spMkLst>
        </pc:spChg>
        <pc:spChg chg="del mod topLvl">
          <ac:chgData name="Nguyen, Tien Long" userId="552c08b3-44b7-4414-8d59-80038a4f13a8" providerId="ADAL" clId="{C49FBE84-300D-41FC-896F-06EAF4F12778}" dt="2026-09-14T15:00:28.157" v="6203" actId="478"/>
          <ac:spMkLst>
            <pc:docMk/>
            <pc:sldMk cId="1106803683" sldId="324"/>
            <ac:spMk id="19" creationId="{56F9284D-8CF2-9F73-2505-4C41493EF8FD}"/>
          </ac:spMkLst>
        </pc:spChg>
        <pc:spChg chg="add mod">
          <ac:chgData name="Nguyen, Tien Long" userId="552c08b3-44b7-4414-8d59-80038a4f13a8" providerId="ADAL" clId="{C49FBE84-300D-41FC-896F-06EAF4F12778}" dt="2026-09-14T15:02:01.483" v="6288" actId="207"/>
          <ac:spMkLst>
            <pc:docMk/>
            <pc:sldMk cId="1106803683" sldId="324"/>
            <ac:spMk id="21" creationId="{EE8B5A25-A80A-990E-0FD3-D3E42F4B1250}"/>
          </ac:spMkLst>
        </pc:spChg>
        <pc:grpChg chg="add del mod">
          <ac:chgData name="Nguyen, Tien Long" userId="552c08b3-44b7-4414-8d59-80038a4f13a8" providerId="ADAL" clId="{C49FBE84-300D-41FC-896F-06EAF4F12778}" dt="2026-09-14T15:00:28.157" v="6203" actId="478"/>
          <ac:grpSpMkLst>
            <pc:docMk/>
            <pc:sldMk cId="1106803683" sldId="324"/>
            <ac:grpSpMk id="15" creationId="{D4695C62-B331-042B-EE1A-90AE6D8504DB}"/>
          </ac:grpSpMkLst>
        </pc:grpChg>
      </pc:sldChg>
      <pc:sldChg chg="addSp delSp modSp add mod ord addAnim delAnim modAnim">
        <pc:chgData name="Nguyen, Tien Long" userId="552c08b3-44b7-4414-8d59-80038a4f13a8" providerId="ADAL" clId="{C49FBE84-300D-41FC-896F-06EAF4F12778}" dt="2026-09-14T20:17:15.758" v="10541" actId="207"/>
        <pc:sldMkLst>
          <pc:docMk/>
          <pc:sldMk cId="2571000051" sldId="325"/>
        </pc:sldMkLst>
        <pc:spChg chg="mod">
          <ac:chgData name="Nguyen, Tien Long" userId="552c08b3-44b7-4414-8d59-80038a4f13a8" providerId="ADAL" clId="{C49FBE84-300D-41FC-896F-06EAF4F12778}" dt="2026-09-14T15:30:29.004" v="7135" actId="20577"/>
          <ac:spMkLst>
            <pc:docMk/>
            <pc:sldMk cId="2571000051" sldId="325"/>
            <ac:spMk id="2" creationId="{22DDB8F0-704C-A617-D476-E32068CB8697}"/>
          </ac:spMkLst>
        </pc:spChg>
        <pc:spChg chg="mod">
          <ac:chgData name="Nguyen, Tien Long" userId="552c08b3-44b7-4414-8d59-80038a4f13a8" providerId="ADAL" clId="{C49FBE84-300D-41FC-896F-06EAF4F12778}" dt="2026-09-14T15:04:32.447" v="6304"/>
          <ac:spMkLst>
            <pc:docMk/>
            <pc:sldMk cId="2571000051" sldId="325"/>
            <ac:spMk id="4" creationId="{ECE330CC-B290-DF5D-1538-4ACC3AE0328F}"/>
          </ac:spMkLst>
        </pc:spChg>
        <pc:spChg chg="mod">
          <ac:chgData name="Nguyen, Tien Long" userId="552c08b3-44b7-4414-8d59-80038a4f13a8" providerId="ADAL" clId="{C49FBE84-300D-41FC-896F-06EAF4F12778}" dt="2026-09-14T15:04:32.447" v="6304"/>
          <ac:spMkLst>
            <pc:docMk/>
            <pc:sldMk cId="2571000051" sldId="325"/>
            <ac:spMk id="7" creationId="{0F21772B-9D55-F3FE-9A92-A371A9AA06D3}"/>
          </ac:spMkLst>
        </pc:spChg>
        <pc:spChg chg="mod">
          <ac:chgData name="Nguyen, Tien Long" userId="552c08b3-44b7-4414-8d59-80038a4f13a8" providerId="ADAL" clId="{C49FBE84-300D-41FC-896F-06EAF4F12778}" dt="2026-09-14T15:04:32.447" v="6304"/>
          <ac:spMkLst>
            <pc:docMk/>
            <pc:sldMk cId="2571000051" sldId="325"/>
            <ac:spMk id="8" creationId="{95A16DFA-3F52-8C71-F8BB-C4AF9093B9B9}"/>
          </ac:spMkLst>
        </pc:spChg>
        <pc:spChg chg="mod">
          <ac:chgData name="Nguyen, Tien Long" userId="552c08b3-44b7-4414-8d59-80038a4f13a8" providerId="ADAL" clId="{C49FBE84-300D-41FC-896F-06EAF4F12778}" dt="2026-09-14T15:04:32.447" v="6304"/>
          <ac:spMkLst>
            <pc:docMk/>
            <pc:sldMk cId="2571000051" sldId="325"/>
            <ac:spMk id="10" creationId="{C012D57E-7FA9-0D0F-E523-984B871B6E8E}"/>
          </ac:spMkLst>
        </pc:spChg>
        <pc:spChg chg="mod">
          <ac:chgData name="Nguyen, Tien Long" userId="552c08b3-44b7-4414-8d59-80038a4f13a8" providerId="ADAL" clId="{C49FBE84-300D-41FC-896F-06EAF4F12778}" dt="2026-09-14T15:04:32.447" v="6304"/>
          <ac:spMkLst>
            <pc:docMk/>
            <pc:sldMk cId="2571000051" sldId="325"/>
            <ac:spMk id="12" creationId="{F3D81E53-EAC3-B4CF-750C-95A69484A707}"/>
          </ac:spMkLst>
        </pc:spChg>
        <pc:spChg chg="mod">
          <ac:chgData name="Nguyen, Tien Long" userId="552c08b3-44b7-4414-8d59-80038a4f13a8" providerId="ADAL" clId="{C49FBE84-300D-41FC-896F-06EAF4F12778}" dt="2026-09-14T15:04:32.447" v="6304"/>
          <ac:spMkLst>
            <pc:docMk/>
            <pc:sldMk cId="2571000051" sldId="325"/>
            <ac:spMk id="14" creationId="{7542FE7F-CB43-6161-5094-7C3E12393307}"/>
          </ac:spMkLst>
        </pc:spChg>
        <pc:spChg chg="mod">
          <ac:chgData name="Nguyen, Tien Long" userId="552c08b3-44b7-4414-8d59-80038a4f13a8" providerId="ADAL" clId="{C49FBE84-300D-41FC-896F-06EAF4F12778}" dt="2026-09-14T15:04:32.447" v="6304"/>
          <ac:spMkLst>
            <pc:docMk/>
            <pc:sldMk cId="2571000051" sldId="325"/>
            <ac:spMk id="15" creationId="{9EF08A89-84E5-1A57-B64F-773B4C0D7D5B}"/>
          </ac:spMkLst>
        </pc:spChg>
        <pc:spChg chg="mod">
          <ac:chgData name="Nguyen, Tien Long" userId="552c08b3-44b7-4414-8d59-80038a4f13a8" providerId="ADAL" clId="{C49FBE84-300D-41FC-896F-06EAF4F12778}" dt="2026-09-14T15:04:32.447" v="6304"/>
          <ac:spMkLst>
            <pc:docMk/>
            <pc:sldMk cId="2571000051" sldId="325"/>
            <ac:spMk id="17" creationId="{098CFADD-86A5-D849-66D1-1D3C76AA1368}"/>
          </ac:spMkLst>
        </pc:spChg>
        <pc:spChg chg="mod">
          <ac:chgData name="Nguyen, Tien Long" userId="552c08b3-44b7-4414-8d59-80038a4f13a8" providerId="ADAL" clId="{C49FBE84-300D-41FC-896F-06EAF4F12778}" dt="2026-09-14T15:04:32.447" v="6304"/>
          <ac:spMkLst>
            <pc:docMk/>
            <pc:sldMk cId="2571000051" sldId="325"/>
            <ac:spMk id="18" creationId="{F9B8730A-3637-1659-B8B0-E81A6F0876AE}"/>
          </ac:spMkLst>
        </pc:spChg>
        <pc:spChg chg="add mod">
          <ac:chgData name="Nguyen, Tien Long" userId="552c08b3-44b7-4414-8d59-80038a4f13a8" providerId="ADAL" clId="{C49FBE84-300D-41FC-896F-06EAF4F12778}" dt="2026-09-14T15:07:48.629" v="6324" actId="164"/>
          <ac:spMkLst>
            <pc:docMk/>
            <pc:sldMk cId="2571000051" sldId="325"/>
            <ac:spMk id="20" creationId="{64AA3974-7D23-E485-F91A-38D059834DAA}"/>
          </ac:spMkLst>
        </pc:spChg>
        <pc:spChg chg="add mod">
          <ac:chgData name="Nguyen, Tien Long" userId="552c08b3-44b7-4414-8d59-80038a4f13a8" providerId="ADAL" clId="{C49FBE84-300D-41FC-896F-06EAF4F12778}" dt="2026-09-14T15:07:48.629" v="6324" actId="164"/>
          <ac:spMkLst>
            <pc:docMk/>
            <pc:sldMk cId="2571000051" sldId="325"/>
            <ac:spMk id="21" creationId="{D79371F9-4F79-05FE-579D-0E58154A6BCE}"/>
          </ac:spMkLst>
        </pc:spChg>
        <pc:spChg chg="add mod">
          <ac:chgData name="Nguyen, Tien Long" userId="552c08b3-44b7-4414-8d59-80038a4f13a8" providerId="ADAL" clId="{C49FBE84-300D-41FC-896F-06EAF4F12778}" dt="2026-09-14T20:17:08.975" v="10540" actId="207"/>
          <ac:spMkLst>
            <pc:docMk/>
            <pc:sldMk cId="2571000051" sldId="325"/>
            <ac:spMk id="25" creationId="{4EB7BD1E-CA95-1F07-DCF2-D5FC1F5150EA}"/>
          </ac:spMkLst>
        </pc:spChg>
        <pc:spChg chg="add del mod">
          <ac:chgData name="Nguyen, Tien Long" userId="552c08b3-44b7-4414-8d59-80038a4f13a8" providerId="ADAL" clId="{C49FBE84-300D-41FC-896F-06EAF4F12778}" dt="2026-09-14T15:20:02.706" v="6616" actId="478"/>
          <ac:spMkLst>
            <pc:docMk/>
            <pc:sldMk cId="2571000051" sldId="325"/>
            <ac:spMk id="26" creationId="{92F33BC9-4CDF-51BB-6815-6B72CAF6AFF4}"/>
          </ac:spMkLst>
        </pc:spChg>
        <pc:spChg chg="add del mod">
          <ac:chgData name="Nguyen, Tien Long" userId="552c08b3-44b7-4414-8d59-80038a4f13a8" providerId="ADAL" clId="{C49FBE84-300D-41FC-896F-06EAF4F12778}" dt="2026-09-14T15:20:08.643" v="6619"/>
          <ac:spMkLst>
            <pc:docMk/>
            <pc:sldMk cId="2571000051" sldId="325"/>
            <ac:spMk id="27" creationId="{31A799E5-5FFB-A83B-5550-18E21CA2F9EE}"/>
          </ac:spMkLst>
        </pc:spChg>
        <pc:spChg chg="add del mod">
          <ac:chgData name="Nguyen, Tien Long" userId="552c08b3-44b7-4414-8d59-80038a4f13a8" providerId="ADAL" clId="{C49FBE84-300D-41FC-896F-06EAF4F12778}" dt="2026-09-14T15:21:12.908" v="6711"/>
          <ac:spMkLst>
            <pc:docMk/>
            <pc:sldMk cId="2571000051" sldId="325"/>
            <ac:spMk id="28" creationId="{424DD79B-66F8-7DEE-72D7-FC273EF8071B}"/>
          </ac:spMkLst>
        </pc:spChg>
        <pc:spChg chg="add del mod">
          <ac:chgData name="Nguyen, Tien Long" userId="552c08b3-44b7-4414-8d59-80038a4f13a8" providerId="ADAL" clId="{C49FBE84-300D-41FC-896F-06EAF4F12778}" dt="2026-09-14T15:21:19.528" v="6715"/>
          <ac:spMkLst>
            <pc:docMk/>
            <pc:sldMk cId="2571000051" sldId="325"/>
            <ac:spMk id="29" creationId="{B364678B-CB42-3ECB-E61A-867CC9427B97}"/>
          </ac:spMkLst>
        </pc:spChg>
        <pc:spChg chg="add mod">
          <ac:chgData name="Nguyen, Tien Long" userId="552c08b3-44b7-4414-8d59-80038a4f13a8" providerId="ADAL" clId="{C49FBE84-300D-41FC-896F-06EAF4F12778}" dt="2026-09-14T15:29:03.447" v="7120" actId="1076"/>
          <ac:spMkLst>
            <pc:docMk/>
            <pc:sldMk cId="2571000051" sldId="325"/>
            <ac:spMk id="30" creationId="{33BFB57B-4B18-1FC9-72F4-1BB37FA3060C}"/>
          </ac:spMkLst>
        </pc:spChg>
        <pc:spChg chg="add mod">
          <ac:chgData name="Nguyen, Tien Long" userId="552c08b3-44b7-4414-8d59-80038a4f13a8" providerId="ADAL" clId="{C49FBE84-300D-41FC-896F-06EAF4F12778}" dt="2026-09-14T15:29:03.447" v="7120" actId="1076"/>
          <ac:spMkLst>
            <pc:docMk/>
            <pc:sldMk cId="2571000051" sldId="325"/>
            <ac:spMk id="31" creationId="{3DE2ADA0-4C89-3363-CD9C-19B28E5DB864}"/>
          </ac:spMkLst>
        </pc:spChg>
        <pc:spChg chg="add mod">
          <ac:chgData name="Nguyen, Tien Long" userId="552c08b3-44b7-4414-8d59-80038a4f13a8" providerId="ADAL" clId="{C49FBE84-300D-41FC-896F-06EAF4F12778}" dt="2026-09-14T20:17:15.758" v="10541" actId="207"/>
          <ac:spMkLst>
            <pc:docMk/>
            <pc:sldMk cId="2571000051" sldId="325"/>
            <ac:spMk id="32" creationId="{AB262889-2AB7-4A71-02D3-DC2789E4A8AE}"/>
          </ac:spMkLst>
        </pc:spChg>
        <pc:spChg chg="mod">
          <ac:chgData name="Nguyen, Tien Long" userId="552c08b3-44b7-4414-8d59-80038a4f13a8" providerId="ADAL" clId="{C49FBE84-300D-41FC-896F-06EAF4F12778}" dt="2026-09-14T15:29:03.447" v="7120" actId="1076"/>
          <ac:spMkLst>
            <pc:docMk/>
            <pc:sldMk cId="2571000051" sldId="325"/>
            <ac:spMk id="37" creationId="{9ECB60B9-186A-EB69-B105-AF6F80E047CC}"/>
          </ac:spMkLst>
        </pc:spChg>
        <pc:spChg chg="del">
          <ac:chgData name="Nguyen, Tien Long" userId="552c08b3-44b7-4414-8d59-80038a4f13a8" providerId="ADAL" clId="{C49FBE84-300D-41FC-896F-06EAF4F12778}" dt="2026-09-14T15:03:25.752" v="6297" actId="478"/>
          <ac:spMkLst>
            <pc:docMk/>
            <pc:sldMk cId="2571000051" sldId="325"/>
            <ac:spMk id="89" creationId="{AB982978-864B-76C8-2441-72244D947B4B}"/>
          </ac:spMkLst>
        </pc:spChg>
        <pc:spChg chg="del">
          <ac:chgData name="Nguyen, Tien Long" userId="552c08b3-44b7-4414-8d59-80038a4f13a8" providerId="ADAL" clId="{C49FBE84-300D-41FC-896F-06EAF4F12778}" dt="2026-09-14T15:03:25.752" v="6297" actId="478"/>
          <ac:spMkLst>
            <pc:docMk/>
            <pc:sldMk cId="2571000051" sldId="325"/>
            <ac:spMk id="90" creationId="{5F2F386C-8E96-F121-F66E-1D2A0AD61830}"/>
          </ac:spMkLst>
        </pc:spChg>
        <pc:spChg chg="del">
          <ac:chgData name="Nguyen, Tien Long" userId="552c08b3-44b7-4414-8d59-80038a4f13a8" providerId="ADAL" clId="{C49FBE84-300D-41FC-896F-06EAF4F12778}" dt="2026-09-14T15:03:28.517" v="6299" actId="478"/>
          <ac:spMkLst>
            <pc:docMk/>
            <pc:sldMk cId="2571000051" sldId="325"/>
            <ac:spMk id="91" creationId="{178DF628-C314-0609-AA9F-77E021A7907F}"/>
          </ac:spMkLst>
        </pc:spChg>
        <pc:spChg chg="del">
          <ac:chgData name="Nguyen, Tien Long" userId="552c08b3-44b7-4414-8d59-80038a4f13a8" providerId="ADAL" clId="{C49FBE84-300D-41FC-896F-06EAF4F12778}" dt="2026-09-14T15:03:29.459" v="6300" actId="478"/>
          <ac:spMkLst>
            <pc:docMk/>
            <pc:sldMk cId="2571000051" sldId="325"/>
            <ac:spMk id="92" creationId="{4ADEC275-44CD-AC43-29BE-6DC786E0CEA5}"/>
          </ac:spMkLst>
        </pc:spChg>
        <pc:spChg chg="mod">
          <ac:chgData name="Nguyen, Tien Long" userId="552c08b3-44b7-4414-8d59-80038a4f13a8" providerId="ADAL" clId="{C49FBE84-300D-41FC-896F-06EAF4F12778}" dt="2026-09-14T15:29:03.447" v="7120" actId="1076"/>
          <ac:spMkLst>
            <pc:docMk/>
            <pc:sldMk cId="2571000051" sldId="325"/>
            <ac:spMk id="93" creationId="{CB3CBDBA-776C-F11C-1C53-8A09844F343A}"/>
          </ac:spMkLst>
        </pc:spChg>
        <pc:spChg chg="mod">
          <ac:chgData name="Nguyen, Tien Long" userId="552c08b3-44b7-4414-8d59-80038a4f13a8" providerId="ADAL" clId="{C49FBE84-300D-41FC-896F-06EAF4F12778}" dt="2026-09-14T15:29:03.447" v="7120" actId="1076"/>
          <ac:spMkLst>
            <pc:docMk/>
            <pc:sldMk cId="2571000051" sldId="325"/>
            <ac:spMk id="94" creationId="{1E40E46A-AE54-2960-1E80-E60AC626B242}"/>
          </ac:spMkLst>
        </pc:spChg>
        <pc:spChg chg="mod">
          <ac:chgData name="Nguyen, Tien Long" userId="552c08b3-44b7-4414-8d59-80038a4f13a8" providerId="ADAL" clId="{C49FBE84-300D-41FC-896F-06EAF4F12778}" dt="2026-09-14T15:03:36.615" v="6301" actId="1076"/>
          <ac:spMkLst>
            <pc:docMk/>
            <pc:sldMk cId="2571000051" sldId="325"/>
            <ac:spMk id="95" creationId="{398BCEB3-F8FB-637D-8575-B951A78D1C50}"/>
          </ac:spMkLst>
        </pc:spChg>
        <pc:spChg chg="mod">
          <ac:chgData name="Nguyen, Tien Long" userId="552c08b3-44b7-4414-8d59-80038a4f13a8" providerId="ADAL" clId="{C49FBE84-300D-41FC-896F-06EAF4F12778}" dt="2026-09-14T15:29:03.447" v="7120" actId="1076"/>
          <ac:spMkLst>
            <pc:docMk/>
            <pc:sldMk cId="2571000051" sldId="325"/>
            <ac:spMk id="96" creationId="{517A00CF-C40F-0EDA-D812-30576172A8FA}"/>
          </ac:spMkLst>
        </pc:spChg>
        <pc:spChg chg="mod">
          <ac:chgData name="Nguyen, Tien Long" userId="552c08b3-44b7-4414-8d59-80038a4f13a8" providerId="ADAL" clId="{C49FBE84-300D-41FC-896F-06EAF4F12778}" dt="2026-09-14T15:03:36.615" v="6301" actId="1076"/>
          <ac:spMkLst>
            <pc:docMk/>
            <pc:sldMk cId="2571000051" sldId="325"/>
            <ac:spMk id="97" creationId="{25337484-452A-1CEA-9CF7-83DB3D5315B8}"/>
          </ac:spMkLst>
        </pc:spChg>
        <pc:spChg chg="del">
          <ac:chgData name="Nguyen, Tien Long" userId="552c08b3-44b7-4414-8d59-80038a4f13a8" providerId="ADAL" clId="{C49FBE84-300D-41FC-896F-06EAF4F12778}" dt="2026-09-14T15:03:09.498" v="6293" actId="478"/>
          <ac:spMkLst>
            <pc:docMk/>
            <pc:sldMk cId="2571000051" sldId="325"/>
            <ac:spMk id="98" creationId="{C8E79BD2-9894-B553-0823-DF44403BB76F}"/>
          </ac:spMkLst>
        </pc:spChg>
        <pc:spChg chg="mod">
          <ac:chgData name="Nguyen, Tien Long" userId="552c08b3-44b7-4414-8d59-80038a4f13a8" providerId="ADAL" clId="{C49FBE84-300D-41FC-896F-06EAF4F12778}" dt="2026-09-14T15:29:03.447" v="7120" actId="1076"/>
          <ac:spMkLst>
            <pc:docMk/>
            <pc:sldMk cId="2571000051" sldId="325"/>
            <ac:spMk id="99" creationId="{68399D14-6FCE-AFB6-2779-C8AB5883430B}"/>
          </ac:spMkLst>
        </pc:spChg>
        <pc:spChg chg="mod topLvl">
          <ac:chgData name="Nguyen, Tien Long" userId="552c08b3-44b7-4414-8d59-80038a4f13a8" providerId="ADAL" clId="{C49FBE84-300D-41FC-896F-06EAF4F12778}" dt="2026-09-14T15:07:23.472" v="6321" actId="164"/>
          <ac:spMkLst>
            <pc:docMk/>
            <pc:sldMk cId="2571000051" sldId="325"/>
            <ac:spMk id="101" creationId="{167C9948-8141-9649-3A04-320005CBE26C}"/>
          </ac:spMkLst>
        </pc:spChg>
        <pc:spChg chg="del">
          <ac:chgData name="Nguyen, Tien Long" userId="552c08b3-44b7-4414-8d59-80038a4f13a8" providerId="ADAL" clId="{C49FBE84-300D-41FC-896F-06EAF4F12778}" dt="2026-09-14T15:05:53.141" v="6311" actId="478"/>
          <ac:spMkLst>
            <pc:docMk/>
            <pc:sldMk cId="2571000051" sldId="325"/>
            <ac:spMk id="103" creationId="{0C76E720-68A9-1112-32BD-AC425BBC85AB}"/>
          </ac:spMkLst>
        </pc:spChg>
        <pc:spChg chg="del topLvl">
          <ac:chgData name="Nguyen, Tien Long" userId="552c08b3-44b7-4414-8d59-80038a4f13a8" providerId="ADAL" clId="{C49FBE84-300D-41FC-896F-06EAF4F12778}" dt="2026-09-14T15:05:56.146" v="6313" actId="478"/>
          <ac:spMkLst>
            <pc:docMk/>
            <pc:sldMk cId="2571000051" sldId="325"/>
            <ac:spMk id="104" creationId="{C8F154B7-FE56-EDF7-7E25-236B92A42849}"/>
          </ac:spMkLst>
        </pc:spChg>
        <pc:spChg chg="del">
          <ac:chgData name="Nguyen, Tien Long" userId="552c08b3-44b7-4414-8d59-80038a4f13a8" providerId="ADAL" clId="{C49FBE84-300D-41FC-896F-06EAF4F12778}" dt="2026-09-14T15:05:54.724" v="6312" actId="478"/>
          <ac:spMkLst>
            <pc:docMk/>
            <pc:sldMk cId="2571000051" sldId="325"/>
            <ac:spMk id="105" creationId="{94A7227E-CA91-1419-91E9-90D5736E0116}"/>
          </ac:spMkLst>
        </pc:spChg>
        <pc:spChg chg="del">
          <ac:chgData name="Nguyen, Tien Long" userId="552c08b3-44b7-4414-8d59-80038a4f13a8" providerId="ADAL" clId="{C49FBE84-300D-41FC-896F-06EAF4F12778}" dt="2026-09-14T15:03:27.220" v="6298" actId="478"/>
          <ac:spMkLst>
            <pc:docMk/>
            <pc:sldMk cId="2571000051" sldId="325"/>
            <ac:spMk id="143" creationId="{74DB8971-4BDC-8C27-868F-981DE84277DC}"/>
          </ac:spMkLst>
        </pc:spChg>
        <pc:spChg chg="del">
          <ac:chgData name="Nguyen, Tien Long" userId="552c08b3-44b7-4414-8d59-80038a4f13a8" providerId="ADAL" clId="{C49FBE84-300D-41FC-896F-06EAF4F12778}" dt="2026-09-14T15:03:50.629" v="6303" actId="478"/>
          <ac:spMkLst>
            <pc:docMk/>
            <pc:sldMk cId="2571000051" sldId="325"/>
            <ac:spMk id="231" creationId="{0855CE50-5BC1-BB11-6A82-A525169DBAD0}"/>
          </ac:spMkLst>
        </pc:spChg>
        <pc:spChg chg="del mod">
          <ac:chgData name="Nguyen, Tien Long" userId="552c08b3-44b7-4414-8d59-80038a4f13a8" providerId="ADAL" clId="{C49FBE84-300D-41FC-896F-06EAF4F12778}" dt="2026-09-14T15:10:26.438" v="6367" actId="478"/>
          <ac:spMkLst>
            <pc:docMk/>
            <pc:sldMk cId="2571000051" sldId="325"/>
            <ac:spMk id="233" creationId="{DF2708D3-1406-7FDE-2C06-A81AA9905B4B}"/>
          </ac:spMkLst>
        </pc:spChg>
        <pc:spChg chg="mod topLvl">
          <ac:chgData name="Nguyen, Tien Long" userId="552c08b3-44b7-4414-8d59-80038a4f13a8" providerId="ADAL" clId="{C49FBE84-300D-41FC-896F-06EAF4F12778}" dt="2026-09-14T15:29:03.447" v="7120" actId="1076"/>
          <ac:spMkLst>
            <pc:docMk/>
            <pc:sldMk cId="2571000051" sldId="325"/>
            <ac:spMk id="237" creationId="{368BD9DB-D1A9-1B47-78E5-2A368B517FFC}"/>
          </ac:spMkLst>
        </pc:spChg>
        <pc:spChg chg="mod topLvl">
          <ac:chgData name="Nguyen, Tien Long" userId="552c08b3-44b7-4414-8d59-80038a4f13a8" providerId="ADAL" clId="{C49FBE84-300D-41FC-896F-06EAF4F12778}" dt="2026-09-14T15:29:03.447" v="7120" actId="1076"/>
          <ac:spMkLst>
            <pc:docMk/>
            <pc:sldMk cId="2571000051" sldId="325"/>
            <ac:spMk id="240" creationId="{41EFC2B1-5D52-28E7-1958-4B72F91CF258}"/>
          </ac:spMkLst>
        </pc:spChg>
        <pc:grpChg chg="mod">
          <ac:chgData name="Nguyen, Tien Long" userId="552c08b3-44b7-4414-8d59-80038a4f13a8" providerId="ADAL" clId="{C49FBE84-300D-41FC-896F-06EAF4F12778}" dt="2026-09-14T15:07:23.472" v="6321" actId="164"/>
          <ac:grpSpMkLst>
            <pc:docMk/>
            <pc:sldMk cId="2571000051" sldId="325"/>
            <ac:grpSpMk id="3" creationId="{571F87A0-9268-3D77-D680-95B104BEA31B}"/>
          </ac:grpSpMkLst>
        </pc:grpChg>
        <pc:grpChg chg="add del mod">
          <ac:chgData name="Nguyen, Tien Long" userId="552c08b3-44b7-4414-8d59-80038a4f13a8" providerId="ADAL" clId="{C49FBE84-300D-41FC-896F-06EAF4F12778}" dt="2026-09-14T15:27:48.732" v="7110" actId="165"/>
          <ac:grpSpMkLst>
            <pc:docMk/>
            <pc:sldMk cId="2571000051" sldId="325"/>
            <ac:grpSpMk id="22" creationId="{520048D2-A346-000E-70D8-301BBB0217F7}"/>
          </ac:grpSpMkLst>
        </pc:grpChg>
        <pc:grpChg chg="add mod">
          <ac:chgData name="Nguyen, Tien Long" userId="552c08b3-44b7-4414-8d59-80038a4f13a8" providerId="ADAL" clId="{C49FBE84-300D-41FC-896F-06EAF4F12778}" dt="2026-09-14T15:07:48.629" v="6324" actId="164"/>
          <ac:grpSpMkLst>
            <pc:docMk/>
            <pc:sldMk cId="2571000051" sldId="325"/>
            <ac:grpSpMk id="23" creationId="{0F657E66-EE53-8E6D-B91B-957FECCC2F81}"/>
          </ac:grpSpMkLst>
        </pc:grpChg>
        <pc:grpChg chg="add mod">
          <ac:chgData name="Nguyen, Tien Long" userId="552c08b3-44b7-4414-8d59-80038a4f13a8" providerId="ADAL" clId="{C49FBE84-300D-41FC-896F-06EAF4F12778}" dt="2026-09-14T15:07:52.875" v="6325" actId="1076"/>
          <ac:grpSpMkLst>
            <pc:docMk/>
            <pc:sldMk cId="2571000051" sldId="325"/>
            <ac:grpSpMk id="24" creationId="{B191505B-258D-FB50-6344-762DCEE8C75C}"/>
          </ac:grpSpMkLst>
        </pc:grpChg>
        <pc:grpChg chg="add del">
          <ac:chgData name="Nguyen, Tien Long" userId="552c08b3-44b7-4414-8d59-80038a4f13a8" providerId="ADAL" clId="{C49FBE84-300D-41FC-896F-06EAF4F12778}" dt="2026-09-14T15:05:56.146" v="6313" actId="478"/>
          <ac:grpSpMkLst>
            <pc:docMk/>
            <pc:sldMk cId="2571000051" sldId="325"/>
            <ac:grpSpMk id="100" creationId="{68564817-1085-2F00-CA63-6017C89D9139}"/>
          </ac:grpSpMkLst>
        </pc:grpChg>
        <pc:grpChg chg="del">
          <ac:chgData name="Nguyen, Tien Long" userId="552c08b3-44b7-4414-8d59-80038a4f13a8" providerId="ADAL" clId="{C49FBE84-300D-41FC-896F-06EAF4F12778}" dt="2026-09-14T15:03:25.752" v="6297" actId="478"/>
          <ac:grpSpMkLst>
            <pc:docMk/>
            <pc:sldMk cId="2571000051" sldId="325"/>
            <ac:grpSpMk id="125" creationId="{A2CB22DB-AF4D-56AA-080C-042878E26199}"/>
          </ac:grpSpMkLst>
        </pc:grpChg>
        <pc:grpChg chg="del mod">
          <ac:chgData name="Nguyen, Tien Long" userId="552c08b3-44b7-4414-8d59-80038a4f13a8" providerId="ADAL" clId="{C49FBE84-300D-41FC-896F-06EAF4F12778}" dt="2026-09-14T15:03:25.752" v="6297" actId="478"/>
          <ac:grpSpMkLst>
            <pc:docMk/>
            <pc:sldMk cId="2571000051" sldId="325"/>
            <ac:grpSpMk id="144" creationId="{DC82A890-E137-6AF2-D9D5-2C68788763F0}"/>
          </ac:grpSpMkLst>
        </pc:grpChg>
        <pc:grpChg chg="del">
          <ac:chgData name="Nguyen, Tien Long" userId="552c08b3-44b7-4414-8d59-80038a4f13a8" providerId="ADAL" clId="{C49FBE84-300D-41FC-896F-06EAF4F12778}" dt="2026-09-14T15:03:06.852" v="6292" actId="478"/>
          <ac:grpSpMkLst>
            <pc:docMk/>
            <pc:sldMk cId="2571000051" sldId="325"/>
            <ac:grpSpMk id="161" creationId="{8B8BB7E0-D8D9-BBB2-FA69-740DB4ED6203}"/>
          </ac:grpSpMkLst>
        </pc:grpChg>
        <pc:grpChg chg="mod">
          <ac:chgData name="Nguyen, Tien Long" userId="552c08b3-44b7-4414-8d59-80038a4f13a8" providerId="ADAL" clId="{C49FBE84-300D-41FC-896F-06EAF4F12778}" dt="2026-09-14T15:19:49.888" v="6583" actId="1076"/>
          <ac:grpSpMkLst>
            <pc:docMk/>
            <pc:sldMk cId="2571000051" sldId="325"/>
            <ac:grpSpMk id="178" creationId="{E87EC194-988D-AD3F-9860-56CC52B16ACB}"/>
          </ac:grpSpMkLst>
        </pc:grpChg>
        <pc:grpChg chg="del">
          <ac:chgData name="Nguyen, Tien Long" userId="552c08b3-44b7-4414-8d59-80038a4f13a8" providerId="ADAL" clId="{C49FBE84-300D-41FC-896F-06EAF4F12778}" dt="2026-09-14T15:05:47.861" v="6308" actId="478"/>
          <ac:grpSpMkLst>
            <pc:docMk/>
            <pc:sldMk cId="2571000051" sldId="325"/>
            <ac:grpSpMk id="210" creationId="{363C1843-EB43-4D21-1299-3234E9CEFC06}"/>
          </ac:grpSpMkLst>
        </pc:grpChg>
        <pc:grpChg chg="del mod">
          <ac:chgData name="Nguyen, Tien Long" userId="552c08b3-44b7-4414-8d59-80038a4f13a8" providerId="ADAL" clId="{C49FBE84-300D-41FC-896F-06EAF4F12778}" dt="2026-09-14T15:10:26.438" v="6367" actId="478"/>
          <ac:grpSpMkLst>
            <pc:docMk/>
            <pc:sldMk cId="2571000051" sldId="325"/>
            <ac:grpSpMk id="238" creationId="{F8230235-BF22-6122-95FE-B0772D7B0A03}"/>
          </ac:grpSpMkLst>
        </pc:grpChg>
      </pc:sldChg>
      <pc:sldChg chg="modSp add del mod">
        <pc:chgData name="Nguyen, Tien Long" userId="552c08b3-44b7-4414-8d59-80038a4f13a8" providerId="ADAL" clId="{C49FBE84-300D-41FC-896F-06EAF4F12778}" dt="2026-09-14T20:17:54.239" v="10542" actId="2696"/>
        <pc:sldMkLst>
          <pc:docMk/>
          <pc:sldMk cId="531410577" sldId="326"/>
        </pc:sldMkLst>
        <pc:spChg chg="mod">
          <ac:chgData name="Nguyen, Tien Long" userId="552c08b3-44b7-4414-8d59-80038a4f13a8" providerId="ADAL" clId="{C49FBE84-300D-41FC-896F-06EAF4F12778}" dt="2026-09-14T15:30:34.913" v="7145" actId="20577"/>
          <ac:spMkLst>
            <pc:docMk/>
            <pc:sldMk cId="531410577" sldId="326"/>
            <ac:spMk id="2" creationId="{BA335864-F81F-7CA8-A304-414BDFB716BD}"/>
          </ac:spMkLst>
        </pc:spChg>
      </pc:sldChg>
      <pc:sldChg chg="addSp delSp modSp add mod delAnim modAnim">
        <pc:chgData name="Nguyen, Tien Long" userId="552c08b3-44b7-4414-8d59-80038a4f13a8" providerId="ADAL" clId="{C49FBE84-300D-41FC-896F-06EAF4F12778}" dt="2026-09-14T20:18:59.179" v="10552" actId="207"/>
        <pc:sldMkLst>
          <pc:docMk/>
          <pc:sldMk cId="2194078879" sldId="327"/>
        </pc:sldMkLst>
        <pc:spChg chg="mod">
          <ac:chgData name="Nguyen, Tien Long" userId="552c08b3-44b7-4414-8d59-80038a4f13a8" providerId="ADAL" clId="{C49FBE84-300D-41FC-896F-06EAF4F12778}" dt="2026-09-14T15:30:53.722" v="7175" actId="20577"/>
          <ac:spMkLst>
            <pc:docMk/>
            <pc:sldMk cId="2194078879" sldId="327"/>
            <ac:spMk id="2" creationId="{3A062951-C94D-5C53-4C55-CF50DC346B7B}"/>
          </ac:spMkLst>
        </pc:spChg>
        <pc:spChg chg="add mod">
          <ac:chgData name="Nguyen, Tien Long" userId="552c08b3-44b7-4414-8d59-80038a4f13a8" providerId="ADAL" clId="{C49FBE84-300D-41FC-896F-06EAF4F12778}" dt="2026-09-14T20:18:34.073" v="10546" actId="207"/>
          <ac:spMkLst>
            <pc:docMk/>
            <pc:sldMk cId="2194078879" sldId="327"/>
            <ac:spMk id="22" creationId="{38F45420-F9B2-3046-23E2-DD415E3005C2}"/>
          </ac:spMkLst>
        </pc:spChg>
        <pc:spChg chg="del">
          <ac:chgData name="Nguyen, Tien Long" userId="552c08b3-44b7-4414-8d59-80038a4f13a8" providerId="ADAL" clId="{C49FBE84-300D-41FC-896F-06EAF4F12778}" dt="2026-09-14T15:31:03.291" v="7176" actId="478"/>
          <ac:spMkLst>
            <pc:docMk/>
            <pc:sldMk cId="2194078879" sldId="327"/>
            <ac:spMk id="25" creationId="{686C44E4-7149-FF31-897C-33F217FAA831}"/>
          </ac:spMkLst>
        </pc:spChg>
        <pc:spChg chg="add del mod">
          <ac:chgData name="Nguyen, Tien Long" userId="552c08b3-44b7-4414-8d59-80038a4f13a8" providerId="ADAL" clId="{C49FBE84-300D-41FC-896F-06EAF4F12778}" dt="2026-09-14T15:48:11.498" v="7295" actId="478"/>
          <ac:spMkLst>
            <pc:docMk/>
            <pc:sldMk cId="2194078879" sldId="327"/>
            <ac:spMk id="26" creationId="{8EAC91A4-8A0B-BFCE-DD9C-340DEC261776}"/>
          </ac:spMkLst>
        </pc:spChg>
        <pc:spChg chg="add mod">
          <ac:chgData name="Nguyen, Tien Long" userId="552c08b3-44b7-4414-8d59-80038a4f13a8" providerId="ADAL" clId="{C49FBE84-300D-41FC-896F-06EAF4F12778}" dt="2026-09-14T15:47:11.982" v="7275" actId="14100"/>
          <ac:spMkLst>
            <pc:docMk/>
            <pc:sldMk cId="2194078879" sldId="327"/>
            <ac:spMk id="28" creationId="{5DA81092-57A3-C7A5-3A64-11A28BE7B257}"/>
          </ac:spMkLst>
        </pc:spChg>
        <pc:spChg chg="add mod">
          <ac:chgData name="Nguyen, Tien Long" userId="552c08b3-44b7-4414-8d59-80038a4f13a8" providerId="ADAL" clId="{C49FBE84-300D-41FC-896F-06EAF4F12778}" dt="2026-09-14T20:18:38.790" v="10547" actId="207"/>
          <ac:spMkLst>
            <pc:docMk/>
            <pc:sldMk cId="2194078879" sldId="327"/>
            <ac:spMk id="29" creationId="{12D9745D-A755-88A2-BD7B-959F19C4411B}"/>
          </ac:spMkLst>
        </pc:spChg>
        <pc:spChg chg="del">
          <ac:chgData name="Nguyen, Tien Long" userId="552c08b3-44b7-4414-8d59-80038a4f13a8" providerId="ADAL" clId="{C49FBE84-300D-41FC-896F-06EAF4F12778}" dt="2026-09-14T15:31:10.814" v="7177" actId="478"/>
          <ac:spMkLst>
            <pc:docMk/>
            <pc:sldMk cId="2194078879" sldId="327"/>
            <ac:spMk id="30" creationId="{D63E3658-E625-D1C4-CD08-18E84058D1E1}"/>
          </ac:spMkLst>
        </pc:spChg>
        <pc:spChg chg="del">
          <ac:chgData name="Nguyen, Tien Long" userId="552c08b3-44b7-4414-8d59-80038a4f13a8" providerId="ADAL" clId="{C49FBE84-300D-41FC-896F-06EAF4F12778}" dt="2026-09-14T15:31:03.291" v="7176" actId="478"/>
          <ac:spMkLst>
            <pc:docMk/>
            <pc:sldMk cId="2194078879" sldId="327"/>
            <ac:spMk id="31" creationId="{2307F62A-0071-848D-7AAD-697EE2F2C0DA}"/>
          </ac:spMkLst>
        </pc:spChg>
        <pc:spChg chg="del">
          <ac:chgData name="Nguyen, Tien Long" userId="552c08b3-44b7-4414-8d59-80038a4f13a8" providerId="ADAL" clId="{C49FBE84-300D-41FC-896F-06EAF4F12778}" dt="2026-09-14T15:31:10.814" v="7177" actId="478"/>
          <ac:spMkLst>
            <pc:docMk/>
            <pc:sldMk cId="2194078879" sldId="327"/>
            <ac:spMk id="32" creationId="{D945938E-9189-B806-BD96-3D777F5F7647}"/>
          </ac:spMkLst>
        </pc:spChg>
        <pc:spChg chg="add del mod">
          <ac:chgData name="Nguyen, Tien Long" userId="552c08b3-44b7-4414-8d59-80038a4f13a8" providerId="ADAL" clId="{C49FBE84-300D-41FC-896F-06EAF4F12778}" dt="2026-09-14T15:48:02.326" v="7293" actId="478"/>
          <ac:spMkLst>
            <pc:docMk/>
            <pc:sldMk cId="2194078879" sldId="327"/>
            <ac:spMk id="34" creationId="{11F0DBB2-0486-B085-A946-0F3CF8AD3D6D}"/>
          </ac:spMkLst>
        </pc:spChg>
        <pc:spChg chg="add mod">
          <ac:chgData name="Nguyen, Tien Long" userId="552c08b3-44b7-4414-8d59-80038a4f13a8" providerId="ADAL" clId="{C49FBE84-300D-41FC-896F-06EAF4F12778}" dt="2026-09-14T15:49:23.319" v="7330" actId="164"/>
          <ac:spMkLst>
            <pc:docMk/>
            <pc:sldMk cId="2194078879" sldId="327"/>
            <ac:spMk id="35" creationId="{4CEDDEED-3D10-8AFA-AAD8-4F69871BBD21}"/>
          </ac:spMkLst>
        </pc:spChg>
        <pc:spChg chg="del">
          <ac:chgData name="Nguyen, Tien Long" userId="552c08b3-44b7-4414-8d59-80038a4f13a8" providerId="ADAL" clId="{C49FBE84-300D-41FC-896F-06EAF4F12778}" dt="2026-09-14T15:31:03.291" v="7176" actId="478"/>
          <ac:spMkLst>
            <pc:docMk/>
            <pc:sldMk cId="2194078879" sldId="327"/>
            <ac:spMk id="37" creationId="{DCF00B6D-8B2D-AD1D-F1FF-92D852349FBB}"/>
          </ac:spMkLst>
        </pc:spChg>
        <pc:spChg chg="add mod">
          <ac:chgData name="Nguyen, Tien Long" userId="552c08b3-44b7-4414-8d59-80038a4f13a8" providerId="ADAL" clId="{C49FBE84-300D-41FC-896F-06EAF4F12778}" dt="2026-09-14T15:49:23.319" v="7330" actId="164"/>
          <ac:spMkLst>
            <pc:docMk/>
            <pc:sldMk cId="2194078879" sldId="327"/>
            <ac:spMk id="38" creationId="{F540912F-2AC4-77A9-EC79-0941BB65A6B4}"/>
          </ac:spMkLst>
        </pc:spChg>
        <pc:spChg chg="add del">
          <ac:chgData name="Nguyen, Tien Long" userId="552c08b3-44b7-4414-8d59-80038a4f13a8" providerId="ADAL" clId="{C49FBE84-300D-41FC-896F-06EAF4F12778}" dt="2026-09-14T15:48:52.439" v="7310" actId="22"/>
          <ac:spMkLst>
            <pc:docMk/>
            <pc:sldMk cId="2194078879" sldId="327"/>
            <ac:spMk id="40" creationId="{C9946A74-D28B-3862-D9DD-057442FF5536}"/>
          </ac:spMkLst>
        </pc:spChg>
        <pc:spChg chg="add del">
          <ac:chgData name="Nguyen, Tien Long" userId="552c08b3-44b7-4414-8d59-80038a4f13a8" providerId="ADAL" clId="{C49FBE84-300D-41FC-896F-06EAF4F12778}" dt="2026-09-14T15:48:52.439" v="7310" actId="22"/>
          <ac:spMkLst>
            <pc:docMk/>
            <pc:sldMk cId="2194078879" sldId="327"/>
            <ac:spMk id="42" creationId="{5F0AD98E-AD6E-56A6-9073-5D697EE5AD88}"/>
          </ac:spMkLst>
        </pc:spChg>
        <pc:spChg chg="add del">
          <ac:chgData name="Nguyen, Tien Long" userId="552c08b3-44b7-4414-8d59-80038a4f13a8" providerId="ADAL" clId="{C49FBE84-300D-41FC-896F-06EAF4F12778}" dt="2026-09-14T15:48:52.119" v="7309" actId="22"/>
          <ac:spMkLst>
            <pc:docMk/>
            <pc:sldMk cId="2194078879" sldId="327"/>
            <ac:spMk id="44" creationId="{1550EDFA-C273-0F7B-C844-B079ACBB1BDC}"/>
          </ac:spMkLst>
        </pc:spChg>
        <pc:spChg chg="add del">
          <ac:chgData name="Nguyen, Tien Long" userId="552c08b3-44b7-4414-8d59-80038a4f13a8" providerId="ADAL" clId="{C49FBE84-300D-41FC-896F-06EAF4F12778}" dt="2026-09-14T15:48:52.119" v="7309" actId="22"/>
          <ac:spMkLst>
            <pc:docMk/>
            <pc:sldMk cId="2194078879" sldId="327"/>
            <ac:spMk id="46" creationId="{55538623-D81F-251C-5DA1-0E3D5F00BBED}"/>
          </ac:spMkLst>
        </pc:spChg>
        <pc:spChg chg="add del mod">
          <ac:chgData name="Nguyen, Tien Long" userId="552c08b3-44b7-4414-8d59-80038a4f13a8" providerId="ADAL" clId="{C49FBE84-300D-41FC-896F-06EAF4F12778}" dt="2026-09-14T15:48:51.975" v="7308" actId="22"/>
          <ac:spMkLst>
            <pc:docMk/>
            <pc:sldMk cId="2194078879" sldId="327"/>
            <ac:spMk id="48" creationId="{08803B0F-F6B0-6630-8987-73E0364E7E13}"/>
          </ac:spMkLst>
        </pc:spChg>
        <pc:spChg chg="add del mod">
          <ac:chgData name="Nguyen, Tien Long" userId="552c08b3-44b7-4414-8d59-80038a4f13a8" providerId="ADAL" clId="{C49FBE84-300D-41FC-896F-06EAF4F12778}" dt="2026-09-14T15:48:51.975" v="7308" actId="22"/>
          <ac:spMkLst>
            <pc:docMk/>
            <pc:sldMk cId="2194078879" sldId="327"/>
            <ac:spMk id="50" creationId="{EDA1977B-2051-F98F-66D6-6B4B0215CBE9}"/>
          </ac:spMkLst>
        </pc:spChg>
        <pc:spChg chg="add del">
          <ac:chgData name="Nguyen, Tien Long" userId="552c08b3-44b7-4414-8d59-80038a4f13a8" providerId="ADAL" clId="{C49FBE84-300D-41FC-896F-06EAF4F12778}" dt="2026-09-14T15:49:02.495" v="7319" actId="22"/>
          <ac:spMkLst>
            <pc:docMk/>
            <pc:sldMk cId="2194078879" sldId="327"/>
            <ac:spMk id="53" creationId="{F32E25F5-2B31-F375-B147-3E457202C0E0}"/>
          </ac:spMkLst>
        </pc:spChg>
        <pc:spChg chg="add del">
          <ac:chgData name="Nguyen, Tien Long" userId="552c08b3-44b7-4414-8d59-80038a4f13a8" providerId="ADAL" clId="{C49FBE84-300D-41FC-896F-06EAF4F12778}" dt="2026-09-14T15:49:02.106" v="7318" actId="22"/>
          <ac:spMkLst>
            <pc:docMk/>
            <pc:sldMk cId="2194078879" sldId="327"/>
            <ac:spMk id="55" creationId="{24A03EE3-2237-C7D1-548C-FE6C4EDBD7C4}"/>
          </ac:spMkLst>
        </pc:spChg>
        <pc:spChg chg="add del">
          <ac:chgData name="Nguyen, Tien Long" userId="552c08b3-44b7-4414-8d59-80038a4f13a8" providerId="ADAL" clId="{C49FBE84-300D-41FC-896F-06EAF4F12778}" dt="2026-09-14T15:49:01.706" v="7317" actId="22"/>
          <ac:spMkLst>
            <pc:docMk/>
            <pc:sldMk cId="2194078879" sldId="327"/>
            <ac:spMk id="57" creationId="{31308823-B7C3-FC66-A610-7741429A3179}"/>
          </ac:spMkLst>
        </pc:spChg>
        <pc:spChg chg="add del">
          <ac:chgData name="Nguyen, Tien Long" userId="552c08b3-44b7-4414-8d59-80038a4f13a8" providerId="ADAL" clId="{C49FBE84-300D-41FC-896F-06EAF4F12778}" dt="2026-09-14T15:49:01.328" v="7316" actId="22"/>
          <ac:spMkLst>
            <pc:docMk/>
            <pc:sldMk cId="2194078879" sldId="327"/>
            <ac:spMk id="59" creationId="{93DCB6EC-1A7E-7BAC-B088-221A15D59FE6}"/>
          </ac:spMkLst>
        </pc:spChg>
        <pc:spChg chg="add del">
          <ac:chgData name="Nguyen, Tien Long" userId="552c08b3-44b7-4414-8d59-80038a4f13a8" providerId="ADAL" clId="{C49FBE84-300D-41FC-896F-06EAF4F12778}" dt="2026-09-14T15:49:08.630" v="7326" actId="22"/>
          <ac:spMkLst>
            <pc:docMk/>
            <pc:sldMk cId="2194078879" sldId="327"/>
            <ac:spMk id="61" creationId="{C635836E-FD6F-FF62-0767-0494CC67DF5D}"/>
          </ac:spMkLst>
        </pc:spChg>
        <pc:spChg chg="add del">
          <ac:chgData name="Nguyen, Tien Long" userId="552c08b3-44b7-4414-8d59-80038a4f13a8" providerId="ADAL" clId="{C49FBE84-300D-41FC-896F-06EAF4F12778}" dt="2026-09-14T15:49:08.430" v="7325" actId="22"/>
          <ac:spMkLst>
            <pc:docMk/>
            <pc:sldMk cId="2194078879" sldId="327"/>
            <ac:spMk id="63" creationId="{FEEB848A-67CF-FD21-BAF5-4E4B278B523D}"/>
          </ac:spMkLst>
        </pc:spChg>
        <pc:spChg chg="add del">
          <ac:chgData name="Nguyen, Tien Long" userId="552c08b3-44b7-4414-8d59-80038a4f13a8" providerId="ADAL" clId="{C49FBE84-300D-41FC-896F-06EAF4F12778}" dt="2026-09-14T15:49:08.295" v="7324" actId="22"/>
          <ac:spMkLst>
            <pc:docMk/>
            <pc:sldMk cId="2194078879" sldId="327"/>
            <ac:spMk id="65" creationId="{955587D7-4716-0191-0D30-A5174CAB27C5}"/>
          </ac:spMkLst>
        </pc:spChg>
        <pc:spChg chg="mod">
          <ac:chgData name="Nguyen, Tien Long" userId="552c08b3-44b7-4414-8d59-80038a4f13a8" providerId="ADAL" clId="{C49FBE84-300D-41FC-896F-06EAF4F12778}" dt="2026-09-14T15:49:25.635" v="7331"/>
          <ac:spMkLst>
            <pc:docMk/>
            <pc:sldMk cId="2194078879" sldId="327"/>
            <ac:spMk id="68" creationId="{84490FE8-6F5A-031F-3F8A-028F3114077C}"/>
          </ac:spMkLst>
        </pc:spChg>
        <pc:spChg chg="mod">
          <ac:chgData name="Nguyen, Tien Long" userId="552c08b3-44b7-4414-8d59-80038a4f13a8" providerId="ADAL" clId="{C49FBE84-300D-41FC-896F-06EAF4F12778}" dt="2026-09-14T15:49:25.635" v="7331"/>
          <ac:spMkLst>
            <pc:docMk/>
            <pc:sldMk cId="2194078879" sldId="327"/>
            <ac:spMk id="69" creationId="{DAB36689-FDF4-9274-4B19-ADFA6CF0BBD6}"/>
          </ac:spMkLst>
        </pc:spChg>
        <pc:spChg chg="mod">
          <ac:chgData name="Nguyen, Tien Long" userId="552c08b3-44b7-4414-8d59-80038a4f13a8" providerId="ADAL" clId="{C49FBE84-300D-41FC-896F-06EAF4F12778}" dt="2026-09-14T15:49:26.108" v="7332"/>
          <ac:spMkLst>
            <pc:docMk/>
            <pc:sldMk cId="2194078879" sldId="327"/>
            <ac:spMk id="71" creationId="{02D3D956-7CBE-BF4E-1342-C07556D5BC2C}"/>
          </ac:spMkLst>
        </pc:spChg>
        <pc:spChg chg="mod">
          <ac:chgData name="Nguyen, Tien Long" userId="552c08b3-44b7-4414-8d59-80038a4f13a8" providerId="ADAL" clId="{C49FBE84-300D-41FC-896F-06EAF4F12778}" dt="2026-09-14T15:49:26.108" v="7332"/>
          <ac:spMkLst>
            <pc:docMk/>
            <pc:sldMk cId="2194078879" sldId="327"/>
            <ac:spMk id="72" creationId="{5D7924B6-EEC1-EC35-F544-57A19793DC62}"/>
          </ac:spMkLst>
        </pc:spChg>
        <pc:spChg chg="mod">
          <ac:chgData name="Nguyen, Tien Long" userId="552c08b3-44b7-4414-8d59-80038a4f13a8" providerId="ADAL" clId="{C49FBE84-300D-41FC-896F-06EAF4F12778}" dt="2026-09-14T15:49:26.284" v="7333"/>
          <ac:spMkLst>
            <pc:docMk/>
            <pc:sldMk cId="2194078879" sldId="327"/>
            <ac:spMk id="74" creationId="{679E9322-E67A-E53A-2335-F0BB96DA68BC}"/>
          </ac:spMkLst>
        </pc:spChg>
        <pc:spChg chg="mod">
          <ac:chgData name="Nguyen, Tien Long" userId="552c08b3-44b7-4414-8d59-80038a4f13a8" providerId="ADAL" clId="{C49FBE84-300D-41FC-896F-06EAF4F12778}" dt="2026-09-14T15:49:26.284" v="7333"/>
          <ac:spMkLst>
            <pc:docMk/>
            <pc:sldMk cId="2194078879" sldId="327"/>
            <ac:spMk id="75" creationId="{3C1FAF25-4E8F-A115-8B34-58AD4B8BCA4B}"/>
          </ac:spMkLst>
        </pc:spChg>
        <pc:spChg chg="mod">
          <ac:chgData name="Nguyen, Tien Long" userId="552c08b3-44b7-4414-8d59-80038a4f13a8" providerId="ADAL" clId="{C49FBE84-300D-41FC-896F-06EAF4F12778}" dt="2026-09-14T15:49:26.459" v="7334"/>
          <ac:spMkLst>
            <pc:docMk/>
            <pc:sldMk cId="2194078879" sldId="327"/>
            <ac:spMk id="77" creationId="{F7079B96-5EF8-E11C-44FC-E279BED76B75}"/>
          </ac:spMkLst>
        </pc:spChg>
        <pc:spChg chg="mod">
          <ac:chgData name="Nguyen, Tien Long" userId="552c08b3-44b7-4414-8d59-80038a4f13a8" providerId="ADAL" clId="{C49FBE84-300D-41FC-896F-06EAF4F12778}" dt="2026-09-14T15:49:26.459" v="7334"/>
          <ac:spMkLst>
            <pc:docMk/>
            <pc:sldMk cId="2194078879" sldId="327"/>
            <ac:spMk id="78" creationId="{1BE96578-0A88-1BF7-31A7-C14247C0EADA}"/>
          </ac:spMkLst>
        </pc:spChg>
        <pc:spChg chg="mod">
          <ac:chgData name="Nguyen, Tien Long" userId="552c08b3-44b7-4414-8d59-80038a4f13a8" providerId="ADAL" clId="{C49FBE84-300D-41FC-896F-06EAF4F12778}" dt="2026-09-14T15:49:26.621" v="7335"/>
          <ac:spMkLst>
            <pc:docMk/>
            <pc:sldMk cId="2194078879" sldId="327"/>
            <ac:spMk id="80" creationId="{5979D605-A04C-B92C-002E-2811DEFA950E}"/>
          </ac:spMkLst>
        </pc:spChg>
        <pc:spChg chg="mod">
          <ac:chgData name="Nguyen, Tien Long" userId="552c08b3-44b7-4414-8d59-80038a4f13a8" providerId="ADAL" clId="{C49FBE84-300D-41FC-896F-06EAF4F12778}" dt="2026-09-14T15:49:26.621" v="7335"/>
          <ac:spMkLst>
            <pc:docMk/>
            <pc:sldMk cId="2194078879" sldId="327"/>
            <ac:spMk id="81" creationId="{60916ACE-221A-9FD0-E0DC-0A4EAF95737B}"/>
          </ac:spMkLst>
        </pc:spChg>
        <pc:spChg chg="del mod topLvl">
          <ac:chgData name="Nguyen, Tien Long" userId="552c08b3-44b7-4414-8d59-80038a4f13a8" providerId="ADAL" clId="{C49FBE84-300D-41FC-896F-06EAF4F12778}" dt="2026-09-14T15:54:17.125" v="7373" actId="478"/>
          <ac:spMkLst>
            <pc:docMk/>
            <pc:sldMk cId="2194078879" sldId="327"/>
            <ac:spMk id="88" creationId="{81E809FF-27EA-E770-BD45-4BFCEE2608E2}"/>
          </ac:spMkLst>
        </pc:spChg>
        <pc:spChg chg="del mod topLvl">
          <ac:chgData name="Nguyen, Tien Long" userId="552c08b3-44b7-4414-8d59-80038a4f13a8" providerId="ADAL" clId="{C49FBE84-300D-41FC-896F-06EAF4F12778}" dt="2026-09-14T15:54:17.850" v="7374" actId="478"/>
          <ac:spMkLst>
            <pc:docMk/>
            <pc:sldMk cId="2194078879" sldId="327"/>
            <ac:spMk id="89" creationId="{18AF8204-5795-0015-76A0-2ED59ACBFBEE}"/>
          </ac:spMkLst>
        </pc:spChg>
        <pc:spChg chg="add del mod">
          <ac:chgData name="Nguyen, Tien Long" userId="552c08b3-44b7-4414-8d59-80038a4f13a8" providerId="ADAL" clId="{C49FBE84-300D-41FC-896F-06EAF4F12778}" dt="2026-09-14T15:53:13.243" v="7365" actId="11529"/>
          <ac:spMkLst>
            <pc:docMk/>
            <pc:sldMk cId="2194078879" sldId="327"/>
            <ac:spMk id="90" creationId="{F8E4C32C-6023-6749-8C40-FC502D3B8382}"/>
          </ac:spMkLst>
        </pc:spChg>
        <pc:spChg chg="del">
          <ac:chgData name="Nguyen, Tien Long" userId="552c08b3-44b7-4414-8d59-80038a4f13a8" providerId="ADAL" clId="{C49FBE84-300D-41FC-896F-06EAF4F12778}" dt="2026-09-14T15:31:03.291" v="7176" actId="478"/>
          <ac:spMkLst>
            <pc:docMk/>
            <pc:sldMk cId="2194078879" sldId="327"/>
            <ac:spMk id="93" creationId="{318AC4A2-6692-5910-D5FA-0B1DF762E78C}"/>
          </ac:spMkLst>
        </pc:spChg>
        <pc:spChg chg="del">
          <ac:chgData name="Nguyen, Tien Long" userId="552c08b3-44b7-4414-8d59-80038a4f13a8" providerId="ADAL" clId="{C49FBE84-300D-41FC-896F-06EAF4F12778}" dt="2026-09-14T15:31:03.291" v="7176" actId="478"/>
          <ac:spMkLst>
            <pc:docMk/>
            <pc:sldMk cId="2194078879" sldId="327"/>
            <ac:spMk id="94" creationId="{10459981-0D3B-B26C-3D56-6FDAA0AB5F0C}"/>
          </ac:spMkLst>
        </pc:spChg>
        <pc:spChg chg="del">
          <ac:chgData name="Nguyen, Tien Long" userId="552c08b3-44b7-4414-8d59-80038a4f13a8" providerId="ADAL" clId="{C49FBE84-300D-41FC-896F-06EAF4F12778}" dt="2026-09-14T15:31:03.291" v="7176" actId="478"/>
          <ac:spMkLst>
            <pc:docMk/>
            <pc:sldMk cId="2194078879" sldId="327"/>
            <ac:spMk id="95" creationId="{182569C8-89CB-6B69-2A97-37A5333C61AA}"/>
          </ac:spMkLst>
        </pc:spChg>
        <pc:spChg chg="del">
          <ac:chgData name="Nguyen, Tien Long" userId="552c08b3-44b7-4414-8d59-80038a4f13a8" providerId="ADAL" clId="{C49FBE84-300D-41FC-896F-06EAF4F12778}" dt="2026-09-14T15:31:03.291" v="7176" actId="478"/>
          <ac:spMkLst>
            <pc:docMk/>
            <pc:sldMk cId="2194078879" sldId="327"/>
            <ac:spMk id="96" creationId="{505AC08C-9CF7-B54B-9BF6-5FE73973AFF5}"/>
          </ac:spMkLst>
        </pc:spChg>
        <pc:spChg chg="del">
          <ac:chgData name="Nguyen, Tien Long" userId="552c08b3-44b7-4414-8d59-80038a4f13a8" providerId="ADAL" clId="{C49FBE84-300D-41FC-896F-06EAF4F12778}" dt="2026-09-14T15:31:03.291" v="7176" actId="478"/>
          <ac:spMkLst>
            <pc:docMk/>
            <pc:sldMk cId="2194078879" sldId="327"/>
            <ac:spMk id="97" creationId="{1F87213E-3F31-4650-2689-72366C597C58}"/>
          </ac:spMkLst>
        </pc:spChg>
        <pc:spChg chg="del">
          <ac:chgData name="Nguyen, Tien Long" userId="552c08b3-44b7-4414-8d59-80038a4f13a8" providerId="ADAL" clId="{C49FBE84-300D-41FC-896F-06EAF4F12778}" dt="2026-09-14T15:31:10.814" v="7177" actId="478"/>
          <ac:spMkLst>
            <pc:docMk/>
            <pc:sldMk cId="2194078879" sldId="327"/>
            <ac:spMk id="99" creationId="{792CB5B3-5DA4-BF96-FE3F-6C5EA5223552}"/>
          </ac:spMkLst>
        </pc:spChg>
        <pc:spChg chg="add mod">
          <ac:chgData name="Nguyen, Tien Long" userId="552c08b3-44b7-4414-8d59-80038a4f13a8" providerId="ADAL" clId="{C49FBE84-300D-41FC-896F-06EAF4F12778}" dt="2026-09-14T16:05:49.624" v="7480" actId="1076"/>
          <ac:spMkLst>
            <pc:docMk/>
            <pc:sldMk cId="2194078879" sldId="327"/>
            <ac:spMk id="105" creationId="{AB8BAF24-D8C3-F47C-8877-18BE82D7B16C}"/>
          </ac:spMkLst>
        </pc:spChg>
        <pc:spChg chg="add del mod">
          <ac:chgData name="Nguyen, Tien Long" userId="552c08b3-44b7-4414-8d59-80038a4f13a8" providerId="ADAL" clId="{C49FBE84-300D-41FC-896F-06EAF4F12778}" dt="2026-09-14T15:58:12.414" v="7394" actId="478"/>
          <ac:spMkLst>
            <pc:docMk/>
            <pc:sldMk cId="2194078879" sldId="327"/>
            <ac:spMk id="107" creationId="{BF0A7126-6980-FDEC-94C7-B8C159BB5BEA}"/>
          </ac:spMkLst>
        </pc:spChg>
        <pc:spChg chg="add mod">
          <ac:chgData name="Nguyen, Tien Long" userId="552c08b3-44b7-4414-8d59-80038a4f13a8" providerId="ADAL" clId="{C49FBE84-300D-41FC-896F-06EAF4F12778}" dt="2026-09-14T16:05:49.624" v="7480" actId="1076"/>
          <ac:spMkLst>
            <pc:docMk/>
            <pc:sldMk cId="2194078879" sldId="327"/>
            <ac:spMk id="109" creationId="{8491328A-5647-B398-2789-EAFBFBB95ADF}"/>
          </ac:spMkLst>
        </pc:spChg>
        <pc:spChg chg="add mod">
          <ac:chgData name="Nguyen, Tien Long" userId="552c08b3-44b7-4414-8d59-80038a4f13a8" providerId="ADAL" clId="{C49FBE84-300D-41FC-896F-06EAF4F12778}" dt="2026-09-14T16:05:49.624" v="7480" actId="1076"/>
          <ac:spMkLst>
            <pc:docMk/>
            <pc:sldMk cId="2194078879" sldId="327"/>
            <ac:spMk id="111" creationId="{58100416-7F77-D7F1-EDCC-D44928D4AA7D}"/>
          </ac:spMkLst>
        </pc:spChg>
        <pc:spChg chg="add mod">
          <ac:chgData name="Nguyen, Tien Long" userId="552c08b3-44b7-4414-8d59-80038a4f13a8" providerId="ADAL" clId="{C49FBE84-300D-41FC-896F-06EAF4F12778}" dt="2026-09-14T16:05:49.624" v="7480" actId="1076"/>
          <ac:spMkLst>
            <pc:docMk/>
            <pc:sldMk cId="2194078879" sldId="327"/>
            <ac:spMk id="113" creationId="{B658749E-A2CC-C568-411D-1FA4E51D2532}"/>
          </ac:spMkLst>
        </pc:spChg>
        <pc:spChg chg="add del mod">
          <ac:chgData name="Nguyen, Tien Long" userId="552c08b3-44b7-4414-8d59-80038a4f13a8" providerId="ADAL" clId="{C49FBE84-300D-41FC-896F-06EAF4F12778}" dt="2026-09-14T16:03:19.684" v="7444" actId="478"/>
          <ac:spMkLst>
            <pc:docMk/>
            <pc:sldMk cId="2194078879" sldId="327"/>
            <ac:spMk id="114" creationId="{D1E59906-BC2C-21E2-F011-CCAA8B301C3B}"/>
          </ac:spMkLst>
        </pc:spChg>
        <pc:spChg chg="add del mod">
          <ac:chgData name="Nguyen, Tien Long" userId="552c08b3-44b7-4414-8d59-80038a4f13a8" providerId="ADAL" clId="{C49FBE84-300D-41FC-896F-06EAF4F12778}" dt="2026-09-14T16:04:42.787" v="7470" actId="478"/>
          <ac:spMkLst>
            <pc:docMk/>
            <pc:sldMk cId="2194078879" sldId="327"/>
            <ac:spMk id="123" creationId="{91B4BB11-BF43-7852-60CF-5368BF8E3932}"/>
          </ac:spMkLst>
        </pc:spChg>
        <pc:spChg chg="add mod">
          <ac:chgData name="Nguyen, Tien Long" userId="552c08b3-44b7-4414-8d59-80038a4f13a8" providerId="ADAL" clId="{C49FBE84-300D-41FC-896F-06EAF4F12778}" dt="2026-09-14T20:18:56.777" v="10550" actId="207"/>
          <ac:spMkLst>
            <pc:docMk/>
            <pc:sldMk cId="2194078879" sldId="327"/>
            <ac:spMk id="125" creationId="{B8D69AAE-CAE3-5D36-482A-EE9AC2F03039}"/>
          </ac:spMkLst>
        </pc:spChg>
        <pc:spChg chg="add mod">
          <ac:chgData name="Nguyen, Tien Long" userId="552c08b3-44b7-4414-8d59-80038a4f13a8" providerId="ADAL" clId="{C49FBE84-300D-41FC-896F-06EAF4F12778}" dt="2026-09-14T20:18:52.780" v="10549" actId="207"/>
          <ac:spMkLst>
            <pc:docMk/>
            <pc:sldMk cId="2194078879" sldId="327"/>
            <ac:spMk id="127" creationId="{E6F171F9-A42D-C837-9D1D-4EC366468845}"/>
          </ac:spMkLst>
        </pc:spChg>
        <pc:spChg chg="add mod">
          <ac:chgData name="Nguyen, Tien Long" userId="552c08b3-44b7-4414-8d59-80038a4f13a8" providerId="ADAL" clId="{C49FBE84-300D-41FC-896F-06EAF4F12778}" dt="2026-09-14T16:16:22.175" v="7635" actId="20577"/>
          <ac:spMkLst>
            <pc:docMk/>
            <pc:sldMk cId="2194078879" sldId="327"/>
            <ac:spMk id="128" creationId="{88E28A4B-326D-1BD4-CE8C-44524D4BBC96}"/>
          </ac:spMkLst>
        </pc:spChg>
        <pc:spChg chg="add mod">
          <ac:chgData name="Nguyen, Tien Long" userId="552c08b3-44b7-4414-8d59-80038a4f13a8" providerId="ADAL" clId="{C49FBE84-300D-41FC-896F-06EAF4F12778}" dt="2026-09-14T20:18:42.271" v="10548" actId="207"/>
          <ac:spMkLst>
            <pc:docMk/>
            <pc:sldMk cId="2194078879" sldId="327"/>
            <ac:spMk id="137" creationId="{7D126B94-EE8F-4AB8-9BCD-980885C0831C}"/>
          </ac:spMkLst>
        </pc:spChg>
        <pc:spChg chg="add mod">
          <ac:chgData name="Nguyen, Tien Long" userId="552c08b3-44b7-4414-8d59-80038a4f13a8" providerId="ADAL" clId="{C49FBE84-300D-41FC-896F-06EAF4F12778}" dt="2026-09-14T20:18:08.601" v="10544" actId="207"/>
          <ac:spMkLst>
            <pc:docMk/>
            <pc:sldMk cId="2194078879" sldId="327"/>
            <ac:spMk id="138" creationId="{33AFE94B-823F-BE95-AFC3-CFA34C265A32}"/>
          </ac:spMkLst>
        </pc:spChg>
        <pc:spChg chg="add mod topLvl">
          <ac:chgData name="Nguyen, Tien Long" userId="552c08b3-44b7-4414-8d59-80038a4f13a8" providerId="ADAL" clId="{C49FBE84-300D-41FC-896F-06EAF4F12778}" dt="2026-09-14T16:18:59.328" v="7715" actId="164"/>
          <ac:spMkLst>
            <pc:docMk/>
            <pc:sldMk cId="2194078879" sldId="327"/>
            <ac:spMk id="139" creationId="{889EF879-5745-F8E1-B443-E5A827532DFA}"/>
          </ac:spMkLst>
        </pc:spChg>
        <pc:spChg chg="add del mod topLvl">
          <ac:chgData name="Nguyen, Tien Long" userId="552c08b3-44b7-4414-8d59-80038a4f13a8" providerId="ADAL" clId="{C49FBE84-300D-41FC-896F-06EAF4F12778}" dt="2026-09-14T16:18:37.013" v="7708" actId="478"/>
          <ac:spMkLst>
            <pc:docMk/>
            <pc:sldMk cId="2194078879" sldId="327"/>
            <ac:spMk id="140" creationId="{8CFA30B5-E727-6B73-8F75-7C0D52763242}"/>
          </ac:spMkLst>
        </pc:spChg>
        <pc:spChg chg="mod">
          <ac:chgData name="Nguyen, Tien Long" userId="552c08b3-44b7-4414-8d59-80038a4f13a8" providerId="ADAL" clId="{C49FBE84-300D-41FC-896F-06EAF4F12778}" dt="2026-09-14T16:21:03.326" v="7742" actId="208"/>
          <ac:spMkLst>
            <pc:docMk/>
            <pc:sldMk cId="2194078879" sldId="327"/>
            <ac:spMk id="143" creationId="{A592C7C2-E914-7D2C-529D-D417B8B972F0}"/>
          </ac:spMkLst>
        </pc:spChg>
        <pc:spChg chg="mod">
          <ac:chgData name="Nguyen, Tien Long" userId="552c08b3-44b7-4414-8d59-80038a4f13a8" providerId="ADAL" clId="{C49FBE84-300D-41FC-896F-06EAF4F12778}" dt="2026-09-14T16:22:25.837" v="7768" actId="207"/>
          <ac:spMkLst>
            <pc:docMk/>
            <pc:sldMk cId="2194078879" sldId="327"/>
            <ac:spMk id="144" creationId="{D5C9DA15-0888-92AC-1314-3740DE3F895E}"/>
          </ac:spMkLst>
        </pc:spChg>
        <pc:spChg chg="mod">
          <ac:chgData name="Nguyen, Tien Long" userId="552c08b3-44b7-4414-8d59-80038a4f13a8" providerId="ADAL" clId="{C49FBE84-300D-41FC-896F-06EAF4F12778}" dt="2026-09-14T16:18:05.987" v="7696"/>
          <ac:spMkLst>
            <pc:docMk/>
            <pc:sldMk cId="2194078879" sldId="327"/>
            <ac:spMk id="146" creationId="{F9FDB332-9E91-736B-C16E-6A08EB76912A}"/>
          </ac:spMkLst>
        </pc:spChg>
        <pc:spChg chg="mod">
          <ac:chgData name="Nguyen, Tien Long" userId="552c08b3-44b7-4414-8d59-80038a4f13a8" providerId="ADAL" clId="{C49FBE84-300D-41FC-896F-06EAF4F12778}" dt="2026-09-14T16:18:05.987" v="7696"/>
          <ac:spMkLst>
            <pc:docMk/>
            <pc:sldMk cId="2194078879" sldId="327"/>
            <ac:spMk id="147" creationId="{A549792D-3840-A51E-11D9-7F2AA9173A66}"/>
          </ac:spMkLst>
        </pc:spChg>
        <pc:spChg chg="del mod topLvl">
          <ac:chgData name="Nguyen, Tien Long" userId="552c08b3-44b7-4414-8d59-80038a4f13a8" providerId="ADAL" clId="{C49FBE84-300D-41FC-896F-06EAF4F12778}" dt="2026-09-14T16:19:29.455" v="7720" actId="478"/>
          <ac:spMkLst>
            <pc:docMk/>
            <pc:sldMk cId="2194078879" sldId="327"/>
            <ac:spMk id="149" creationId="{058D60D2-562F-3843-AF77-CA54F04EB4CE}"/>
          </ac:spMkLst>
        </pc:spChg>
        <pc:spChg chg="mod topLvl">
          <ac:chgData name="Nguyen, Tien Long" userId="552c08b3-44b7-4414-8d59-80038a4f13a8" providerId="ADAL" clId="{C49FBE84-300D-41FC-896F-06EAF4F12778}" dt="2026-09-14T16:19:42.935" v="7725" actId="688"/>
          <ac:spMkLst>
            <pc:docMk/>
            <pc:sldMk cId="2194078879" sldId="327"/>
            <ac:spMk id="150" creationId="{23D25F27-E9D1-F359-267E-88A3DF093AA5}"/>
          </ac:spMkLst>
        </pc:spChg>
        <pc:spChg chg="add mod">
          <ac:chgData name="Nguyen, Tien Long" userId="552c08b3-44b7-4414-8d59-80038a4f13a8" providerId="ADAL" clId="{C49FBE84-300D-41FC-896F-06EAF4F12778}" dt="2026-09-14T16:19:14.425" v="7719" actId="1076"/>
          <ac:spMkLst>
            <pc:docMk/>
            <pc:sldMk cId="2194078879" sldId="327"/>
            <ac:spMk id="152" creationId="{3B2B1589-37A5-2E45-7A21-CF004B5E1899}"/>
          </ac:spMkLst>
        </pc:spChg>
        <pc:spChg chg="add mod">
          <ac:chgData name="Nguyen, Tien Long" userId="552c08b3-44b7-4414-8d59-80038a4f13a8" providerId="ADAL" clId="{C49FBE84-300D-41FC-896F-06EAF4F12778}" dt="2026-09-14T16:20:09.962" v="7732" actId="1076"/>
          <ac:spMkLst>
            <pc:docMk/>
            <pc:sldMk cId="2194078879" sldId="327"/>
            <ac:spMk id="157" creationId="{54688E5E-7048-DF69-DDD4-4A6973551CB8}"/>
          </ac:spMkLst>
        </pc:spChg>
        <pc:spChg chg="add mod">
          <ac:chgData name="Nguyen, Tien Long" userId="552c08b3-44b7-4414-8d59-80038a4f13a8" providerId="ADAL" clId="{C49FBE84-300D-41FC-896F-06EAF4F12778}" dt="2026-09-14T16:22:02.943" v="7759" actId="14100"/>
          <ac:spMkLst>
            <pc:docMk/>
            <pc:sldMk cId="2194078879" sldId="327"/>
            <ac:spMk id="162" creationId="{2F82C3E9-7029-AACA-722B-B34A4F421E45}"/>
          </ac:spMkLst>
        </pc:spChg>
        <pc:spChg chg="add mod">
          <ac:chgData name="Nguyen, Tien Long" userId="552c08b3-44b7-4414-8d59-80038a4f13a8" providerId="ADAL" clId="{C49FBE84-300D-41FC-896F-06EAF4F12778}" dt="2026-09-14T16:22:20.162" v="7765" actId="1076"/>
          <ac:spMkLst>
            <pc:docMk/>
            <pc:sldMk cId="2194078879" sldId="327"/>
            <ac:spMk id="163" creationId="{371DF342-3458-8958-66F3-5B263826C9E7}"/>
          </ac:spMkLst>
        </pc:spChg>
        <pc:spChg chg="add mod">
          <ac:chgData name="Nguyen, Tien Long" userId="552c08b3-44b7-4414-8d59-80038a4f13a8" providerId="ADAL" clId="{C49FBE84-300D-41FC-896F-06EAF4F12778}" dt="2026-09-14T20:18:13.230" v="10545" actId="207"/>
          <ac:spMkLst>
            <pc:docMk/>
            <pc:sldMk cId="2194078879" sldId="327"/>
            <ac:spMk id="168" creationId="{4965191E-BAF3-8E33-72A1-4D862697227B}"/>
          </ac:spMkLst>
        </pc:spChg>
        <pc:spChg chg="add mod">
          <ac:chgData name="Nguyen, Tien Long" userId="552c08b3-44b7-4414-8d59-80038a4f13a8" providerId="ADAL" clId="{C49FBE84-300D-41FC-896F-06EAF4F12778}" dt="2026-09-14T16:27:09.956" v="7886" actId="1076"/>
          <ac:spMkLst>
            <pc:docMk/>
            <pc:sldMk cId="2194078879" sldId="327"/>
            <ac:spMk id="169" creationId="{FC556CFD-F509-391E-338E-F8E2DCD68C30}"/>
          </ac:spMkLst>
        </pc:spChg>
        <pc:spChg chg="del">
          <ac:chgData name="Nguyen, Tien Long" userId="552c08b3-44b7-4414-8d59-80038a4f13a8" providerId="ADAL" clId="{C49FBE84-300D-41FC-896F-06EAF4F12778}" dt="2026-09-14T15:31:03.291" v="7176" actId="478"/>
          <ac:spMkLst>
            <pc:docMk/>
            <pc:sldMk cId="2194078879" sldId="327"/>
            <ac:spMk id="237" creationId="{A7D018FB-BC79-BD9D-E7E8-DF17D657C6FF}"/>
          </ac:spMkLst>
        </pc:spChg>
        <pc:spChg chg="del">
          <ac:chgData name="Nguyen, Tien Long" userId="552c08b3-44b7-4414-8d59-80038a4f13a8" providerId="ADAL" clId="{C49FBE84-300D-41FC-896F-06EAF4F12778}" dt="2026-09-14T15:31:03.291" v="7176" actId="478"/>
          <ac:spMkLst>
            <pc:docMk/>
            <pc:sldMk cId="2194078879" sldId="327"/>
            <ac:spMk id="240" creationId="{9287B5B8-B26E-6148-840F-AE06E740E346}"/>
          </ac:spMkLst>
        </pc:spChg>
        <pc:grpChg chg="add mod">
          <ac:chgData name="Nguyen, Tien Long" userId="552c08b3-44b7-4414-8d59-80038a4f13a8" providerId="ADAL" clId="{C49FBE84-300D-41FC-896F-06EAF4F12778}" dt="2026-09-14T15:49:03.067" v="7320" actId="164"/>
          <ac:grpSpMkLst>
            <pc:docMk/>
            <pc:sldMk cId="2194078879" sldId="327"/>
            <ac:grpSpMk id="51" creationId="{1F71DEF7-3CC0-A4DE-F06A-875DB59DB4F5}"/>
          </ac:grpSpMkLst>
        </pc:grpChg>
        <pc:grpChg chg="add mod">
          <ac:chgData name="Nguyen, Tien Long" userId="552c08b3-44b7-4414-8d59-80038a4f13a8" providerId="ADAL" clId="{C49FBE84-300D-41FC-896F-06EAF4F12778}" dt="2026-09-14T15:50:04.016" v="7351" actId="1076"/>
          <ac:grpSpMkLst>
            <pc:docMk/>
            <pc:sldMk cId="2194078879" sldId="327"/>
            <ac:grpSpMk id="66" creationId="{1CC11202-8471-8EC7-3D23-F3E40F437389}"/>
          </ac:grpSpMkLst>
        </pc:grpChg>
        <pc:grpChg chg="add mod">
          <ac:chgData name="Nguyen, Tien Long" userId="552c08b3-44b7-4414-8d59-80038a4f13a8" providerId="ADAL" clId="{C49FBE84-300D-41FC-896F-06EAF4F12778}" dt="2026-09-14T15:49:56.850" v="7348" actId="14100"/>
          <ac:grpSpMkLst>
            <pc:docMk/>
            <pc:sldMk cId="2194078879" sldId="327"/>
            <ac:grpSpMk id="67" creationId="{33B4188C-C2AC-588E-4E67-6873C8DF938E}"/>
          </ac:grpSpMkLst>
        </pc:grpChg>
        <pc:grpChg chg="add mod">
          <ac:chgData name="Nguyen, Tien Long" userId="552c08b3-44b7-4414-8d59-80038a4f13a8" providerId="ADAL" clId="{C49FBE84-300D-41FC-896F-06EAF4F12778}" dt="2026-09-14T15:49:47.476" v="7344" actId="14100"/>
          <ac:grpSpMkLst>
            <pc:docMk/>
            <pc:sldMk cId="2194078879" sldId="327"/>
            <ac:grpSpMk id="70" creationId="{0C454EAF-2F62-669C-9B57-5858455F7FDB}"/>
          </ac:grpSpMkLst>
        </pc:grpChg>
        <pc:grpChg chg="add mod">
          <ac:chgData name="Nguyen, Tien Long" userId="552c08b3-44b7-4414-8d59-80038a4f13a8" providerId="ADAL" clId="{C49FBE84-300D-41FC-896F-06EAF4F12778}" dt="2026-09-14T15:49:40.397" v="7341" actId="14100"/>
          <ac:grpSpMkLst>
            <pc:docMk/>
            <pc:sldMk cId="2194078879" sldId="327"/>
            <ac:grpSpMk id="73" creationId="{1F0DAB7A-6B29-029E-40DE-0E22DDDFA0E8}"/>
          </ac:grpSpMkLst>
        </pc:grpChg>
        <pc:grpChg chg="add mod">
          <ac:chgData name="Nguyen, Tien Long" userId="552c08b3-44b7-4414-8d59-80038a4f13a8" providerId="ADAL" clId="{C49FBE84-300D-41FC-896F-06EAF4F12778}" dt="2026-09-14T15:49:34.597" v="7339" actId="1076"/>
          <ac:grpSpMkLst>
            <pc:docMk/>
            <pc:sldMk cId="2194078879" sldId="327"/>
            <ac:grpSpMk id="76" creationId="{E570EBA5-15A0-56B5-E195-C37995BC7ABD}"/>
          </ac:grpSpMkLst>
        </pc:grpChg>
        <pc:grpChg chg="add mod">
          <ac:chgData name="Nguyen, Tien Long" userId="552c08b3-44b7-4414-8d59-80038a4f13a8" providerId="ADAL" clId="{C49FBE84-300D-41FC-896F-06EAF4F12778}" dt="2026-09-14T15:49:32.517" v="7338" actId="1076"/>
          <ac:grpSpMkLst>
            <pc:docMk/>
            <pc:sldMk cId="2194078879" sldId="327"/>
            <ac:grpSpMk id="79" creationId="{71E5190E-B874-BDCE-57B7-3428F7B07591}"/>
          </ac:grpSpMkLst>
        </pc:grpChg>
        <pc:grpChg chg="add del mod">
          <ac:chgData name="Nguyen, Tien Long" userId="552c08b3-44b7-4414-8d59-80038a4f13a8" providerId="ADAL" clId="{C49FBE84-300D-41FC-896F-06EAF4F12778}" dt="2026-09-14T15:54:17.125" v="7373" actId="478"/>
          <ac:grpSpMkLst>
            <pc:docMk/>
            <pc:sldMk cId="2194078879" sldId="327"/>
            <ac:grpSpMk id="87" creationId="{7E3115E1-D45D-D284-AF02-7777F9A195E8}"/>
          </ac:grpSpMkLst>
        </pc:grpChg>
        <pc:grpChg chg="add del mod">
          <ac:chgData name="Nguyen, Tien Long" userId="552c08b3-44b7-4414-8d59-80038a4f13a8" providerId="ADAL" clId="{C49FBE84-300D-41FC-896F-06EAF4F12778}" dt="2026-09-14T16:18:37.013" v="7708" actId="478"/>
          <ac:grpSpMkLst>
            <pc:docMk/>
            <pc:sldMk cId="2194078879" sldId="327"/>
            <ac:grpSpMk id="141" creationId="{3F8A0E9C-55B6-C589-4ED9-D1E845470971}"/>
          </ac:grpSpMkLst>
        </pc:grpChg>
        <pc:grpChg chg="add mod">
          <ac:chgData name="Nguyen, Tien Long" userId="552c08b3-44b7-4414-8d59-80038a4f13a8" providerId="ADAL" clId="{C49FBE84-300D-41FC-896F-06EAF4F12778}" dt="2026-09-14T16:20:35.311" v="7738" actId="207"/>
          <ac:grpSpMkLst>
            <pc:docMk/>
            <pc:sldMk cId="2194078879" sldId="327"/>
            <ac:grpSpMk id="142" creationId="{FC20999F-9CCE-5626-BA9A-02188FA0FD18}"/>
          </ac:grpSpMkLst>
        </pc:grpChg>
        <pc:grpChg chg="add mod">
          <ac:chgData name="Nguyen, Tien Long" userId="552c08b3-44b7-4414-8d59-80038a4f13a8" providerId="ADAL" clId="{C49FBE84-300D-41FC-896F-06EAF4F12778}" dt="2026-09-14T16:18:17.644" v="7702" actId="1076"/>
          <ac:grpSpMkLst>
            <pc:docMk/>
            <pc:sldMk cId="2194078879" sldId="327"/>
            <ac:grpSpMk id="145" creationId="{42308EA9-F56C-3E76-1E80-D468D6CD8008}"/>
          </ac:grpSpMkLst>
        </pc:grpChg>
        <pc:grpChg chg="add del mod">
          <ac:chgData name="Nguyen, Tien Long" userId="552c08b3-44b7-4414-8d59-80038a4f13a8" providerId="ADAL" clId="{C49FBE84-300D-41FC-896F-06EAF4F12778}" dt="2026-09-14T16:18:42.041" v="7709" actId="165"/>
          <ac:grpSpMkLst>
            <pc:docMk/>
            <pc:sldMk cId="2194078879" sldId="327"/>
            <ac:grpSpMk id="148" creationId="{C69A24AF-B00B-9F09-F615-D5A79BC49174}"/>
          </ac:grpSpMkLst>
        </pc:grpChg>
        <pc:grpChg chg="add mod">
          <ac:chgData name="Nguyen, Tien Long" userId="552c08b3-44b7-4414-8d59-80038a4f13a8" providerId="ADAL" clId="{C49FBE84-300D-41FC-896F-06EAF4F12778}" dt="2026-09-14T16:19:35.047" v="7723" actId="688"/>
          <ac:grpSpMkLst>
            <pc:docMk/>
            <pc:sldMk cId="2194078879" sldId="327"/>
            <ac:grpSpMk id="151" creationId="{7AF0A774-943F-76A5-00A3-C4179A3D7A50}"/>
          </ac:grpSpMkLst>
        </pc:grpChg>
        <pc:cxnChg chg="add mod">
          <ac:chgData name="Nguyen, Tien Long" userId="552c08b3-44b7-4414-8d59-80038a4f13a8" providerId="ADAL" clId="{C49FBE84-300D-41FC-896F-06EAF4F12778}" dt="2026-09-14T15:50:34.258" v="7355" actId="14100"/>
          <ac:cxnSpMkLst>
            <pc:docMk/>
            <pc:sldMk cId="2194078879" sldId="327"/>
            <ac:cxnSpMk id="83" creationId="{02DF0AA4-E8BA-11A9-1AF6-A2C43F338B00}"/>
          </ac:cxnSpMkLst>
        </pc:cxnChg>
        <pc:cxnChg chg="add del">
          <ac:chgData name="Nguyen, Tien Long" userId="552c08b3-44b7-4414-8d59-80038a4f13a8" providerId="ADAL" clId="{C49FBE84-300D-41FC-896F-06EAF4F12778}" dt="2026-09-14T15:54:19.267" v="7375" actId="478"/>
          <ac:cxnSpMkLst>
            <pc:docMk/>
            <pc:sldMk cId="2194078879" sldId="327"/>
            <ac:cxnSpMk id="92" creationId="{208B282D-C36A-3096-7872-46ED2D275072}"/>
          </ac:cxnSpMkLst>
        </pc:cxnChg>
        <pc:cxnChg chg="add del mod">
          <ac:chgData name="Nguyen, Tien Long" userId="552c08b3-44b7-4414-8d59-80038a4f13a8" providerId="ADAL" clId="{C49FBE84-300D-41FC-896F-06EAF4F12778}" dt="2026-09-14T15:54:19.834" v="7376" actId="478"/>
          <ac:cxnSpMkLst>
            <pc:docMk/>
            <pc:sldMk cId="2194078879" sldId="327"/>
            <ac:cxnSpMk id="98" creationId="{CFD19C03-EDDE-6A7F-D2F3-AE17B973016B}"/>
          </ac:cxnSpMkLst>
        </pc:cxnChg>
        <pc:cxnChg chg="add mod">
          <ac:chgData name="Nguyen, Tien Long" userId="552c08b3-44b7-4414-8d59-80038a4f13a8" providerId="ADAL" clId="{C49FBE84-300D-41FC-896F-06EAF4F12778}" dt="2026-09-14T16:05:49.624" v="7480" actId="1076"/>
          <ac:cxnSpMkLst>
            <pc:docMk/>
            <pc:sldMk cId="2194078879" sldId="327"/>
            <ac:cxnSpMk id="116" creationId="{0BED93F8-A6AA-3746-6D02-DF9A737F0721}"/>
          </ac:cxnSpMkLst>
        </pc:cxnChg>
        <pc:cxnChg chg="add mod">
          <ac:chgData name="Nguyen, Tien Long" userId="552c08b3-44b7-4414-8d59-80038a4f13a8" providerId="ADAL" clId="{C49FBE84-300D-41FC-896F-06EAF4F12778}" dt="2026-09-14T16:05:49.624" v="7480" actId="1076"/>
          <ac:cxnSpMkLst>
            <pc:docMk/>
            <pc:sldMk cId="2194078879" sldId="327"/>
            <ac:cxnSpMk id="120" creationId="{F1613895-E8DB-D1C5-4DF4-D70144AFAF62}"/>
          </ac:cxnSpMkLst>
        </pc:cxnChg>
        <pc:cxnChg chg="add mod">
          <ac:chgData name="Nguyen, Tien Long" userId="552c08b3-44b7-4414-8d59-80038a4f13a8" providerId="ADAL" clId="{C49FBE84-300D-41FC-896F-06EAF4F12778}" dt="2026-09-14T16:15:28.007" v="7569" actId="14100"/>
          <ac:cxnSpMkLst>
            <pc:docMk/>
            <pc:sldMk cId="2194078879" sldId="327"/>
            <ac:cxnSpMk id="130" creationId="{EECB69EB-0C52-7E23-5A30-E3506A44E992}"/>
          </ac:cxnSpMkLst>
        </pc:cxnChg>
        <pc:cxnChg chg="add mod">
          <ac:chgData name="Nguyen, Tien Long" userId="552c08b3-44b7-4414-8d59-80038a4f13a8" providerId="ADAL" clId="{C49FBE84-300D-41FC-896F-06EAF4F12778}" dt="2026-09-14T16:15:30.490" v="7570" actId="14100"/>
          <ac:cxnSpMkLst>
            <pc:docMk/>
            <pc:sldMk cId="2194078879" sldId="327"/>
            <ac:cxnSpMk id="133" creationId="{8310F86A-2DC3-CE0D-E743-9AC056FF5D81}"/>
          </ac:cxnSpMkLst>
        </pc:cxnChg>
        <pc:cxnChg chg="add mod">
          <ac:chgData name="Nguyen, Tien Long" userId="552c08b3-44b7-4414-8d59-80038a4f13a8" providerId="ADAL" clId="{C49FBE84-300D-41FC-896F-06EAF4F12778}" dt="2026-09-14T16:19:54.958" v="7728" actId="14100"/>
          <ac:cxnSpMkLst>
            <pc:docMk/>
            <pc:sldMk cId="2194078879" sldId="327"/>
            <ac:cxnSpMk id="154" creationId="{D2DADDEE-3B4A-7B7B-E010-0609FBA5F0B4}"/>
          </ac:cxnSpMkLst>
        </pc:cxnChg>
        <pc:cxnChg chg="add mod">
          <ac:chgData name="Nguyen, Tien Long" userId="552c08b3-44b7-4414-8d59-80038a4f13a8" providerId="ADAL" clId="{C49FBE84-300D-41FC-896F-06EAF4F12778}" dt="2026-09-14T16:20:20.838" v="7734" actId="14100"/>
          <ac:cxnSpMkLst>
            <pc:docMk/>
            <pc:sldMk cId="2194078879" sldId="327"/>
            <ac:cxnSpMk id="159" creationId="{E1F00900-D6C9-5AAC-8B7A-F343F8A556F4}"/>
          </ac:cxnSpMkLst>
        </pc:cxnChg>
        <pc:cxnChg chg="add mod">
          <ac:chgData name="Nguyen, Tien Long" userId="552c08b3-44b7-4414-8d59-80038a4f13a8" providerId="ADAL" clId="{C49FBE84-300D-41FC-896F-06EAF4F12778}" dt="2026-09-14T16:22:35.579" v="7771" actId="14100"/>
          <ac:cxnSpMkLst>
            <pc:docMk/>
            <pc:sldMk cId="2194078879" sldId="327"/>
            <ac:cxnSpMk id="165" creationId="{BAE3E383-AC8C-A1B6-498C-EF0020CFD024}"/>
          </ac:cxnSpMkLst>
        </pc:cxnChg>
      </pc:sldChg>
      <pc:sldChg chg="addSp delSp modSp add mod delAnim modAnim modShow">
        <pc:chgData name="Nguyen, Tien Long" userId="552c08b3-44b7-4414-8d59-80038a4f13a8" providerId="ADAL" clId="{C49FBE84-300D-41FC-896F-06EAF4F12778}" dt="2026-09-14T20:20:50.786" v="10567" actId="207"/>
        <pc:sldMkLst>
          <pc:docMk/>
          <pc:sldMk cId="986276707" sldId="328"/>
        </pc:sldMkLst>
        <pc:spChg chg="add mod">
          <ac:chgData name="Nguyen, Tien Long" userId="552c08b3-44b7-4414-8d59-80038a4f13a8" providerId="ADAL" clId="{C49FBE84-300D-41FC-896F-06EAF4F12778}" dt="2026-09-14T20:19:09.685" v="10553" actId="207"/>
          <ac:spMkLst>
            <pc:docMk/>
            <pc:sldMk cId="986276707" sldId="328"/>
            <ac:spMk id="3" creationId="{72E09C19-E204-16D9-AE77-17FE97A7F353}"/>
          </ac:spMkLst>
        </pc:spChg>
        <pc:spChg chg="mod">
          <ac:chgData name="Nguyen, Tien Long" userId="552c08b3-44b7-4414-8d59-80038a4f13a8" providerId="ADAL" clId="{C49FBE84-300D-41FC-896F-06EAF4F12778}" dt="2026-09-14T16:31:39.564" v="7943" actId="14100"/>
          <ac:spMkLst>
            <pc:docMk/>
            <pc:sldMk cId="986276707" sldId="328"/>
            <ac:spMk id="5" creationId="{E627B5A5-6AC4-15BA-4F00-6D65BB63CE36}"/>
          </ac:spMkLst>
        </pc:spChg>
        <pc:spChg chg="mod">
          <ac:chgData name="Nguyen, Tien Long" userId="552c08b3-44b7-4414-8d59-80038a4f13a8" providerId="ADAL" clId="{C49FBE84-300D-41FC-896F-06EAF4F12778}" dt="2026-09-14T16:33:04.955" v="7962" actId="20577"/>
          <ac:spMkLst>
            <pc:docMk/>
            <pc:sldMk cId="986276707" sldId="328"/>
            <ac:spMk id="6" creationId="{B8457FD4-5D6B-0AE5-6A03-C712D012BF92}"/>
          </ac:spMkLst>
        </pc:spChg>
        <pc:spChg chg="add mod">
          <ac:chgData name="Nguyen, Tien Long" userId="552c08b3-44b7-4414-8d59-80038a4f13a8" providerId="ADAL" clId="{C49FBE84-300D-41FC-896F-06EAF4F12778}" dt="2026-09-14T16:37:13.466" v="8041" actId="164"/>
          <ac:spMkLst>
            <pc:docMk/>
            <pc:sldMk cId="986276707" sldId="328"/>
            <ac:spMk id="7" creationId="{E6EB632F-8D2B-97D4-4D34-4ACF4ED578BD}"/>
          </ac:spMkLst>
        </pc:spChg>
        <pc:spChg chg="add mod">
          <ac:chgData name="Nguyen, Tien Long" userId="552c08b3-44b7-4414-8d59-80038a4f13a8" providerId="ADAL" clId="{C49FBE84-300D-41FC-896F-06EAF4F12778}" dt="2026-09-14T16:37:13.466" v="8041" actId="164"/>
          <ac:spMkLst>
            <pc:docMk/>
            <pc:sldMk cId="986276707" sldId="328"/>
            <ac:spMk id="9" creationId="{31B43A81-F6DF-85A0-B9C6-9D7452C2F012}"/>
          </ac:spMkLst>
        </pc:spChg>
        <pc:spChg chg="add mod">
          <ac:chgData name="Nguyen, Tien Long" userId="552c08b3-44b7-4414-8d59-80038a4f13a8" providerId="ADAL" clId="{C49FBE84-300D-41FC-896F-06EAF4F12778}" dt="2026-09-14T16:37:13.466" v="8041" actId="164"/>
          <ac:spMkLst>
            <pc:docMk/>
            <pc:sldMk cId="986276707" sldId="328"/>
            <ac:spMk id="11" creationId="{C11DAB1A-C07D-4131-27F3-F8A4567E7E65}"/>
          </ac:spMkLst>
        </pc:spChg>
        <pc:spChg chg="mod topLvl">
          <ac:chgData name="Nguyen, Tien Long" userId="552c08b3-44b7-4414-8d59-80038a4f13a8" providerId="ADAL" clId="{C49FBE84-300D-41FC-896F-06EAF4F12778}" dt="2026-09-14T16:33:01.136" v="7960" actId="21"/>
          <ac:spMkLst>
            <pc:docMk/>
            <pc:sldMk cId="986276707" sldId="328"/>
            <ac:spMk id="13" creationId="{E2BBE423-971D-3F60-C548-8951854AC259}"/>
          </ac:spMkLst>
        </pc:spChg>
        <pc:spChg chg="add del mod topLvl">
          <ac:chgData name="Nguyen, Tien Long" userId="552c08b3-44b7-4414-8d59-80038a4f13a8" providerId="ADAL" clId="{C49FBE84-300D-41FC-896F-06EAF4F12778}" dt="2026-09-14T16:33:01.136" v="7960" actId="21"/>
          <ac:spMkLst>
            <pc:docMk/>
            <pc:sldMk cId="986276707" sldId="328"/>
            <ac:spMk id="14" creationId="{8BED383B-5A3A-34F4-9239-8A98448030BB}"/>
          </ac:spMkLst>
        </pc:spChg>
        <pc:spChg chg="add mod">
          <ac:chgData name="Nguyen, Tien Long" userId="552c08b3-44b7-4414-8d59-80038a4f13a8" providerId="ADAL" clId="{C49FBE84-300D-41FC-896F-06EAF4F12778}" dt="2026-09-14T16:37:13.466" v="8041" actId="164"/>
          <ac:spMkLst>
            <pc:docMk/>
            <pc:sldMk cId="986276707" sldId="328"/>
            <ac:spMk id="16" creationId="{45EF6949-4E6E-EF8B-A52B-ADB6A56CE3A6}"/>
          </ac:spMkLst>
        </pc:spChg>
        <pc:spChg chg="mod">
          <ac:chgData name="Nguyen, Tien Long" userId="552c08b3-44b7-4414-8d59-80038a4f13a8" providerId="ADAL" clId="{C49FBE84-300D-41FC-896F-06EAF4F12778}" dt="2026-09-14T16:34:47.389" v="7995" actId="14100"/>
          <ac:spMkLst>
            <pc:docMk/>
            <pc:sldMk cId="986276707" sldId="328"/>
            <ac:spMk id="18" creationId="{3BA92823-403D-7C9F-0E5B-E978A8A5BF56}"/>
          </ac:spMkLst>
        </pc:spChg>
        <pc:spChg chg="mod">
          <ac:chgData name="Nguyen, Tien Long" userId="552c08b3-44b7-4414-8d59-80038a4f13a8" providerId="ADAL" clId="{C49FBE84-300D-41FC-896F-06EAF4F12778}" dt="2026-09-14T16:34:43.671" v="7994" actId="14100"/>
          <ac:spMkLst>
            <pc:docMk/>
            <pc:sldMk cId="986276707" sldId="328"/>
            <ac:spMk id="19" creationId="{A5F7BF44-BFA0-92CF-9E11-4E63E4A823A6}"/>
          </ac:spMkLst>
        </pc:spChg>
        <pc:spChg chg="add mod">
          <ac:chgData name="Nguyen, Tien Long" userId="552c08b3-44b7-4414-8d59-80038a4f13a8" providerId="ADAL" clId="{C49FBE84-300D-41FC-896F-06EAF4F12778}" dt="2026-09-14T16:33:37.630" v="7971" actId="1076"/>
          <ac:spMkLst>
            <pc:docMk/>
            <pc:sldMk cId="986276707" sldId="328"/>
            <ac:spMk id="20" creationId="{3816F4ED-2837-73D0-3EFC-057E9B43399C}"/>
          </ac:spMkLst>
        </pc:spChg>
        <pc:spChg chg="add mod">
          <ac:chgData name="Nguyen, Tien Long" userId="552c08b3-44b7-4414-8d59-80038a4f13a8" providerId="ADAL" clId="{C49FBE84-300D-41FC-896F-06EAF4F12778}" dt="2026-09-14T16:34:53.144" v="7996" actId="14100"/>
          <ac:spMkLst>
            <pc:docMk/>
            <pc:sldMk cId="986276707" sldId="328"/>
            <ac:spMk id="21" creationId="{145A8A18-440D-DE99-AD50-C9CF630CB1F2}"/>
          </ac:spMkLst>
        </pc:spChg>
        <pc:spChg chg="add mod">
          <ac:chgData name="Nguyen, Tien Long" userId="552c08b3-44b7-4414-8d59-80038a4f13a8" providerId="ADAL" clId="{C49FBE84-300D-41FC-896F-06EAF4F12778}" dt="2026-09-14T16:35:05.213" v="7999" actId="14100"/>
          <ac:spMkLst>
            <pc:docMk/>
            <pc:sldMk cId="986276707" sldId="328"/>
            <ac:spMk id="23" creationId="{08BDA0A2-E8E4-5174-B2BC-B534AA74D63D}"/>
          </ac:spMkLst>
        </pc:spChg>
        <pc:spChg chg="add mod">
          <ac:chgData name="Nguyen, Tien Long" userId="552c08b3-44b7-4414-8d59-80038a4f13a8" providerId="ADAL" clId="{C49FBE84-300D-41FC-896F-06EAF4F12778}" dt="2026-09-14T16:34:56.483" v="7997" actId="14100"/>
          <ac:spMkLst>
            <pc:docMk/>
            <pc:sldMk cId="986276707" sldId="328"/>
            <ac:spMk id="25" creationId="{847E3929-796F-F9BF-DECD-7FD505F13142}"/>
          </ac:spMkLst>
        </pc:spChg>
        <pc:spChg chg="add mod">
          <ac:chgData name="Nguyen, Tien Long" userId="552c08b3-44b7-4414-8d59-80038a4f13a8" providerId="ADAL" clId="{C49FBE84-300D-41FC-896F-06EAF4F12778}" dt="2026-09-14T20:19:14.228" v="10554" actId="207"/>
          <ac:spMkLst>
            <pc:docMk/>
            <pc:sldMk cId="986276707" sldId="328"/>
            <ac:spMk id="26" creationId="{F9A9A4F3-6418-9B87-63E0-47EB8F12CE59}"/>
          </ac:spMkLst>
        </pc:spChg>
        <pc:spChg chg="del">
          <ac:chgData name="Nguyen, Tien Long" userId="552c08b3-44b7-4414-8d59-80038a4f13a8" providerId="ADAL" clId="{C49FBE84-300D-41FC-896F-06EAF4F12778}" dt="2026-09-14T16:30:13.992" v="7888" actId="478"/>
          <ac:spMkLst>
            <pc:docMk/>
            <pc:sldMk cId="986276707" sldId="328"/>
            <ac:spMk id="28" creationId="{41BA3594-7EF8-C6C6-6A54-DF2BA3B009EF}"/>
          </ac:spMkLst>
        </pc:spChg>
        <pc:spChg chg="del">
          <ac:chgData name="Nguyen, Tien Long" userId="552c08b3-44b7-4414-8d59-80038a4f13a8" providerId="ADAL" clId="{C49FBE84-300D-41FC-896F-06EAF4F12778}" dt="2026-09-14T16:30:13.992" v="7888" actId="478"/>
          <ac:spMkLst>
            <pc:docMk/>
            <pc:sldMk cId="986276707" sldId="328"/>
            <ac:spMk id="29" creationId="{B7F3B6A9-6F0F-55D2-E1EE-087AD297D2BC}"/>
          </ac:spMkLst>
        </pc:spChg>
        <pc:spChg chg="add mod">
          <ac:chgData name="Nguyen, Tien Long" userId="552c08b3-44b7-4414-8d59-80038a4f13a8" providerId="ADAL" clId="{C49FBE84-300D-41FC-896F-06EAF4F12778}" dt="2026-09-14T20:19:17.437" v="10555" actId="207"/>
          <ac:spMkLst>
            <pc:docMk/>
            <pc:sldMk cId="986276707" sldId="328"/>
            <ac:spMk id="30" creationId="{C9B0DA85-2EFD-C74A-F68A-09AF5ABFA97B}"/>
          </ac:spMkLst>
        </pc:spChg>
        <pc:spChg chg="add mod">
          <ac:chgData name="Nguyen, Tien Long" userId="552c08b3-44b7-4414-8d59-80038a4f13a8" providerId="ADAL" clId="{C49FBE84-300D-41FC-896F-06EAF4F12778}" dt="2026-09-14T16:36:02.268" v="8009" actId="1076"/>
          <ac:spMkLst>
            <pc:docMk/>
            <pc:sldMk cId="986276707" sldId="328"/>
            <ac:spMk id="42" creationId="{6B926260-CA7A-BB41-76EB-98CCAAE8D8D4}"/>
          </ac:spMkLst>
        </pc:spChg>
        <pc:spChg chg="add del mod">
          <ac:chgData name="Nguyen, Tien Long" userId="552c08b3-44b7-4414-8d59-80038a4f13a8" providerId="ADAL" clId="{C49FBE84-300D-41FC-896F-06EAF4F12778}" dt="2026-09-14T16:36:13.437" v="8012"/>
          <ac:spMkLst>
            <pc:docMk/>
            <pc:sldMk cId="986276707" sldId="328"/>
            <ac:spMk id="43" creationId="{BE7DD949-53F5-8B8A-D65E-CE5E87D9079F}"/>
          </ac:spMkLst>
        </pc:spChg>
        <pc:spChg chg="add mod">
          <ac:chgData name="Nguyen, Tien Long" userId="552c08b3-44b7-4414-8d59-80038a4f13a8" providerId="ADAL" clId="{C49FBE84-300D-41FC-896F-06EAF4F12778}" dt="2026-09-14T20:19:20.237" v="10556" actId="207"/>
          <ac:spMkLst>
            <pc:docMk/>
            <pc:sldMk cId="986276707" sldId="328"/>
            <ac:spMk id="44" creationId="{8A982EFB-91F1-F9F6-C58C-1110ACA473B7}"/>
          </ac:spMkLst>
        </pc:spChg>
        <pc:spChg chg="add mod">
          <ac:chgData name="Nguyen, Tien Long" userId="552c08b3-44b7-4414-8d59-80038a4f13a8" providerId="ADAL" clId="{C49FBE84-300D-41FC-896F-06EAF4F12778}" dt="2026-09-14T16:36:31.943" v="8030" actId="14100"/>
          <ac:spMkLst>
            <pc:docMk/>
            <pc:sldMk cId="986276707" sldId="328"/>
            <ac:spMk id="46" creationId="{6A506AC6-8116-A01D-E015-408436CBDA9B}"/>
          </ac:spMkLst>
        </pc:spChg>
        <pc:spChg chg="add mod">
          <ac:chgData name="Nguyen, Tien Long" userId="552c08b3-44b7-4414-8d59-80038a4f13a8" providerId="ADAL" clId="{C49FBE84-300D-41FC-896F-06EAF4F12778}" dt="2026-09-14T16:36:36.786" v="8034" actId="14100"/>
          <ac:spMkLst>
            <pc:docMk/>
            <pc:sldMk cId="986276707" sldId="328"/>
            <ac:spMk id="48" creationId="{14E20B84-E593-1E92-CD8A-FC6A4C0E4ADE}"/>
          </ac:spMkLst>
        </pc:spChg>
        <pc:spChg chg="add mod">
          <ac:chgData name="Nguyen, Tien Long" userId="552c08b3-44b7-4414-8d59-80038a4f13a8" providerId="ADAL" clId="{C49FBE84-300D-41FC-896F-06EAF4F12778}" dt="2026-09-14T16:36:48.025" v="8040" actId="1076"/>
          <ac:spMkLst>
            <pc:docMk/>
            <pc:sldMk cId="986276707" sldId="328"/>
            <ac:spMk id="50" creationId="{1716C8CB-44F5-A8CE-98C9-5296DF41C322}"/>
          </ac:spMkLst>
        </pc:spChg>
        <pc:spChg chg="add mod">
          <ac:chgData name="Nguyen, Tien Long" userId="552c08b3-44b7-4414-8d59-80038a4f13a8" providerId="ADAL" clId="{C49FBE84-300D-41FC-896F-06EAF4F12778}" dt="2026-09-14T16:36:45.545" v="8039" actId="1076"/>
          <ac:spMkLst>
            <pc:docMk/>
            <pc:sldMk cId="986276707" sldId="328"/>
            <ac:spMk id="52" creationId="{8527E541-5F0B-82AF-9988-76BA11220BBE}"/>
          </ac:spMkLst>
        </pc:spChg>
        <pc:spChg chg="add mod">
          <ac:chgData name="Nguyen, Tien Long" userId="552c08b3-44b7-4414-8d59-80038a4f13a8" providerId="ADAL" clId="{C49FBE84-300D-41FC-896F-06EAF4F12778}" dt="2026-09-14T16:36:43.650" v="8038" actId="1076"/>
          <ac:spMkLst>
            <pc:docMk/>
            <pc:sldMk cId="986276707" sldId="328"/>
            <ac:spMk id="54" creationId="{E29FC723-78CB-7E6E-BEC4-6DADCBFC25C9}"/>
          </ac:spMkLst>
        </pc:spChg>
        <pc:spChg chg="add mod">
          <ac:chgData name="Nguyen, Tien Long" userId="552c08b3-44b7-4414-8d59-80038a4f13a8" providerId="ADAL" clId="{C49FBE84-300D-41FC-896F-06EAF4F12778}" dt="2026-09-14T20:20:18.743" v="10562" actId="207"/>
          <ac:spMkLst>
            <pc:docMk/>
            <pc:sldMk cId="986276707" sldId="328"/>
            <ac:spMk id="56" creationId="{D35EB426-034C-8012-30FD-965865D52AC0}"/>
          </ac:spMkLst>
        </pc:spChg>
        <pc:spChg chg="add mod">
          <ac:chgData name="Nguyen, Tien Long" userId="552c08b3-44b7-4414-8d59-80038a4f13a8" providerId="ADAL" clId="{C49FBE84-300D-41FC-896F-06EAF4F12778}" dt="2026-09-14T20:20:26.775" v="10563" actId="207"/>
          <ac:spMkLst>
            <pc:docMk/>
            <pc:sldMk cId="986276707" sldId="328"/>
            <ac:spMk id="57" creationId="{BE169E8D-7EDB-B0D8-DCE8-59BFD0D57276}"/>
          </ac:spMkLst>
        </pc:spChg>
        <pc:spChg chg="add mod">
          <ac:chgData name="Nguyen, Tien Long" userId="552c08b3-44b7-4414-8d59-80038a4f13a8" providerId="ADAL" clId="{C49FBE84-300D-41FC-896F-06EAF4F12778}" dt="2026-09-14T19:15:56.038" v="10121" actId="1076"/>
          <ac:spMkLst>
            <pc:docMk/>
            <pc:sldMk cId="986276707" sldId="328"/>
            <ac:spMk id="61" creationId="{DA857B88-765E-E7B3-ACB6-A50606FEA942}"/>
          </ac:spMkLst>
        </pc:spChg>
        <pc:spChg chg="add mod">
          <ac:chgData name="Nguyen, Tien Long" userId="552c08b3-44b7-4414-8d59-80038a4f13a8" providerId="ADAL" clId="{C49FBE84-300D-41FC-896F-06EAF4F12778}" dt="2026-09-14T19:15:56.038" v="10121" actId="1076"/>
          <ac:spMkLst>
            <pc:docMk/>
            <pc:sldMk cId="986276707" sldId="328"/>
            <ac:spMk id="63" creationId="{7F5CA971-27EF-07EB-B399-EDB526C65C8A}"/>
          </ac:spMkLst>
        </pc:spChg>
        <pc:spChg chg="add mod">
          <ac:chgData name="Nguyen, Tien Long" userId="552c08b3-44b7-4414-8d59-80038a4f13a8" providerId="ADAL" clId="{C49FBE84-300D-41FC-896F-06EAF4F12778}" dt="2026-09-14T19:15:56.038" v="10121" actId="1076"/>
          <ac:spMkLst>
            <pc:docMk/>
            <pc:sldMk cId="986276707" sldId="328"/>
            <ac:spMk id="65" creationId="{46227ABB-C627-C619-86C0-05FBFF1051E5}"/>
          </ac:spMkLst>
        </pc:spChg>
        <pc:spChg chg="add mod">
          <ac:chgData name="Nguyen, Tien Long" userId="552c08b3-44b7-4414-8d59-80038a4f13a8" providerId="ADAL" clId="{C49FBE84-300D-41FC-896F-06EAF4F12778}" dt="2026-09-14T19:15:56.038" v="10121" actId="1076"/>
          <ac:spMkLst>
            <pc:docMk/>
            <pc:sldMk cId="986276707" sldId="328"/>
            <ac:spMk id="84" creationId="{8DB5BC27-B266-493B-F634-8EFED621940A}"/>
          </ac:spMkLst>
        </pc:spChg>
        <pc:spChg chg="add mod">
          <ac:chgData name="Nguyen, Tien Long" userId="552c08b3-44b7-4414-8d59-80038a4f13a8" providerId="ADAL" clId="{C49FBE84-300D-41FC-896F-06EAF4F12778}" dt="2026-09-14T19:15:56.038" v="10121" actId="1076"/>
          <ac:spMkLst>
            <pc:docMk/>
            <pc:sldMk cId="986276707" sldId="328"/>
            <ac:spMk id="86" creationId="{BFFE4433-9524-2165-26D5-C6D59F0C4673}"/>
          </ac:spMkLst>
        </pc:spChg>
        <pc:spChg chg="add mod">
          <ac:chgData name="Nguyen, Tien Long" userId="552c08b3-44b7-4414-8d59-80038a4f13a8" providerId="ADAL" clId="{C49FBE84-300D-41FC-896F-06EAF4F12778}" dt="2026-09-14T19:15:56.038" v="10121" actId="1076"/>
          <ac:spMkLst>
            <pc:docMk/>
            <pc:sldMk cId="986276707" sldId="328"/>
            <ac:spMk id="88" creationId="{9461F876-9D61-EE5F-6625-F004F39E3455}"/>
          </ac:spMkLst>
        </pc:spChg>
        <pc:spChg chg="add mod">
          <ac:chgData name="Nguyen, Tien Long" userId="552c08b3-44b7-4414-8d59-80038a4f13a8" providerId="ADAL" clId="{C49FBE84-300D-41FC-896F-06EAF4F12778}" dt="2026-09-14T19:14:21.225" v="10095" actId="207"/>
          <ac:spMkLst>
            <pc:docMk/>
            <pc:sldMk cId="986276707" sldId="328"/>
            <ac:spMk id="90" creationId="{EF6080F7-4109-3255-D4EC-A54BAA9BB6C9}"/>
          </ac:spMkLst>
        </pc:spChg>
        <pc:spChg chg="add mod">
          <ac:chgData name="Nguyen, Tien Long" userId="552c08b3-44b7-4414-8d59-80038a4f13a8" providerId="ADAL" clId="{C49FBE84-300D-41FC-896F-06EAF4F12778}" dt="2026-09-14T19:15:56.038" v="10121" actId="1076"/>
          <ac:spMkLst>
            <pc:docMk/>
            <pc:sldMk cId="986276707" sldId="328"/>
            <ac:spMk id="92" creationId="{D100B1EC-9212-FFFB-6273-A1E8B00B97F1}"/>
          </ac:spMkLst>
        </pc:spChg>
        <pc:spChg chg="add mod">
          <ac:chgData name="Nguyen, Tien Long" userId="552c08b3-44b7-4414-8d59-80038a4f13a8" providerId="ADAL" clId="{C49FBE84-300D-41FC-896F-06EAF4F12778}" dt="2026-09-14T19:15:56.038" v="10121" actId="1076"/>
          <ac:spMkLst>
            <pc:docMk/>
            <pc:sldMk cId="986276707" sldId="328"/>
            <ac:spMk id="94" creationId="{C0B476A4-6452-B612-3F12-8BD2E1F00F88}"/>
          </ac:spMkLst>
        </pc:spChg>
        <pc:spChg chg="add mod">
          <ac:chgData name="Nguyen, Tien Long" userId="552c08b3-44b7-4414-8d59-80038a4f13a8" providerId="ADAL" clId="{C49FBE84-300D-41FC-896F-06EAF4F12778}" dt="2026-09-14T19:15:56.038" v="10121" actId="1076"/>
          <ac:spMkLst>
            <pc:docMk/>
            <pc:sldMk cId="986276707" sldId="328"/>
            <ac:spMk id="96" creationId="{E046BE7A-6B46-8AC9-48E6-1551562CAA20}"/>
          </ac:spMkLst>
        </pc:spChg>
        <pc:spChg chg="add mod">
          <ac:chgData name="Nguyen, Tien Long" userId="552c08b3-44b7-4414-8d59-80038a4f13a8" providerId="ADAL" clId="{C49FBE84-300D-41FC-896F-06EAF4F12778}" dt="2026-09-14T19:15:56.038" v="10121" actId="1076"/>
          <ac:spMkLst>
            <pc:docMk/>
            <pc:sldMk cId="986276707" sldId="328"/>
            <ac:spMk id="98" creationId="{26AE89E4-A0DF-6777-75F0-6AB23203E169}"/>
          </ac:spMkLst>
        </pc:spChg>
        <pc:spChg chg="add mod">
          <ac:chgData name="Nguyen, Tien Long" userId="552c08b3-44b7-4414-8d59-80038a4f13a8" providerId="ADAL" clId="{C49FBE84-300D-41FC-896F-06EAF4F12778}" dt="2026-09-14T19:16:15.618" v="10126" actId="14100"/>
          <ac:spMkLst>
            <pc:docMk/>
            <pc:sldMk cId="986276707" sldId="328"/>
            <ac:spMk id="100" creationId="{C7D31DDE-FC5E-7EA8-FDEE-00C06991097F}"/>
          </ac:spMkLst>
        </pc:spChg>
        <pc:spChg chg="add mod">
          <ac:chgData name="Nguyen, Tien Long" userId="552c08b3-44b7-4414-8d59-80038a4f13a8" providerId="ADAL" clId="{C49FBE84-300D-41FC-896F-06EAF4F12778}" dt="2026-09-14T19:16:21.525" v="10128" actId="1076"/>
          <ac:spMkLst>
            <pc:docMk/>
            <pc:sldMk cId="986276707" sldId="328"/>
            <ac:spMk id="102" creationId="{6A494C25-CE1F-8BB5-8D98-799759AE4A6C}"/>
          </ac:spMkLst>
        </pc:spChg>
        <pc:spChg chg="add mod">
          <ac:chgData name="Nguyen, Tien Long" userId="552c08b3-44b7-4414-8d59-80038a4f13a8" providerId="ADAL" clId="{C49FBE84-300D-41FC-896F-06EAF4F12778}" dt="2026-09-14T20:20:45.169" v="10566" actId="207"/>
          <ac:spMkLst>
            <pc:docMk/>
            <pc:sldMk cId="986276707" sldId="328"/>
            <ac:spMk id="103" creationId="{6E5E7FA4-39BD-D4FB-374B-63FF5489C36E}"/>
          </ac:spMkLst>
        </pc:spChg>
        <pc:spChg chg="del">
          <ac:chgData name="Nguyen, Tien Long" userId="552c08b3-44b7-4414-8d59-80038a4f13a8" providerId="ADAL" clId="{C49FBE84-300D-41FC-896F-06EAF4F12778}" dt="2026-09-14T16:30:13.992" v="7888" actId="478"/>
          <ac:spMkLst>
            <pc:docMk/>
            <pc:sldMk cId="986276707" sldId="328"/>
            <ac:spMk id="105" creationId="{E45AEA26-B28C-E4AD-0A03-3555B103F8C6}"/>
          </ac:spMkLst>
        </pc:spChg>
        <pc:spChg chg="add mod">
          <ac:chgData name="Nguyen, Tien Long" userId="552c08b3-44b7-4414-8d59-80038a4f13a8" providerId="ADAL" clId="{C49FBE84-300D-41FC-896F-06EAF4F12778}" dt="2026-09-14T20:20:50.786" v="10567" actId="207"/>
          <ac:spMkLst>
            <pc:docMk/>
            <pc:sldMk cId="986276707" sldId="328"/>
            <ac:spMk id="106" creationId="{D79F40BD-514A-A586-E438-F373B05C57F6}"/>
          </ac:spMkLst>
        </pc:spChg>
        <pc:spChg chg="del">
          <ac:chgData name="Nguyen, Tien Long" userId="552c08b3-44b7-4414-8d59-80038a4f13a8" providerId="ADAL" clId="{C49FBE84-300D-41FC-896F-06EAF4F12778}" dt="2026-09-14T16:30:13.992" v="7888" actId="478"/>
          <ac:spMkLst>
            <pc:docMk/>
            <pc:sldMk cId="986276707" sldId="328"/>
            <ac:spMk id="109" creationId="{9F8E2219-4134-7D55-9901-ECDE86ECDBFA}"/>
          </ac:spMkLst>
        </pc:spChg>
        <pc:spChg chg="del">
          <ac:chgData name="Nguyen, Tien Long" userId="552c08b3-44b7-4414-8d59-80038a4f13a8" providerId="ADAL" clId="{C49FBE84-300D-41FC-896F-06EAF4F12778}" dt="2026-09-14T16:30:13.992" v="7888" actId="478"/>
          <ac:spMkLst>
            <pc:docMk/>
            <pc:sldMk cId="986276707" sldId="328"/>
            <ac:spMk id="111" creationId="{8D149CCD-4EA0-FD30-6E61-30F186CE858A}"/>
          </ac:spMkLst>
        </pc:spChg>
        <pc:spChg chg="del">
          <ac:chgData name="Nguyen, Tien Long" userId="552c08b3-44b7-4414-8d59-80038a4f13a8" providerId="ADAL" clId="{C49FBE84-300D-41FC-896F-06EAF4F12778}" dt="2026-09-14T16:30:13.992" v="7888" actId="478"/>
          <ac:spMkLst>
            <pc:docMk/>
            <pc:sldMk cId="986276707" sldId="328"/>
            <ac:spMk id="113" creationId="{DD095758-D76F-E517-8793-07385367332A}"/>
          </ac:spMkLst>
        </pc:spChg>
        <pc:spChg chg="del">
          <ac:chgData name="Nguyen, Tien Long" userId="552c08b3-44b7-4414-8d59-80038a4f13a8" providerId="ADAL" clId="{C49FBE84-300D-41FC-896F-06EAF4F12778}" dt="2026-09-14T16:30:13.992" v="7888" actId="478"/>
          <ac:spMkLst>
            <pc:docMk/>
            <pc:sldMk cId="986276707" sldId="328"/>
            <ac:spMk id="128" creationId="{1FEBACDA-1043-77E3-0940-F9FFE675FF08}"/>
          </ac:spMkLst>
        </pc:spChg>
        <pc:spChg chg="del">
          <ac:chgData name="Nguyen, Tien Long" userId="552c08b3-44b7-4414-8d59-80038a4f13a8" providerId="ADAL" clId="{C49FBE84-300D-41FC-896F-06EAF4F12778}" dt="2026-09-14T16:30:13.992" v="7888" actId="478"/>
          <ac:spMkLst>
            <pc:docMk/>
            <pc:sldMk cId="986276707" sldId="328"/>
            <ac:spMk id="152" creationId="{707ACE73-8F66-9154-B59B-A85156614D02}"/>
          </ac:spMkLst>
        </pc:spChg>
        <pc:spChg chg="del">
          <ac:chgData name="Nguyen, Tien Long" userId="552c08b3-44b7-4414-8d59-80038a4f13a8" providerId="ADAL" clId="{C49FBE84-300D-41FC-896F-06EAF4F12778}" dt="2026-09-14T16:30:13.992" v="7888" actId="478"/>
          <ac:spMkLst>
            <pc:docMk/>
            <pc:sldMk cId="986276707" sldId="328"/>
            <ac:spMk id="157" creationId="{ECAA8FA3-DF3D-9191-259D-D89DAC935FE0}"/>
          </ac:spMkLst>
        </pc:spChg>
        <pc:spChg chg="del">
          <ac:chgData name="Nguyen, Tien Long" userId="552c08b3-44b7-4414-8d59-80038a4f13a8" providerId="ADAL" clId="{C49FBE84-300D-41FC-896F-06EAF4F12778}" dt="2026-09-14T16:30:13.992" v="7888" actId="478"/>
          <ac:spMkLst>
            <pc:docMk/>
            <pc:sldMk cId="986276707" sldId="328"/>
            <ac:spMk id="163" creationId="{7E95623F-FDD8-474F-4B41-E4393AA28481}"/>
          </ac:spMkLst>
        </pc:spChg>
        <pc:spChg chg="del">
          <ac:chgData name="Nguyen, Tien Long" userId="552c08b3-44b7-4414-8d59-80038a4f13a8" providerId="ADAL" clId="{C49FBE84-300D-41FC-896F-06EAF4F12778}" dt="2026-09-14T16:30:18.983" v="7889" actId="478"/>
          <ac:spMkLst>
            <pc:docMk/>
            <pc:sldMk cId="986276707" sldId="328"/>
            <ac:spMk id="168" creationId="{8DD68233-2CCC-602C-0D5D-207582A8F474}"/>
          </ac:spMkLst>
        </pc:spChg>
        <pc:grpChg chg="add mod">
          <ac:chgData name="Nguyen, Tien Long" userId="552c08b3-44b7-4414-8d59-80038a4f13a8" providerId="ADAL" clId="{C49FBE84-300D-41FC-896F-06EAF4F12778}" dt="2026-09-14T16:37:13.466" v="8041" actId="164"/>
          <ac:grpSpMkLst>
            <pc:docMk/>
            <pc:sldMk cId="986276707" sldId="328"/>
            <ac:grpSpMk id="4" creationId="{2641E9C5-C1C0-F4B5-8BD8-70B44947CD09}"/>
          </ac:grpSpMkLst>
        </pc:grpChg>
        <pc:grpChg chg="add del mod">
          <ac:chgData name="Nguyen, Tien Long" userId="552c08b3-44b7-4414-8d59-80038a4f13a8" providerId="ADAL" clId="{C49FBE84-300D-41FC-896F-06EAF4F12778}" dt="2026-09-14T16:33:01.136" v="7960" actId="21"/>
          <ac:grpSpMkLst>
            <pc:docMk/>
            <pc:sldMk cId="986276707" sldId="328"/>
            <ac:grpSpMk id="12" creationId="{7A58FE5E-A8B5-22F4-6C42-7D64CB07E62D}"/>
          </ac:grpSpMkLst>
        </pc:grpChg>
        <pc:grpChg chg="add mod">
          <ac:chgData name="Nguyen, Tien Long" userId="552c08b3-44b7-4414-8d59-80038a4f13a8" providerId="ADAL" clId="{C49FBE84-300D-41FC-896F-06EAF4F12778}" dt="2026-09-14T16:33:37.630" v="7971" actId="1076"/>
          <ac:grpSpMkLst>
            <pc:docMk/>
            <pc:sldMk cId="986276707" sldId="328"/>
            <ac:grpSpMk id="17" creationId="{14A7B6EA-3DDE-4E9A-00FF-A575ECAA3781}"/>
          </ac:grpSpMkLst>
        </pc:grpChg>
        <pc:grpChg chg="add mod">
          <ac:chgData name="Nguyen, Tien Long" userId="552c08b3-44b7-4414-8d59-80038a4f13a8" providerId="ADAL" clId="{C49FBE84-300D-41FC-896F-06EAF4F12778}" dt="2026-09-14T16:37:13.466" v="8041" actId="164"/>
          <ac:grpSpMkLst>
            <pc:docMk/>
            <pc:sldMk cId="986276707" sldId="328"/>
            <ac:grpSpMk id="55" creationId="{917D82DA-C6C2-0DC0-50D4-078DFCBAF9A4}"/>
          </ac:grpSpMkLst>
        </pc:grpChg>
        <pc:cxnChg chg="add mod">
          <ac:chgData name="Nguyen, Tien Long" userId="552c08b3-44b7-4414-8d59-80038a4f13a8" providerId="ADAL" clId="{C49FBE84-300D-41FC-896F-06EAF4F12778}" dt="2026-09-14T16:35:28.249" v="8002" actId="14100"/>
          <ac:cxnSpMkLst>
            <pc:docMk/>
            <pc:sldMk cId="986276707" sldId="328"/>
            <ac:cxnSpMk id="32" creationId="{B55AB67D-3E71-995F-B4D4-37517838FEEC}"/>
          </ac:cxnSpMkLst>
        </pc:cxnChg>
        <pc:cxnChg chg="add mod">
          <ac:chgData name="Nguyen, Tien Long" userId="552c08b3-44b7-4414-8d59-80038a4f13a8" providerId="ADAL" clId="{C49FBE84-300D-41FC-896F-06EAF4F12778}" dt="2026-09-14T16:35:39.438" v="8005" actId="14100"/>
          <ac:cxnSpMkLst>
            <pc:docMk/>
            <pc:sldMk cId="986276707" sldId="328"/>
            <ac:cxnSpMk id="37" creationId="{3B009ADE-EC64-8DC9-35F9-BC29211CAAF1}"/>
          </ac:cxnSpMkLst>
        </pc:cxnChg>
        <pc:cxnChg chg="add mod">
          <ac:chgData name="Nguyen, Tien Long" userId="552c08b3-44b7-4414-8d59-80038a4f13a8" providerId="ADAL" clId="{C49FBE84-300D-41FC-896F-06EAF4F12778}" dt="2026-09-14T19:14:30.024" v="10097" actId="14100"/>
          <ac:cxnSpMkLst>
            <pc:docMk/>
            <pc:sldMk cId="986276707" sldId="328"/>
            <ac:cxnSpMk id="59" creationId="{E6D2E475-7466-A582-8A27-C2976972765D}"/>
          </ac:cxnSpMkLst>
        </pc:cxnChg>
      </pc:sldChg>
      <pc:sldChg chg="addSp delSp modSp add mod ord modTransition delAnim modAnim">
        <pc:chgData name="Nguyen, Tien Long" userId="552c08b3-44b7-4414-8d59-80038a4f13a8" providerId="ADAL" clId="{C49FBE84-300D-41FC-896F-06EAF4F12778}" dt="2026-09-15T04:13:56.334" v="12283"/>
        <pc:sldMkLst>
          <pc:docMk/>
          <pc:sldMk cId="3206596518" sldId="329"/>
        </pc:sldMkLst>
        <pc:spChg chg="mod">
          <ac:chgData name="Nguyen, Tien Long" userId="552c08b3-44b7-4414-8d59-80038a4f13a8" providerId="ADAL" clId="{C49FBE84-300D-41FC-896F-06EAF4F12778}" dt="2026-09-14T16:43:10.519" v="8245" actId="20577"/>
          <ac:spMkLst>
            <pc:docMk/>
            <pc:sldMk cId="3206596518" sldId="329"/>
            <ac:spMk id="2" creationId="{05553596-90A6-6CB9-07F6-35223AA8FBE1}"/>
          </ac:spMkLst>
        </pc:spChg>
        <pc:spChg chg="mod">
          <ac:chgData name="Nguyen, Tien Long" userId="552c08b3-44b7-4414-8d59-80038a4f13a8" providerId="ADAL" clId="{C49FBE84-300D-41FC-896F-06EAF4F12778}" dt="2026-09-14T16:42:08.470" v="8206"/>
          <ac:spMkLst>
            <pc:docMk/>
            <pc:sldMk cId="3206596518" sldId="329"/>
            <ac:spMk id="4" creationId="{0112EC9D-6B5B-1C06-C229-634D73C9C9A0}"/>
          </ac:spMkLst>
        </pc:spChg>
        <pc:spChg chg="mod">
          <ac:chgData name="Nguyen, Tien Long" userId="552c08b3-44b7-4414-8d59-80038a4f13a8" providerId="ADAL" clId="{C49FBE84-300D-41FC-896F-06EAF4F12778}" dt="2026-09-14T16:42:08.470" v="8206"/>
          <ac:spMkLst>
            <pc:docMk/>
            <pc:sldMk cId="3206596518" sldId="329"/>
            <ac:spMk id="5" creationId="{02A4F9D6-F89A-543A-A873-479C8F0B609E}"/>
          </ac:spMkLst>
        </pc:spChg>
        <pc:spChg chg="mod">
          <ac:chgData name="Nguyen, Tien Long" userId="552c08b3-44b7-4414-8d59-80038a4f13a8" providerId="ADAL" clId="{C49FBE84-300D-41FC-896F-06EAF4F12778}" dt="2026-09-14T16:42:08.630" v="8207"/>
          <ac:spMkLst>
            <pc:docMk/>
            <pc:sldMk cId="3206596518" sldId="329"/>
            <ac:spMk id="7" creationId="{F5A72AA2-7CD0-34DE-8529-F3EDE9961F9E}"/>
          </ac:spMkLst>
        </pc:spChg>
        <pc:spChg chg="mod">
          <ac:chgData name="Nguyen, Tien Long" userId="552c08b3-44b7-4414-8d59-80038a4f13a8" providerId="ADAL" clId="{C49FBE84-300D-41FC-896F-06EAF4F12778}" dt="2026-09-14T16:42:08.630" v="8207"/>
          <ac:spMkLst>
            <pc:docMk/>
            <pc:sldMk cId="3206596518" sldId="329"/>
            <ac:spMk id="8" creationId="{1AFFD9BE-7AB6-194A-BDBF-2DEF946777C1}"/>
          </ac:spMkLst>
        </pc:spChg>
        <pc:spChg chg="mod">
          <ac:chgData name="Nguyen, Tien Long" userId="552c08b3-44b7-4414-8d59-80038a4f13a8" providerId="ADAL" clId="{C49FBE84-300D-41FC-896F-06EAF4F12778}" dt="2026-09-14T16:42:08.773" v="8208"/>
          <ac:spMkLst>
            <pc:docMk/>
            <pc:sldMk cId="3206596518" sldId="329"/>
            <ac:spMk id="10" creationId="{8499186A-F1D2-9B0F-9235-6B3FEAD3F25B}"/>
          </ac:spMkLst>
        </pc:spChg>
        <pc:spChg chg="mod">
          <ac:chgData name="Nguyen, Tien Long" userId="552c08b3-44b7-4414-8d59-80038a4f13a8" providerId="ADAL" clId="{C49FBE84-300D-41FC-896F-06EAF4F12778}" dt="2026-09-14T16:42:08.773" v="8208"/>
          <ac:spMkLst>
            <pc:docMk/>
            <pc:sldMk cId="3206596518" sldId="329"/>
            <ac:spMk id="11" creationId="{6FF7D975-0742-9522-2F16-1EB00841F788}"/>
          </ac:spMkLst>
        </pc:spChg>
        <pc:spChg chg="mod">
          <ac:chgData name="Nguyen, Tien Long" userId="552c08b3-44b7-4414-8d59-80038a4f13a8" providerId="ADAL" clId="{C49FBE84-300D-41FC-896F-06EAF4F12778}" dt="2026-09-14T16:42:08.931" v="8209"/>
          <ac:spMkLst>
            <pc:docMk/>
            <pc:sldMk cId="3206596518" sldId="329"/>
            <ac:spMk id="13" creationId="{D2D66703-1832-B7CA-410A-3176AF245F7F}"/>
          </ac:spMkLst>
        </pc:spChg>
        <pc:spChg chg="mod">
          <ac:chgData name="Nguyen, Tien Long" userId="552c08b3-44b7-4414-8d59-80038a4f13a8" providerId="ADAL" clId="{C49FBE84-300D-41FC-896F-06EAF4F12778}" dt="2026-09-14T16:42:08.931" v="8209"/>
          <ac:spMkLst>
            <pc:docMk/>
            <pc:sldMk cId="3206596518" sldId="329"/>
            <ac:spMk id="14" creationId="{3DDCE4E6-2875-4A1E-E545-0CBC013B7B98}"/>
          </ac:spMkLst>
        </pc:spChg>
        <pc:spChg chg="add del mod">
          <ac:chgData name="Nguyen, Tien Long" userId="552c08b3-44b7-4414-8d59-80038a4f13a8" providerId="ADAL" clId="{C49FBE84-300D-41FC-896F-06EAF4F12778}" dt="2026-09-14T16:45:28.539" v="8278" actId="478"/>
          <ac:spMkLst>
            <pc:docMk/>
            <pc:sldMk cId="3206596518" sldId="329"/>
            <ac:spMk id="16" creationId="{0F8F1131-A700-F580-0CB3-1D9CD170A84E}"/>
          </ac:spMkLst>
        </pc:spChg>
        <pc:spChg chg="add mod">
          <ac:chgData name="Nguyen, Tien Long" userId="552c08b3-44b7-4414-8d59-80038a4f13a8" providerId="ADAL" clId="{C49FBE84-300D-41FC-896F-06EAF4F12778}" dt="2026-09-14T16:46:25.818" v="8294" actId="1076"/>
          <ac:spMkLst>
            <pc:docMk/>
            <pc:sldMk cId="3206596518" sldId="329"/>
            <ac:spMk id="17" creationId="{71792DC6-93B8-D0E1-7748-D91BA69C0EC7}"/>
          </ac:spMkLst>
        </pc:spChg>
        <pc:spChg chg="mod">
          <ac:chgData name="Nguyen, Tien Long" userId="552c08b3-44b7-4414-8d59-80038a4f13a8" providerId="ADAL" clId="{C49FBE84-300D-41FC-896F-06EAF4F12778}" dt="2026-09-14T20:23:21.890" v="10582" actId="207"/>
          <ac:spMkLst>
            <pc:docMk/>
            <pc:sldMk cId="3206596518" sldId="329"/>
            <ac:spMk id="22" creationId="{88E66735-67EC-58E9-F29A-5FBC4FB6924F}"/>
          </ac:spMkLst>
        </pc:spChg>
        <pc:spChg chg="add mod">
          <ac:chgData name="Nguyen, Tien Long" userId="552c08b3-44b7-4414-8d59-80038a4f13a8" providerId="ADAL" clId="{C49FBE84-300D-41FC-896F-06EAF4F12778}" dt="2026-09-14T16:47:36.193" v="8335" actId="207"/>
          <ac:spMkLst>
            <pc:docMk/>
            <pc:sldMk cId="3206596518" sldId="329"/>
            <ac:spMk id="23" creationId="{E07536B5-B258-26DF-79C8-77BC72A2563C}"/>
          </ac:spMkLst>
        </pc:spChg>
        <pc:spChg chg="mod">
          <ac:chgData name="Nguyen, Tien Long" userId="552c08b3-44b7-4414-8d59-80038a4f13a8" providerId="ADAL" clId="{C49FBE84-300D-41FC-896F-06EAF4F12778}" dt="2026-09-14T20:23:25.800" v="10583" actId="207"/>
          <ac:spMkLst>
            <pc:docMk/>
            <pc:sldMk cId="3206596518" sldId="329"/>
            <ac:spMk id="29" creationId="{112C6332-22C3-F890-ACC5-925CF17689B4}"/>
          </ac:spMkLst>
        </pc:spChg>
        <pc:spChg chg="mod">
          <ac:chgData name="Nguyen, Tien Long" userId="552c08b3-44b7-4414-8d59-80038a4f13a8" providerId="ADAL" clId="{C49FBE84-300D-41FC-896F-06EAF4F12778}" dt="2026-09-14T16:41:55.092" v="8199" actId="14100"/>
          <ac:spMkLst>
            <pc:docMk/>
            <pc:sldMk cId="3206596518" sldId="329"/>
            <ac:spMk id="80" creationId="{898BA1C5-3555-A9EB-A761-0898988B5645}"/>
          </ac:spMkLst>
        </pc:spChg>
        <pc:spChg chg="mod">
          <ac:chgData name="Nguyen, Tien Long" userId="552c08b3-44b7-4414-8d59-80038a4f13a8" providerId="ADAL" clId="{C49FBE84-300D-41FC-896F-06EAF4F12778}" dt="2026-09-14T16:41:59.452" v="8200" actId="14100"/>
          <ac:spMkLst>
            <pc:docMk/>
            <pc:sldMk cId="3206596518" sldId="329"/>
            <ac:spMk id="81" creationId="{17B5FE3D-8AE5-775F-1C02-2B56C2B87325}"/>
          </ac:spMkLst>
        </pc:spChg>
        <pc:spChg chg="mod">
          <ac:chgData name="Nguyen, Tien Long" userId="552c08b3-44b7-4414-8d59-80038a4f13a8" providerId="ADAL" clId="{C49FBE84-300D-41FC-896F-06EAF4F12778}" dt="2026-09-14T20:23:31.255" v="10584" actId="207"/>
          <ac:spMkLst>
            <pc:docMk/>
            <pc:sldMk cId="3206596518" sldId="329"/>
            <ac:spMk id="137" creationId="{F87E4A73-6127-0134-B62C-F88F54027605}"/>
          </ac:spMkLst>
        </pc:spChg>
        <pc:spChg chg="del">
          <ac:chgData name="Nguyen, Tien Long" userId="552c08b3-44b7-4414-8d59-80038a4f13a8" providerId="ADAL" clId="{C49FBE84-300D-41FC-896F-06EAF4F12778}" dt="2026-09-14T16:43:50.990" v="8246" actId="478"/>
          <ac:spMkLst>
            <pc:docMk/>
            <pc:sldMk cId="3206596518" sldId="329"/>
            <ac:spMk id="138" creationId="{AE4639BF-31F8-115A-FCDA-7E3406F1C608}"/>
          </ac:spMkLst>
        </pc:spChg>
        <pc:spChg chg="mod">
          <ac:chgData name="Nguyen, Tien Long" userId="552c08b3-44b7-4414-8d59-80038a4f13a8" providerId="ADAL" clId="{C49FBE84-300D-41FC-896F-06EAF4F12778}" dt="2026-09-14T16:44:35.013" v="8266" actId="14100"/>
          <ac:spMkLst>
            <pc:docMk/>
            <pc:sldMk cId="3206596518" sldId="329"/>
            <ac:spMk id="146" creationId="{5C44F42B-453D-6387-F939-B3925BB00566}"/>
          </ac:spMkLst>
        </pc:spChg>
        <pc:spChg chg="mod">
          <ac:chgData name="Nguyen, Tien Long" userId="552c08b3-44b7-4414-8d59-80038a4f13a8" providerId="ADAL" clId="{C49FBE84-300D-41FC-896F-06EAF4F12778}" dt="2026-09-14T16:44:51.713" v="8269" actId="14100"/>
          <ac:spMkLst>
            <pc:docMk/>
            <pc:sldMk cId="3206596518" sldId="329"/>
            <ac:spMk id="147" creationId="{F2437610-E4C8-B244-14A7-36537D375A15}"/>
          </ac:spMkLst>
        </pc:spChg>
        <pc:spChg chg="mod">
          <ac:chgData name="Nguyen, Tien Long" userId="552c08b3-44b7-4414-8d59-80038a4f13a8" providerId="ADAL" clId="{C49FBE84-300D-41FC-896F-06EAF4F12778}" dt="2026-09-14T16:44:40.680" v="8267" actId="1076"/>
          <ac:spMkLst>
            <pc:docMk/>
            <pc:sldMk cId="3206596518" sldId="329"/>
            <ac:spMk id="152" creationId="{55505B40-B28D-2D10-1EF7-18A7AE2200F8}"/>
          </ac:spMkLst>
        </pc:spChg>
        <pc:spChg chg="mod">
          <ac:chgData name="Nguyen, Tien Long" userId="552c08b3-44b7-4414-8d59-80038a4f13a8" providerId="ADAL" clId="{C49FBE84-300D-41FC-896F-06EAF4F12778}" dt="2026-09-14T16:44:04.355" v="8254" actId="20577"/>
          <ac:spMkLst>
            <pc:docMk/>
            <pc:sldMk cId="3206596518" sldId="329"/>
            <ac:spMk id="157" creationId="{3C4AABA2-157D-573B-1BA4-19879F0A34CD}"/>
          </ac:spMkLst>
        </pc:spChg>
        <pc:spChg chg="del mod">
          <ac:chgData name="Nguyen, Tien Long" userId="552c08b3-44b7-4414-8d59-80038a4f13a8" providerId="ADAL" clId="{C49FBE84-300D-41FC-896F-06EAF4F12778}" dt="2026-09-14T16:44:19.174" v="8263"/>
          <ac:spMkLst>
            <pc:docMk/>
            <pc:sldMk cId="3206596518" sldId="329"/>
            <ac:spMk id="163" creationId="{9AE3AB86-54E1-E87C-0D41-0991AA993BA7}"/>
          </ac:spMkLst>
        </pc:spChg>
        <pc:spChg chg="del">
          <ac:chgData name="Nguyen, Tien Long" userId="552c08b3-44b7-4414-8d59-80038a4f13a8" providerId="ADAL" clId="{C49FBE84-300D-41FC-896F-06EAF4F12778}" dt="2026-09-14T16:43:53.169" v="8247" actId="478"/>
          <ac:spMkLst>
            <pc:docMk/>
            <pc:sldMk cId="3206596518" sldId="329"/>
            <ac:spMk id="168" creationId="{8702D150-9247-6F64-808C-25C65F3275B7}"/>
          </ac:spMkLst>
        </pc:spChg>
        <pc:spChg chg="del">
          <ac:chgData name="Nguyen, Tien Long" userId="552c08b3-44b7-4414-8d59-80038a4f13a8" providerId="ADAL" clId="{C49FBE84-300D-41FC-896F-06EAF4F12778}" dt="2026-09-14T16:43:54.839" v="8248" actId="478"/>
          <ac:spMkLst>
            <pc:docMk/>
            <pc:sldMk cId="3206596518" sldId="329"/>
            <ac:spMk id="169" creationId="{C1412305-52FF-E4C9-CE63-B18A2389CE7C}"/>
          </ac:spMkLst>
        </pc:spChg>
        <pc:grpChg chg="add mod">
          <ac:chgData name="Nguyen, Tien Long" userId="552c08b3-44b7-4414-8d59-80038a4f13a8" providerId="ADAL" clId="{C49FBE84-300D-41FC-896F-06EAF4F12778}" dt="2026-09-14T16:42:24.350" v="8218" actId="14100"/>
          <ac:grpSpMkLst>
            <pc:docMk/>
            <pc:sldMk cId="3206596518" sldId="329"/>
            <ac:grpSpMk id="3" creationId="{CBAC1905-6AD8-9734-E065-60B5B83BC0BC}"/>
          </ac:grpSpMkLst>
        </pc:grpChg>
        <pc:grpChg chg="add mod">
          <ac:chgData name="Nguyen, Tien Long" userId="552c08b3-44b7-4414-8d59-80038a4f13a8" providerId="ADAL" clId="{C49FBE84-300D-41FC-896F-06EAF4F12778}" dt="2026-09-14T16:42:19.007" v="8216" actId="1076"/>
          <ac:grpSpMkLst>
            <pc:docMk/>
            <pc:sldMk cId="3206596518" sldId="329"/>
            <ac:grpSpMk id="6" creationId="{6DCDA9C1-36E0-1A29-B476-76D65DBA56E7}"/>
          </ac:grpSpMkLst>
        </pc:grpChg>
        <pc:grpChg chg="add mod">
          <ac:chgData name="Nguyen, Tien Long" userId="552c08b3-44b7-4414-8d59-80038a4f13a8" providerId="ADAL" clId="{C49FBE84-300D-41FC-896F-06EAF4F12778}" dt="2026-09-14T16:42:17.802" v="8215" actId="14100"/>
          <ac:grpSpMkLst>
            <pc:docMk/>
            <pc:sldMk cId="3206596518" sldId="329"/>
            <ac:grpSpMk id="9" creationId="{B3FFC7C9-008A-5860-E479-6239FD6935E2}"/>
          </ac:grpSpMkLst>
        </pc:grpChg>
        <pc:grpChg chg="add mod">
          <ac:chgData name="Nguyen, Tien Long" userId="552c08b3-44b7-4414-8d59-80038a4f13a8" providerId="ADAL" clId="{C49FBE84-300D-41FC-896F-06EAF4F12778}" dt="2026-09-14T16:42:12.999" v="8212" actId="14100"/>
          <ac:grpSpMkLst>
            <pc:docMk/>
            <pc:sldMk cId="3206596518" sldId="329"/>
            <ac:grpSpMk id="12" creationId="{C5AFFA62-5727-7B34-161F-15FA24F25FDD}"/>
          </ac:grpSpMkLst>
        </pc:grpChg>
        <pc:grpChg chg="del">
          <ac:chgData name="Nguyen, Tien Long" userId="552c08b3-44b7-4414-8d59-80038a4f13a8" providerId="ADAL" clId="{C49FBE84-300D-41FC-896F-06EAF4F12778}" dt="2026-09-14T16:42:05.686" v="8204" actId="478"/>
          <ac:grpSpMkLst>
            <pc:docMk/>
            <pc:sldMk cId="3206596518" sldId="329"/>
            <ac:grpSpMk id="66" creationId="{100D07BD-100B-BB8C-69E8-64FBA712242F}"/>
          </ac:grpSpMkLst>
        </pc:grpChg>
        <pc:grpChg chg="del">
          <ac:chgData name="Nguyen, Tien Long" userId="552c08b3-44b7-4414-8d59-80038a4f13a8" providerId="ADAL" clId="{C49FBE84-300D-41FC-896F-06EAF4F12778}" dt="2026-09-14T16:42:04.087" v="8202" actId="478"/>
          <ac:grpSpMkLst>
            <pc:docMk/>
            <pc:sldMk cId="3206596518" sldId="329"/>
            <ac:grpSpMk id="67" creationId="{148F2671-1462-FAB4-FDC2-2C0197E6D9B4}"/>
          </ac:grpSpMkLst>
        </pc:grpChg>
        <pc:grpChg chg="del">
          <ac:chgData name="Nguyen, Tien Long" userId="552c08b3-44b7-4414-8d59-80038a4f13a8" providerId="ADAL" clId="{C49FBE84-300D-41FC-896F-06EAF4F12778}" dt="2026-09-14T16:42:06.201" v="8205" actId="478"/>
          <ac:grpSpMkLst>
            <pc:docMk/>
            <pc:sldMk cId="3206596518" sldId="329"/>
            <ac:grpSpMk id="70" creationId="{1023649F-B803-AD42-B29C-DEBC2845E88E}"/>
          </ac:grpSpMkLst>
        </pc:grpChg>
        <pc:grpChg chg="del">
          <ac:chgData name="Nguyen, Tien Long" userId="552c08b3-44b7-4414-8d59-80038a4f13a8" providerId="ADAL" clId="{C49FBE84-300D-41FC-896F-06EAF4F12778}" dt="2026-09-14T16:42:04.983" v="8203" actId="478"/>
          <ac:grpSpMkLst>
            <pc:docMk/>
            <pc:sldMk cId="3206596518" sldId="329"/>
            <ac:grpSpMk id="73" creationId="{EDEC589E-DE49-4764-F671-EB0226008D9B}"/>
          </ac:grpSpMkLst>
        </pc:grpChg>
        <pc:grpChg chg="del">
          <ac:chgData name="Nguyen, Tien Long" userId="552c08b3-44b7-4414-8d59-80038a4f13a8" providerId="ADAL" clId="{C49FBE84-300D-41FC-896F-06EAF4F12778}" dt="2026-09-14T16:42:02.956" v="8201" actId="478"/>
          <ac:grpSpMkLst>
            <pc:docMk/>
            <pc:sldMk cId="3206596518" sldId="329"/>
            <ac:grpSpMk id="76" creationId="{CBB9451A-6D38-0C50-CAD7-B52E912DFB07}"/>
          </ac:grpSpMkLst>
        </pc:grpChg>
        <pc:cxnChg chg="add mod">
          <ac:chgData name="Nguyen, Tien Long" userId="552c08b3-44b7-4414-8d59-80038a4f13a8" providerId="ADAL" clId="{C49FBE84-300D-41FC-896F-06EAF4F12778}" dt="2026-09-14T16:46:45.722" v="8299" actId="14100"/>
          <ac:cxnSpMkLst>
            <pc:docMk/>
            <pc:sldMk cId="3206596518" sldId="329"/>
            <ac:cxnSpMk id="19" creationId="{2B7A58A2-9691-3F12-0C4C-FB51D95A7E98}"/>
          </ac:cxnSpMkLst>
        </pc:cxnChg>
        <pc:cxnChg chg="mod">
          <ac:chgData name="Nguyen, Tien Long" userId="552c08b3-44b7-4414-8d59-80038a4f13a8" providerId="ADAL" clId="{C49FBE84-300D-41FC-896F-06EAF4F12778}" dt="2026-09-14T16:42:02.956" v="8201" actId="478"/>
          <ac:cxnSpMkLst>
            <pc:docMk/>
            <pc:sldMk cId="3206596518" sldId="329"/>
            <ac:cxnSpMk id="83" creationId="{E00E81E8-A9AC-4F04-37E9-117C6723F4B4}"/>
          </ac:cxnSpMkLst>
        </pc:cxnChg>
        <pc:cxnChg chg="mod">
          <ac:chgData name="Nguyen, Tien Long" userId="552c08b3-44b7-4414-8d59-80038a4f13a8" providerId="ADAL" clId="{C49FBE84-300D-41FC-896F-06EAF4F12778}" dt="2026-09-14T16:44:46.025" v="8268" actId="14100"/>
          <ac:cxnSpMkLst>
            <pc:docMk/>
            <pc:sldMk cId="3206596518" sldId="329"/>
            <ac:cxnSpMk id="154" creationId="{D6847491-5E11-9ABE-C7C2-7B963EB58466}"/>
          </ac:cxnSpMkLst>
        </pc:cxnChg>
        <pc:cxnChg chg="mod">
          <ac:chgData name="Nguyen, Tien Long" userId="552c08b3-44b7-4414-8d59-80038a4f13a8" providerId="ADAL" clId="{C49FBE84-300D-41FC-896F-06EAF4F12778}" dt="2026-09-14T16:44:04.355" v="8254" actId="20577"/>
          <ac:cxnSpMkLst>
            <pc:docMk/>
            <pc:sldMk cId="3206596518" sldId="329"/>
            <ac:cxnSpMk id="159" creationId="{7D2913A5-3A2E-75B9-98FB-10FA73989798}"/>
          </ac:cxnSpMkLst>
        </pc:cxnChg>
        <pc:cxnChg chg="mod ord">
          <ac:chgData name="Nguyen, Tien Long" userId="552c08b3-44b7-4414-8d59-80038a4f13a8" providerId="ADAL" clId="{C49FBE84-300D-41FC-896F-06EAF4F12778}" dt="2026-09-14T16:46:35.621" v="8296" actId="166"/>
          <ac:cxnSpMkLst>
            <pc:docMk/>
            <pc:sldMk cId="3206596518" sldId="329"/>
            <ac:cxnSpMk id="165" creationId="{AB74F230-827C-A179-3E35-9865A760D5E4}"/>
          </ac:cxnSpMkLst>
        </pc:cxnChg>
      </pc:sldChg>
      <pc:sldChg chg="addSp delSp modSp add mod delAnim">
        <pc:chgData name="Nguyen, Tien Long" userId="552c08b3-44b7-4414-8d59-80038a4f13a8" providerId="ADAL" clId="{C49FBE84-300D-41FC-896F-06EAF4F12778}" dt="2026-09-14T20:24:06.233" v="10590" actId="207"/>
        <pc:sldMkLst>
          <pc:docMk/>
          <pc:sldMk cId="1019322051" sldId="330"/>
        </pc:sldMkLst>
        <pc:spChg chg="mod">
          <ac:chgData name="Nguyen, Tien Long" userId="552c08b3-44b7-4414-8d59-80038a4f13a8" providerId="ADAL" clId="{C49FBE84-300D-41FC-896F-06EAF4F12778}" dt="2026-09-14T16:49:59.885" v="8389" actId="20577"/>
          <ac:spMkLst>
            <pc:docMk/>
            <pc:sldMk cId="1019322051" sldId="330"/>
            <ac:spMk id="2" creationId="{3D4B978E-C2F7-0F27-C658-FE0278AC56FF}"/>
          </ac:spMkLst>
        </pc:spChg>
        <pc:spChg chg="add del mod">
          <ac:chgData name="Nguyen, Tien Long" userId="552c08b3-44b7-4414-8d59-80038a4f13a8" providerId="ADAL" clId="{C49FBE84-300D-41FC-896F-06EAF4F12778}" dt="2026-09-14T16:50:25.137" v="8393" actId="478"/>
          <ac:spMkLst>
            <pc:docMk/>
            <pc:sldMk cId="1019322051" sldId="330"/>
            <ac:spMk id="15" creationId="{2E268C47-A2BA-0B5E-CC61-FF93B098AA97}"/>
          </ac:spMkLst>
        </pc:spChg>
        <pc:spChg chg="add del mod">
          <ac:chgData name="Nguyen, Tien Long" userId="552c08b3-44b7-4414-8d59-80038a4f13a8" providerId="ADAL" clId="{C49FBE84-300D-41FC-896F-06EAF4F12778}" dt="2026-09-14T16:51:37.149" v="8400" actId="478"/>
          <ac:spMkLst>
            <pc:docMk/>
            <pc:sldMk cId="1019322051" sldId="330"/>
            <ac:spMk id="16" creationId="{A314F586-8231-AC87-B0DE-057CD00E067C}"/>
          </ac:spMkLst>
        </pc:spChg>
        <pc:spChg chg="del">
          <ac:chgData name="Nguyen, Tien Long" userId="552c08b3-44b7-4414-8d59-80038a4f13a8" providerId="ADAL" clId="{C49FBE84-300D-41FC-896F-06EAF4F12778}" dt="2026-09-14T16:51:37.149" v="8400" actId="478"/>
          <ac:spMkLst>
            <pc:docMk/>
            <pc:sldMk cId="1019322051" sldId="330"/>
            <ac:spMk id="17" creationId="{799FBBC9-8516-404D-D0A0-D5E23765AEBF}"/>
          </ac:spMkLst>
        </pc:spChg>
        <pc:spChg chg="add del mod">
          <ac:chgData name="Nguyen, Tien Long" userId="552c08b3-44b7-4414-8d59-80038a4f13a8" providerId="ADAL" clId="{C49FBE84-300D-41FC-896F-06EAF4F12778}" dt="2026-09-14T16:51:33.083" v="8399"/>
          <ac:spMkLst>
            <pc:docMk/>
            <pc:sldMk cId="1019322051" sldId="330"/>
            <ac:spMk id="18" creationId="{E18A3D9C-485B-031A-2E9A-B2FBFCA6ED2F}"/>
          </ac:spMkLst>
        </pc:spChg>
        <pc:spChg chg="add del mod">
          <ac:chgData name="Nguyen, Tien Long" userId="552c08b3-44b7-4414-8d59-80038a4f13a8" providerId="ADAL" clId="{C49FBE84-300D-41FC-896F-06EAF4F12778}" dt="2026-09-14T17:29:51.920" v="8404"/>
          <ac:spMkLst>
            <pc:docMk/>
            <pc:sldMk cId="1019322051" sldId="330"/>
            <ac:spMk id="20" creationId="{26CDD2E9-BD11-FBEE-2BBE-66F584C3DB10}"/>
          </ac:spMkLst>
        </pc:spChg>
        <pc:spChg chg="add mod">
          <ac:chgData name="Nguyen, Tien Long" userId="552c08b3-44b7-4414-8d59-80038a4f13a8" providerId="ADAL" clId="{C49FBE84-300D-41FC-896F-06EAF4F12778}" dt="2026-09-14T17:33:05.411" v="8530" actId="14100"/>
          <ac:spMkLst>
            <pc:docMk/>
            <pc:sldMk cId="1019322051" sldId="330"/>
            <ac:spMk id="21" creationId="{0411D8B4-C245-9878-BAFD-B481B885EEDF}"/>
          </ac:spMkLst>
        </pc:spChg>
        <pc:spChg chg="del">
          <ac:chgData name="Nguyen, Tien Long" userId="552c08b3-44b7-4414-8d59-80038a4f13a8" providerId="ADAL" clId="{C49FBE84-300D-41FC-896F-06EAF4F12778}" dt="2026-09-14T16:51:37.149" v="8400" actId="478"/>
          <ac:spMkLst>
            <pc:docMk/>
            <pc:sldMk cId="1019322051" sldId="330"/>
            <ac:spMk id="22" creationId="{B8915D29-D1FF-1187-68E0-77CD3957E6CC}"/>
          </ac:spMkLst>
        </pc:spChg>
        <pc:spChg chg="del">
          <ac:chgData name="Nguyen, Tien Long" userId="552c08b3-44b7-4414-8d59-80038a4f13a8" providerId="ADAL" clId="{C49FBE84-300D-41FC-896F-06EAF4F12778}" dt="2026-09-14T16:50:07.031" v="8390" actId="478"/>
          <ac:spMkLst>
            <pc:docMk/>
            <pc:sldMk cId="1019322051" sldId="330"/>
            <ac:spMk id="23" creationId="{4DD6306D-030E-FAC1-BC77-26B130A33973}"/>
          </ac:spMkLst>
        </pc:spChg>
        <pc:spChg chg="add mod">
          <ac:chgData name="Nguyen, Tien Long" userId="552c08b3-44b7-4414-8d59-80038a4f13a8" providerId="ADAL" clId="{C49FBE84-300D-41FC-896F-06EAF4F12778}" dt="2026-09-14T20:24:00.898" v="10589" actId="207"/>
          <ac:spMkLst>
            <pc:docMk/>
            <pc:sldMk cId="1019322051" sldId="330"/>
            <ac:spMk id="24" creationId="{DB552C69-7321-7E11-017D-AEC07EB46DBC}"/>
          </ac:spMkLst>
        </pc:spChg>
        <pc:spChg chg="add mod">
          <ac:chgData name="Nguyen, Tien Long" userId="552c08b3-44b7-4414-8d59-80038a4f13a8" providerId="ADAL" clId="{C49FBE84-300D-41FC-896F-06EAF4F12778}" dt="2026-09-14T17:34:47.919" v="8615" actId="20577"/>
          <ac:spMkLst>
            <pc:docMk/>
            <pc:sldMk cId="1019322051" sldId="330"/>
            <ac:spMk id="26" creationId="{AD2D3E52-AE41-97A1-E9E8-0AE29A718246}"/>
          </ac:spMkLst>
        </pc:spChg>
        <pc:spChg chg="add mod">
          <ac:chgData name="Nguyen, Tien Long" userId="552c08b3-44b7-4414-8d59-80038a4f13a8" providerId="ADAL" clId="{C49FBE84-300D-41FC-896F-06EAF4F12778}" dt="2026-09-14T20:24:06.233" v="10590" actId="207"/>
          <ac:spMkLst>
            <pc:docMk/>
            <pc:sldMk cId="1019322051" sldId="330"/>
            <ac:spMk id="30" creationId="{FB252076-7BBC-9B15-9B27-C002C673E7EA}"/>
          </ac:spMkLst>
        </pc:spChg>
        <pc:spChg chg="del">
          <ac:chgData name="Nguyen, Tien Long" userId="552c08b3-44b7-4414-8d59-80038a4f13a8" providerId="ADAL" clId="{C49FBE84-300D-41FC-896F-06EAF4F12778}" dt="2026-09-14T16:51:37.149" v="8400" actId="478"/>
          <ac:spMkLst>
            <pc:docMk/>
            <pc:sldMk cId="1019322051" sldId="330"/>
            <ac:spMk id="109" creationId="{75AEFD55-DA3D-4A26-5C8F-B3B0DF2A3605}"/>
          </ac:spMkLst>
        </pc:spChg>
        <pc:spChg chg="del">
          <ac:chgData name="Nguyen, Tien Long" userId="552c08b3-44b7-4414-8d59-80038a4f13a8" providerId="ADAL" clId="{C49FBE84-300D-41FC-896F-06EAF4F12778}" dt="2026-09-14T16:51:37.149" v="8400" actId="478"/>
          <ac:spMkLst>
            <pc:docMk/>
            <pc:sldMk cId="1019322051" sldId="330"/>
            <ac:spMk id="111" creationId="{839820C7-DF6A-8E1A-5FB0-92CF8D32A9F3}"/>
          </ac:spMkLst>
        </pc:spChg>
        <pc:spChg chg="del">
          <ac:chgData name="Nguyen, Tien Long" userId="552c08b3-44b7-4414-8d59-80038a4f13a8" providerId="ADAL" clId="{C49FBE84-300D-41FC-896F-06EAF4F12778}" dt="2026-09-14T16:51:37.149" v="8400" actId="478"/>
          <ac:spMkLst>
            <pc:docMk/>
            <pc:sldMk cId="1019322051" sldId="330"/>
            <ac:spMk id="125" creationId="{26E5CA1B-65A9-77F3-B62D-44C791B5C584}"/>
          </ac:spMkLst>
        </pc:spChg>
        <pc:spChg chg="del">
          <ac:chgData name="Nguyen, Tien Long" userId="552c08b3-44b7-4414-8d59-80038a4f13a8" providerId="ADAL" clId="{C49FBE84-300D-41FC-896F-06EAF4F12778}" dt="2026-09-14T16:51:37.149" v="8400" actId="478"/>
          <ac:spMkLst>
            <pc:docMk/>
            <pc:sldMk cId="1019322051" sldId="330"/>
            <ac:spMk id="127" creationId="{869434A8-86C6-EF28-04CB-3EE7796489CE}"/>
          </ac:spMkLst>
        </pc:spChg>
        <pc:spChg chg="del">
          <ac:chgData name="Nguyen, Tien Long" userId="552c08b3-44b7-4414-8d59-80038a4f13a8" providerId="ADAL" clId="{C49FBE84-300D-41FC-896F-06EAF4F12778}" dt="2026-09-14T16:51:37.149" v="8400" actId="478"/>
          <ac:spMkLst>
            <pc:docMk/>
            <pc:sldMk cId="1019322051" sldId="330"/>
            <ac:spMk id="128" creationId="{C253E033-CAEA-3EEE-6FFA-DE5D9BF59010}"/>
          </ac:spMkLst>
        </pc:spChg>
        <pc:spChg chg="del">
          <ac:chgData name="Nguyen, Tien Long" userId="552c08b3-44b7-4414-8d59-80038a4f13a8" providerId="ADAL" clId="{C49FBE84-300D-41FC-896F-06EAF4F12778}" dt="2026-09-14T16:51:39.644" v="8401" actId="478"/>
          <ac:spMkLst>
            <pc:docMk/>
            <pc:sldMk cId="1019322051" sldId="330"/>
            <ac:spMk id="137" creationId="{3C21B11E-5330-DAF8-FFA0-FD58E47C57DF}"/>
          </ac:spMkLst>
        </pc:spChg>
        <pc:spChg chg="del">
          <ac:chgData name="Nguyen, Tien Long" userId="552c08b3-44b7-4414-8d59-80038a4f13a8" providerId="ADAL" clId="{C49FBE84-300D-41FC-896F-06EAF4F12778}" dt="2026-09-14T16:51:37.149" v="8400" actId="478"/>
          <ac:spMkLst>
            <pc:docMk/>
            <pc:sldMk cId="1019322051" sldId="330"/>
            <ac:spMk id="157" creationId="{FD178846-EF54-B6E0-F254-896F225459AE}"/>
          </ac:spMkLst>
        </pc:spChg>
        <pc:spChg chg="del">
          <ac:chgData name="Nguyen, Tien Long" userId="552c08b3-44b7-4414-8d59-80038a4f13a8" providerId="ADAL" clId="{C49FBE84-300D-41FC-896F-06EAF4F12778}" dt="2026-09-14T16:51:37.149" v="8400" actId="478"/>
          <ac:spMkLst>
            <pc:docMk/>
            <pc:sldMk cId="1019322051" sldId="330"/>
            <ac:spMk id="162" creationId="{B7BC6BED-11E9-A3C5-7DFF-B4D245E88208}"/>
          </ac:spMkLst>
        </pc:spChg>
      </pc:sldChg>
      <pc:sldChg chg="addSp delSp modSp add mod ord addAnim delAnim modAnim">
        <pc:chgData name="Nguyen, Tien Long" userId="552c08b3-44b7-4414-8d59-80038a4f13a8" providerId="ADAL" clId="{C49FBE84-300D-41FC-896F-06EAF4F12778}" dt="2026-09-15T04:14:45.831" v="12331" actId="20577"/>
        <pc:sldMkLst>
          <pc:docMk/>
          <pc:sldMk cId="1274574667" sldId="331"/>
        </pc:sldMkLst>
        <pc:spChg chg="add mod">
          <ac:chgData name="Nguyen, Tien Long" userId="552c08b3-44b7-4414-8d59-80038a4f13a8" providerId="ADAL" clId="{C49FBE84-300D-41FC-896F-06EAF4F12778}" dt="2026-09-14T17:43:59.456" v="8986" actId="20577"/>
          <ac:spMkLst>
            <pc:docMk/>
            <pc:sldMk cId="1274574667" sldId="331"/>
            <ac:spMk id="3" creationId="{1939CDBF-7947-38C1-DD42-91B109C68B60}"/>
          </ac:spMkLst>
        </pc:spChg>
        <pc:spChg chg="mod">
          <ac:chgData name="Nguyen, Tien Long" userId="552c08b3-44b7-4414-8d59-80038a4f13a8" providerId="ADAL" clId="{C49FBE84-300D-41FC-896F-06EAF4F12778}" dt="2026-09-15T04:14:45.831" v="12331" actId="20577"/>
          <ac:spMkLst>
            <pc:docMk/>
            <pc:sldMk cId="1274574667" sldId="331"/>
            <ac:spMk id="23" creationId="{B4F659DA-50CF-22EC-7DF3-8AD3AD6C2464}"/>
          </ac:spMkLst>
        </pc:spChg>
        <pc:spChg chg="mod">
          <ac:chgData name="Nguyen, Tien Long" userId="552c08b3-44b7-4414-8d59-80038a4f13a8" providerId="ADAL" clId="{C49FBE84-300D-41FC-896F-06EAF4F12778}" dt="2026-09-15T04:14:43.797" v="12328" actId="20577"/>
          <ac:spMkLst>
            <pc:docMk/>
            <pc:sldMk cId="1274574667" sldId="331"/>
            <ac:spMk id="26" creationId="{92AC58DE-68E5-9621-1D4B-091CC7B8916D}"/>
          </ac:spMkLst>
        </pc:spChg>
        <pc:spChg chg="add del mod">
          <ac:chgData name="Nguyen, Tien Long" userId="552c08b3-44b7-4414-8d59-80038a4f13a8" providerId="ADAL" clId="{C49FBE84-300D-41FC-896F-06EAF4F12778}" dt="2026-09-15T04:14:41.333" v="12326" actId="20577"/>
          <ac:spMkLst>
            <pc:docMk/>
            <pc:sldMk cId="1274574667" sldId="331"/>
            <ac:spMk id="27" creationId="{5D80CF7D-8C1B-8A95-F3C2-6FEF584D96A8}"/>
          </ac:spMkLst>
        </pc:spChg>
        <pc:spChg chg="mod">
          <ac:chgData name="Nguyen, Tien Long" userId="552c08b3-44b7-4414-8d59-80038a4f13a8" providerId="ADAL" clId="{C49FBE84-300D-41FC-896F-06EAF4F12778}" dt="2026-09-14T17:43:46.938" v="8980" actId="20577"/>
          <ac:spMkLst>
            <pc:docMk/>
            <pc:sldMk cId="1274574667" sldId="331"/>
            <ac:spMk id="30" creationId="{EEA177E0-C1B1-F591-B582-0FED3CCBA282}"/>
          </ac:spMkLst>
        </pc:spChg>
        <pc:spChg chg="mod">
          <ac:chgData name="Nguyen, Tien Long" userId="552c08b3-44b7-4414-8d59-80038a4f13a8" providerId="ADAL" clId="{C49FBE84-300D-41FC-896F-06EAF4F12778}" dt="2026-09-14T17:43:42.840" v="8979" actId="20577"/>
          <ac:spMkLst>
            <pc:docMk/>
            <pc:sldMk cId="1274574667" sldId="331"/>
            <ac:spMk id="31" creationId="{2EF16091-AD47-6478-2D4E-509F05DA88C7}"/>
          </ac:spMkLst>
        </pc:spChg>
        <pc:spChg chg="mod">
          <ac:chgData name="Nguyen, Tien Long" userId="552c08b3-44b7-4414-8d59-80038a4f13a8" providerId="ADAL" clId="{C49FBE84-300D-41FC-896F-06EAF4F12778}" dt="2026-09-14T17:42:40.792" v="8874" actId="20577"/>
          <ac:spMkLst>
            <pc:docMk/>
            <pc:sldMk cId="1274574667" sldId="331"/>
            <ac:spMk id="33" creationId="{2DF59E6A-9BC8-6691-5CF6-C23DA0850847}"/>
          </ac:spMkLst>
        </pc:spChg>
      </pc:sldChg>
      <pc:sldChg chg="addSp delSp modSp add mod addAnim delAnim modAnim">
        <pc:chgData name="Nguyen, Tien Long" userId="552c08b3-44b7-4414-8d59-80038a4f13a8" providerId="ADAL" clId="{C49FBE84-300D-41FC-896F-06EAF4F12778}" dt="2026-09-15T03:39:32.786" v="11611" actId="20577"/>
        <pc:sldMkLst>
          <pc:docMk/>
          <pc:sldMk cId="2491013139" sldId="332"/>
        </pc:sldMkLst>
        <pc:spChg chg="mod">
          <ac:chgData name="Nguyen, Tien Long" userId="552c08b3-44b7-4414-8d59-80038a4f13a8" providerId="ADAL" clId="{C49FBE84-300D-41FC-896F-06EAF4F12778}" dt="2026-09-15T03:39:32.786" v="11611" actId="20577"/>
          <ac:spMkLst>
            <pc:docMk/>
            <pc:sldMk cId="2491013139" sldId="332"/>
            <ac:spMk id="2" creationId="{95BF2E53-72E1-F60C-BA05-1D915845DBFC}"/>
          </ac:spMkLst>
        </pc:spChg>
        <pc:spChg chg="add del mod">
          <ac:chgData name="Nguyen, Tien Long" userId="552c08b3-44b7-4414-8d59-80038a4f13a8" providerId="ADAL" clId="{C49FBE84-300D-41FC-896F-06EAF4F12778}" dt="2026-09-14T18:04:05.021" v="9644" actId="478"/>
          <ac:spMkLst>
            <pc:docMk/>
            <pc:sldMk cId="2491013139" sldId="332"/>
            <ac:spMk id="3" creationId="{949ECF30-4027-33FF-19F7-756D684F53FE}"/>
          </ac:spMkLst>
        </pc:spChg>
        <pc:spChg chg="add del mod">
          <ac:chgData name="Nguyen, Tien Long" userId="552c08b3-44b7-4414-8d59-80038a4f13a8" providerId="ADAL" clId="{C49FBE84-300D-41FC-896F-06EAF4F12778}" dt="2026-09-14T17:57:37.712" v="9286"/>
          <ac:spMkLst>
            <pc:docMk/>
            <pc:sldMk cId="2491013139" sldId="332"/>
            <ac:spMk id="7" creationId="{E6DCB6CB-B975-F141-A821-137986BCE92D}"/>
          </ac:spMkLst>
        </pc:spChg>
        <pc:spChg chg="add mod">
          <ac:chgData name="Nguyen, Tien Long" userId="552c08b3-44b7-4414-8d59-80038a4f13a8" providerId="ADAL" clId="{C49FBE84-300D-41FC-896F-06EAF4F12778}" dt="2026-09-15T03:29:11.087" v="11477" actId="1076"/>
          <ac:spMkLst>
            <pc:docMk/>
            <pc:sldMk cId="2491013139" sldId="332"/>
            <ac:spMk id="8" creationId="{5FF8F50A-59D2-6A90-92A0-92CF6C399468}"/>
          </ac:spMkLst>
        </pc:spChg>
        <pc:spChg chg="add del mod">
          <ac:chgData name="Nguyen, Tien Long" userId="552c08b3-44b7-4414-8d59-80038a4f13a8" providerId="ADAL" clId="{C49FBE84-300D-41FC-896F-06EAF4F12778}" dt="2026-09-14T17:58:27.234" v="9346"/>
          <ac:spMkLst>
            <pc:docMk/>
            <pc:sldMk cId="2491013139" sldId="332"/>
            <ac:spMk id="9" creationId="{D2DAFEE7-9642-B19A-8722-929BD7F03402}"/>
          </ac:spMkLst>
        </pc:spChg>
        <pc:spChg chg="add mod">
          <ac:chgData name="Nguyen, Tien Long" userId="552c08b3-44b7-4414-8d59-80038a4f13a8" providerId="ADAL" clId="{C49FBE84-300D-41FC-896F-06EAF4F12778}" dt="2026-09-15T03:29:26.456" v="11481" actId="1076"/>
          <ac:spMkLst>
            <pc:docMk/>
            <pc:sldMk cId="2491013139" sldId="332"/>
            <ac:spMk id="10" creationId="{8FDA7D61-4F18-0E9C-54ED-58F6B5E5BE2D}"/>
          </ac:spMkLst>
        </pc:spChg>
        <pc:spChg chg="del">
          <ac:chgData name="Nguyen, Tien Long" userId="552c08b3-44b7-4414-8d59-80038a4f13a8" providerId="ADAL" clId="{C49FBE84-300D-41FC-896F-06EAF4F12778}" dt="2026-09-14T17:50:14.841" v="9021" actId="478"/>
          <ac:spMkLst>
            <pc:docMk/>
            <pc:sldMk cId="2491013139" sldId="332"/>
            <ac:spMk id="11" creationId="{2E0ACF05-6503-29D7-57D5-69836D13D13E}"/>
          </ac:spMkLst>
        </pc:spChg>
        <pc:spChg chg="del">
          <ac:chgData name="Nguyen, Tien Long" userId="552c08b3-44b7-4414-8d59-80038a4f13a8" providerId="ADAL" clId="{C49FBE84-300D-41FC-896F-06EAF4F12778}" dt="2026-09-14T17:50:14.841" v="9021" actId="478"/>
          <ac:spMkLst>
            <pc:docMk/>
            <pc:sldMk cId="2491013139" sldId="332"/>
            <ac:spMk id="12" creationId="{C9C2A2F0-E5D1-F6C7-3BBE-4DA8339D3CD6}"/>
          </ac:spMkLst>
        </pc:spChg>
        <pc:spChg chg="del">
          <ac:chgData name="Nguyen, Tien Long" userId="552c08b3-44b7-4414-8d59-80038a4f13a8" providerId="ADAL" clId="{C49FBE84-300D-41FC-896F-06EAF4F12778}" dt="2026-09-14T17:50:14.841" v="9021" actId="478"/>
          <ac:spMkLst>
            <pc:docMk/>
            <pc:sldMk cId="2491013139" sldId="332"/>
            <ac:spMk id="13" creationId="{BDB3E089-8854-2294-09CE-A88E8E518269}"/>
          </ac:spMkLst>
        </pc:spChg>
        <pc:spChg chg="add del mod">
          <ac:chgData name="Nguyen, Tien Long" userId="552c08b3-44b7-4414-8d59-80038a4f13a8" providerId="ADAL" clId="{C49FBE84-300D-41FC-896F-06EAF4F12778}" dt="2026-09-15T03:12:52.921" v="11150" actId="478"/>
          <ac:spMkLst>
            <pc:docMk/>
            <pc:sldMk cId="2491013139" sldId="332"/>
            <ac:spMk id="14" creationId="{5791AF92-AAD3-A56D-5E84-308EBA915777}"/>
          </ac:spMkLst>
        </pc:spChg>
        <pc:spChg chg="add mod">
          <ac:chgData name="Nguyen, Tien Long" userId="552c08b3-44b7-4414-8d59-80038a4f13a8" providerId="ADAL" clId="{C49FBE84-300D-41FC-896F-06EAF4F12778}" dt="2026-09-15T03:33:51.954" v="11569" actId="1076"/>
          <ac:spMkLst>
            <pc:docMk/>
            <pc:sldMk cId="2491013139" sldId="332"/>
            <ac:spMk id="16" creationId="{1AE64183-4CED-6BD1-934C-E136E66412B8}"/>
          </ac:spMkLst>
        </pc:spChg>
        <pc:spChg chg="add mod">
          <ac:chgData name="Nguyen, Tien Long" userId="552c08b3-44b7-4414-8d59-80038a4f13a8" providerId="ADAL" clId="{C49FBE84-300D-41FC-896F-06EAF4F12778}" dt="2026-09-15T03:33:51.954" v="11569" actId="1076"/>
          <ac:spMkLst>
            <pc:docMk/>
            <pc:sldMk cId="2491013139" sldId="332"/>
            <ac:spMk id="18" creationId="{20EC76C0-B4E1-A174-1EF4-EE9B83634246}"/>
          </ac:spMkLst>
        </pc:spChg>
        <pc:spChg chg="add mod">
          <ac:chgData name="Nguyen, Tien Long" userId="552c08b3-44b7-4414-8d59-80038a4f13a8" providerId="ADAL" clId="{C49FBE84-300D-41FC-896F-06EAF4F12778}" dt="2026-09-15T03:33:51.954" v="11569" actId="1076"/>
          <ac:spMkLst>
            <pc:docMk/>
            <pc:sldMk cId="2491013139" sldId="332"/>
            <ac:spMk id="20" creationId="{4245FAB2-0B60-5A85-8988-F8D6A03037C7}"/>
          </ac:spMkLst>
        </pc:spChg>
        <pc:spChg chg="add mod">
          <ac:chgData name="Nguyen, Tien Long" userId="552c08b3-44b7-4414-8d59-80038a4f13a8" providerId="ADAL" clId="{C49FBE84-300D-41FC-896F-06EAF4F12778}" dt="2026-09-15T03:29:40.293" v="11482" actId="1076"/>
          <ac:spMkLst>
            <pc:docMk/>
            <pc:sldMk cId="2491013139" sldId="332"/>
            <ac:spMk id="26" creationId="{3070EF29-5CBA-A1FB-827C-C8D1E2FCC40B}"/>
          </ac:spMkLst>
        </pc:spChg>
        <pc:spChg chg="add mod">
          <ac:chgData name="Nguyen, Tien Long" userId="552c08b3-44b7-4414-8d59-80038a4f13a8" providerId="ADAL" clId="{C49FBE84-300D-41FC-896F-06EAF4F12778}" dt="2026-09-15T03:29:40.293" v="11482" actId="1076"/>
          <ac:spMkLst>
            <pc:docMk/>
            <pc:sldMk cId="2491013139" sldId="332"/>
            <ac:spMk id="28" creationId="{3719E972-6C28-9457-0CA6-C1547800540E}"/>
          </ac:spMkLst>
        </pc:spChg>
        <pc:spChg chg="add mod">
          <ac:chgData name="Nguyen, Tien Long" userId="552c08b3-44b7-4414-8d59-80038a4f13a8" providerId="ADAL" clId="{C49FBE84-300D-41FC-896F-06EAF4F12778}" dt="2026-09-15T03:29:40.293" v="11482" actId="1076"/>
          <ac:spMkLst>
            <pc:docMk/>
            <pc:sldMk cId="2491013139" sldId="332"/>
            <ac:spMk id="29" creationId="{FD8799C1-7953-B0D6-3D01-E6F55199005C}"/>
          </ac:spMkLst>
        </pc:spChg>
        <pc:spChg chg="add mod">
          <ac:chgData name="Nguyen, Tien Long" userId="552c08b3-44b7-4414-8d59-80038a4f13a8" providerId="ADAL" clId="{C49FBE84-300D-41FC-896F-06EAF4F12778}" dt="2026-09-15T03:29:40.293" v="11482" actId="1076"/>
          <ac:spMkLst>
            <pc:docMk/>
            <pc:sldMk cId="2491013139" sldId="332"/>
            <ac:spMk id="31" creationId="{0BB8234A-7881-A7D8-188F-4B26B47153B3}"/>
          </ac:spMkLst>
        </pc:spChg>
        <pc:spChg chg="add del mod">
          <ac:chgData name="Nguyen, Tien Long" userId="552c08b3-44b7-4414-8d59-80038a4f13a8" providerId="ADAL" clId="{C49FBE84-300D-41FC-896F-06EAF4F12778}" dt="2026-09-15T03:15:35.245" v="11228" actId="22"/>
          <ac:spMkLst>
            <pc:docMk/>
            <pc:sldMk cId="2491013139" sldId="332"/>
            <ac:spMk id="33" creationId="{98F6E0A6-62AF-50EB-168E-AC92D4E7A765}"/>
          </ac:spMkLst>
        </pc:spChg>
        <pc:spChg chg="add mod">
          <ac:chgData name="Nguyen, Tien Long" userId="552c08b3-44b7-4414-8d59-80038a4f13a8" providerId="ADAL" clId="{C49FBE84-300D-41FC-896F-06EAF4F12778}" dt="2026-09-15T03:29:40.293" v="11482" actId="1076"/>
          <ac:spMkLst>
            <pc:docMk/>
            <pc:sldMk cId="2491013139" sldId="332"/>
            <ac:spMk id="35" creationId="{727657B4-8A48-2156-EA2B-C97CC0DFAD06}"/>
          </ac:spMkLst>
        </pc:spChg>
        <pc:spChg chg="add mod">
          <ac:chgData name="Nguyen, Tien Long" userId="552c08b3-44b7-4414-8d59-80038a4f13a8" providerId="ADAL" clId="{C49FBE84-300D-41FC-896F-06EAF4F12778}" dt="2026-09-15T03:29:40.293" v="11482" actId="1076"/>
          <ac:spMkLst>
            <pc:docMk/>
            <pc:sldMk cId="2491013139" sldId="332"/>
            <ac:spMk id="37" creationId="{605D7876-C5E4-758A-95F8-588D40FE235B}"/>
          </ac:spMkLst>
        </pc:spChg>
        <pc:spChg chg="add mod">
          <ac:chgData name="Nguyen, Tien Long" userId="552c08b3-44b7-4414-8d59-80038a4f13a8" providerId="ADAL" clId="{C49FBE84-300D-41FC-896F-06EAF4F12778}" dt="2026-09-15T03:29:40.293" v="11482" actId="1076"/>
          <ac:spMkLst>
            <pc:docMk/>
            <pc:sldMk cId="2491013139" sldId="332"/>
            <ac:spMk id="50" creationId="{B5DB2751-6758-CDEA-CD0E-6DF95C9C2DAE}"/>
          </ac:spMkLst>
        </pc:spChg>
        <pc:spChg chg="add del">
          <ac:chgData name="Nguyen, Tien Long" userId="552c08b3-44b7-4414-8d59-80038a4f13a8" providerId="ADAL" clId="{C49FBE84-300D-41FC-896F-06EAF4F12778}" dt="2026-09-15T03:18:06.904" v="11268" actId="22"/>
          <ac:spMkLst>
            <pc:docMk/>
            <pc:sldMk cId="2491013139" sldId="332"/>
            <ac:spMk id="52" creationId="{61FB226D-896F-3538-833B-D8BCC3759D1B}"/>
          </ac:spMkLst>
        </pc:spChg>
        <pc:spChg chg="add del">
          <ac:chgData name="Nguyen, Tien Long" userId="552c08b3-44b7-4414-8d59-80038a4f13a8" providerId="ADAL" clId="{C49FBE84-300D-41FC-896F-06EAF4F12778}" dt="2026-09-15T03:18:06.904" v="11268" actId="22"/>
          <ac:spMkLst>
            <pc:docMk/>
            <pc:sldMk cId="2491013139" sldId="332"/>
            <ac:spMk id="54" creationId="{1CD51335-8629-A11C-17C0-B2ACD1A74CEB}"/>
          </ac:spMkLst>
        </pc:spChg>
        <pc:spChg chg="add mod">
          <ac:chgData name="Nguyen, Tien Long" userId="552c08b3-44b7-4414-8d59-80038a4f13a8" providerId="ADAL" clId="{C49FBE84-300D-41FC-896F-06EAF4F12778}" dt="2026-09-15T03:29:40.293" v="11482" actId="1076"/>
          <ac:spMkLst>
            <pc:docMk/>
            <pc:sldMk cId="2491013139" sldId="332"/>
            <ac:spMk id="56" creationId="{38BF2CED-BDAE-673E-C2EA-C765A90B48CD}"/>
          </ac:spMkLst>
        </pc:spChg>
        <pc:spChg chg="add mod">
          <ac:chgData name="Nguyen, Tien Long" userId="552c08b3-44b7-4414-8d59-80038a4f13a8" providerId="ADAL" clId="{C49FBE84-300D-41FC-896F-06EAF4F12778}" dt="2026-09-15T03:29:40.293" v="11482" actId="1076"/>
          <ac:spMkLst>
            <pc:docMk/>
            <pc:sldMk cId="2491013139" sldId="332"/>
            <ac:spMk id="58" creationId="{4837B4D3-7420-C467-4BF2-568EC861C3F8}"/>
          </ac:spMkLst>
        </pc:spChg>
        <pc:spChg chg="add mod">
          <ac:chgData name="Nguyen, Tien Long" userId="552c08b3-44b7-4414-8d59-80038a4f13a8" providerId="ADAL" clId="{C49FBE84-300D-41FC-896F-06EAF4F12778}" dt="2026-09-15T03:28:01.141" v="11435" actId="207"/>
          <ac:spMkLst>
            <pc:docMk/>
            <pc:sldMk cId="2491013139" sldId="332"/>
            <ac:spMk id="59" creationId="{DB6C1C37-8DF4-BB09-06D5-04CB0B4B020A}"/>
          </ac:spMkLst>
        </pc:spChg>
        <pc:spChg chg="add mod">
          <ac:chgData name="Nguyen, Tien Long" userId="552c08b3-44b7-4414-8d59-80038a4f13a8" providerId="ADAL" clId="{C49FBE84-300D-41FC-896F-06EAF4F12778}" dt="2026-09-15T03:26:18.731" v="11419" actId="164"/>
          <ac:spMkLst>
            <pc:docMk/>
            <pc:sldMk cId="2491013139" sldId="332"/>
            <ac:spMk id="60" creationId="{0DAA6F4D-E4E5-1525-690A-FAEAE81F508E}"/>
          </ac:spMkLst>
        </pc:spChg>
        <pc:spChg chg="add mod">
          <ac:chgData name="Nguyen, Tien Long" userId="552c08b3-44b7-4414-8d59-80038a4f13a8" providerId="ADAL" clId="{C49FBE84-300D-41FC-896F-06EAF4F12778}" dt="2026-09-15T03:26:18.731" v="11419" actId="164"/>
          <ac:spMkLst>
            <pc:docMk/>
            <pc:sldMk cId="2491013139" sldId="332"/>
            <ac:spMk id="61" creationId="{7650112B-7268-00B4-2250-B4745BF3EAA7}"/>
          </ac:spMkLst>
        </pc:spChg>
        <pc:spChg chg="add mod">
          <ac:chgData name="Nguyen, Tien Long" userId="552c08b3-44b7-4414-8d59-80038a4f13a8" providerId="ADAL" clId="{C49FBE84-300D-41FC-896F-06EAF4F12778}" dt="2026-09-15T03:26:18.731" v="11419" actId="164"/>
          <ac:spMkLst>
            <pc:docMk/>
            <pc:sldMk cId="2491013139" sldId="332"/>
            <ac:spMk id="62" creationId="{3B47EEC5-5AAB-83C4-F2D1-B21D9A17F48B}"/>
          </ac:spMkLst>
        </pc:spChg>
        <pc:spChg chg="add mod">
          <ac:chgData name="Nguyen, Tien Long" userId="552c08b3-44b7-4414-8d59-80038a4f13a8" providerId="ADAL" clId="{C49FBE84-300D-41FC-896F-06EAF4F12778}" dt="2026-09-15T03:26:18.731" v="11419" actId="164"/>
          <ac:spMkLst>
            <pc:docMk/>
            <pc:sldMk cId="2491013139" sldId="332"/>
            <ac:spMk id="63" creationId="{F6CEBEF7-A182-9B73-40CE-3908B44A9002}"/>
          </ac:spMkLst>
        </pc:spChg>
        <pc:spChg chg="add mod">
          <ac:chgData name="Nguyen, Tien Long" userId="552c08b3-44b7-4414-8d59-80038a4f13a8" providerId="ADAL" clId="{C49FBE84-300D-41FC-896F-06EAF4F12778}" dt="2026-09-15T03:26:18.731" v="11419" actId="164"/>
          <ac:spMkLst>
            <pc:docMk/>
            <pc:sldMk cId="2491013139" sldId="332"/>
            <ac:spMk id="64" creationId="{D36A098B-5A95-F493-0A0F-AF9AF83C75D3}"/>
          </ac:spMkLst>
        </pc:spChg>
        <pc:spChg chg="add mod">
          <ac:chgData name="Nguyen, Tien Long" userId="552c08b3-44b7-4414-8d59-80038a4f13a8" providerId="ADAL" clId="{C49FBE84-300D-41FC-896F-06EAF4F12778}" dt="2026-09-15T03:26:18.731" v="11419" actId="164"/>
          <ac:spMkLst>
            <pc:docMk/>
            <pc:sldMk cId="2491013139" sldId="332"/>
            <ac:spMk id="65" creationId="{DF536AF9-8269-3566-1EBD-F31BD404912A}"/>
          </ac:spMkLst>
        </pc:spChg>
        <pc:spChg chg="add del mod">
          <ac:chgData name="Nguyen, Tien Long" userId="552c08b3-44b7-4414-8d59-80038a4f13a8" providerId="ADAL" clId="{C49FBE84-300D-41FC-896F-06EAF4F12778}" dt="2026-09-15T03:24:55.751" v="11404" actId="478"/>
          <ac:spMkLst>
            <pc:docMk/>
            <pc:sldMk cId="2491013139" sldId="332"/>
            <ac:spMk id="69" creationId="{76E30848-DF4E-B6AC-47E4-356CE43B07AB}"/>
          </ac:spMkLst>
        </pc:spChg>
        <pc:spChg chg="add del mod">
          <ac:chgData name="Nguyen, Tien Long" userId="552c08b3-44b7-4414-8d59-80038a4f13a8" providerId="ADAL" clId="{C49FBE84-300D-41FC-896F-06EAF4F12778}" dt="2026-09-15T03:24:54.195" v="11403" actId="478"/>
          <ac:spMkLst>
            <pc:docMk/>
            <pc:sldMk cId="2491013139" sldId="332"/>
            <ac:spMk id="70" creationId="{D879F6FF-D24D-CCA0-BFFC-871959F848B6}"/>
          </ac:spMkLst>
        </pc:spChg>
        <pc:spChg chg="add del mod">
          <ac:chgData name="Nguyen, Tien Long" userId="552c08b3-44b7-4414-8d59-80038a4f13a8" providerId="ADAL" clId="{C49FBE84-300D-41FC-896F-06EAF4F12778}" dt="2026-09-15T03:24:57.404" v="11405" actId="478"/>
          <ac:spMkLst>
            <pc:docMk/>
            <pc:sldMk cId="2491013139" sldId="332"/>
            <ac:spMk id="71" creationId="{4FA496D5-0F4E-BB5F-FC79-FCF64B8E2EC3}"/>
          </ac:spMkLst>
        </pc:spChg>
        <pc:spChg chg="mod">
          <ac:chgData name="Nguyen, Tien Long" userId="552c08b3-44b7-4414-8d59-80038a4f13a8" providerId="ADAL" clId="{C49FBE84-300D-41FC-896F-06EAF4F12778}" dt="2026-09-15T03:26:36.155" v="11431" actId="20577"/>
          <ac:spMkLst>
            <pc:docMk/>
            <pc:sldMk cId="2491013139" sldId="332"/>
            <ac:spMk id="80" creationId="{161F1B9F-D568-2327-1153-4E9FC4CBE7EC}"/>
          </ac:spMkLst>
        </pc:spChg>
        <pc:spChg chg="mod">
          <ac:chgData name="Nguyen, Tien Long" userId="552c08b3-44b7-4414-8d59-80038a4f13a8" providerId="ADAL" clId="{C49FBE84-300D-41FC-896F-06EAF4F12778}" dt="2026-09-15T03:26:36.155" v="11431" actId="20577"/>
          <ac:spMkLst>
            <pc:docMk/>
            <pc:sldMk cId="2491013139" sldId="332"/>
            <ac:spMk id="81" creationId="{D43309BF-0BE3-0B5D-6BD8-03BB0D2F8A3D}"/>
          </ac:spMkLst>
        </pc:spChg>
        <pc:spChg chg="mod">
          <ac:chgData name="Nguyen, Tien Long" userId="552c08b3-44b7-4414-8d59-80038a4f13a8" providerId="ADAL" clId="{C49FBE84-300D-41FC-896F-06EAF4F12778}" dt="2026-09-15T03:26:36.155" v="11431" actId="20577"/>
          <ac:spMkLst>
            <pc:docMk/>
            <pc:sldMk cId="2491013139" sldId="332"/>
            <ac:spMk id="82" creationId="{44A7C131-01B1-2F16-AD05-A019F60B5140}"/>
          </ac:spMkLst>
        </pc:spChg>
        <pc:spChg chg="mod">
          <ac:chgData name="Nguyen, Tien Long" userId="552c08b3-44b7-4414-8d59-80038a4f13a8" providerId="ADAL" clId="{C49FBE84-300D-41FC-896F-06EAF4F12778}" dt="2026-09-15T03:26:36.155" v="11431" actId="20577"/>
          <ac:spMkLst>
            <pc:docMk/>
            <pc:sldMk cId="2491013139" sldId="332"/>
            <ac:spMk id="83" creationId="{1252C337-251E-4135-817B-E6E9D19F6C90}"/>
          </ac:spMkLst>
        </pc:spChg>
        <pc:spChg chg="mod">
          <ac:chgData name="Nguyen, Tien Long" userId="552c08b3-44b7-4414-8d59-80038a4f13a8" providerId="ADAL" clId="{C49FBE84-300D-41FC-896F-06EAF4F12778}" dt="2026-09-15T03:26:36.155" v="11431" actId="20577"/>
          <ac:spMkLst>
            <pc:docMk/>
            <pc:sldMk cId="2491013139" sldId="332"/>
            <ac:spMk id="84" creationId="{853ABF40-13C3-DDE9-777C-B4BF17C90056}"/>
          </ac:spMkLst>
        </pc:spChg>
        <pc:spChg chg="mod">
          <ac:chgData name="Nguyen, Tien Long" userId="552c08b3-44b7-4414-8d59-80038a4f13a8" providerId="ADAL" clId="{C49FBE84-300D-41FC-896F-06EAF4F12778}" dt="2026-09-15T03:26:36.155" v="11431" actId="20577"/>
          <ac:spMkLst>
            <pc:docMk/>
            <pc:sldMk cId="2491013139" sldId="332"/>
            <ac:spMk id="85" creationId="{1596757F-3327-17F1-FC99-773795C1D426}"/>
          </ac:spMkLst>
        </pc:spChg>
        <pc:spChg chg="mod">
          <ac:chgData name="Nguyen, Tien Long" userId="552c08b3-44b7-4414-8d59-80038a4f13a8" providerId="ADAL" clId="{C49FBE84-300D-41FC-896F-06EAF4F12778}" dt="2026-09-15T03:26:36.155" v="11431" actId="20577"/>
          <ac:spMkLst>
            <pc:docMk/>
            <pc:sldMk cId="2491013139" sldId="332"/>
            <ac:spMk id="86" creationId="{64D186D0-80B9-F39B-7163-FBAFC4DD30F2}"/>
          </ac:spMkLst>
        </pc:spChg>
        <pc:grpChg chg="del">
          <ac:chgData name="Nguyen, Tien Long" userId="552c08b3-44b7-4414-8d59-80038a4f13a8" providerId="ADAL" clId="{C49FBE84-300D-41FC-896F-06EAF4F12778}" dt="2026-09-14T17:50:14.841" v="9021" actId="478"/>
          <ac:grpSpMkLst>
            <pc:docMk/>
            <pc:sldMk cId="2491013139" sldId="332"/>
            <ac:grpSpMk id="22" creationId="{0A93B578-8AD6-7878-D55A-B93F0C825485}"/>
          </ac:grpSpMkLst>
        </pc:grpChg>
        <pc:grpChg chg="del">
          <ac:chgData name="Nguyen, Tien Long" userId="552c08b3-44b7-4414-8d59-80038a4f13a8" providerId="ADAL" clId="{C49FBE84-300D-41FC-896F-06EAF4F12778}" dt="2026-09-14T17:50:14.841" v="9021" actId="478"/>
          <ac:grpSpMkLst>
            <pc:docMk/>
            <pc:sldMk cId="2491013139" sldId="332"/>
            <ac:grpSpMk id="23" creationId="{C66E60B0-A55D-8FF9-7177-CB8A71837175}"/>
          </ac:grpSpMkLst>
        </pc:grpChg>
        <pc:grpChg chg="del">
          <ac:chgData name="Nguyen, Tien Long" userId="552c08b3-44b7-4414-8d59-80038a4f13a8" providerId="ADAL" clId="{C49FBE84-300D-41FC-896F-06EAF4F12778}" dt="2026-09-14T17:50:14.841" v="9021" actId="478"/>
          <ac:grpSpMkLst>
            <pc:docMk/>
            <pc:sldMk cId="2491013139" sldId="332"/>
            <ac:grpSpMk id="24" creationId="{E17D8666-D796-FA95-222D-E9952AE4F37A}"/>
          </ac:grpSpMkLst>
        </pc:grpChg>
        <pc:grpChg chg="add mod">
          <ac:chgData name="Nguyen, Tien Long" userId="552c08b3-44b7-4414-8d59-80038a4f13a8" providerId="ADAL" clId="{C49FBE84-300D-41FC-896F-06EAF4F12778}" dt="2026-09-15T03:26:56.537" v="11433" actId="1076"/>
          <ac:grpSpMkLst>
            <pc:docMk/>
            <pc:sldMk cId="2491013139" sldId="332"/>
            <ac:grpSpMk id="78" creationId="{E0BB995A-FCC4-9160-6B57-BBC792A54DB7}"/>
          </ac:grpSpMkLst>
        </pc:grpChg>
        <pc:grpChg chg="add del mod">
          <ac:chgData name="Nguyen, Tien Long" userId="552c08b3-44b7-4414-8d59-80038a4f13a8" providerId="ADAL" clId="{C49FBE84-300D-41FC-896F-06EAF4F12778}" dt="2026-09-15T03:26:42.990" v="11432" actId="478"/>
          <ac:grpSpMkLst>
            <pc:docMk/>
            <pc:sldMk cId="2491013139" sldId="332"/>
            <ac:grpSpMk id="79" creationId="{FBEDB299-3EB8-5081-83EC-8D73E90E548D}"/>
          </ac:grpSpMkLst>
        </pc:grpChg>
        <pc:cxnChg chg="add del mod">
          <ac:chgData name="Nguyen, Tien Long" userId="552c08b3-44b7-4414-8d59-80038a4f13a8" providerId="ADAL" clId="{C49FBE84-300D-41FC-896F-06EAF4F12778}" dt="2026-09-15T03:16:17.261" v="11238" actId="11529"/>
          <ac:cxnSpMkLst>
            <pc:docMk/>
            <pc:sldMk cId="2491013139" sldId="332"/>
            <ac:cxnSpMk id="39" creationId="{46C27DD8-1E95-6392-61FC-C8B7F2C8AC0C}"/>
          </ac:cxnSpMkLst>
        </pc:cxnChg>
        <pc:cxnChg chg="add">
          <ac:chgData name="Nguyen, Tien Long" userId="552c08b3-44b7-4414-8d59-80038a4f13a8" providerId="ADAL" clId="{C49FBE84-300D-41FC-896F-06EAF4F12778}" dt="2026-09-15T03:16:22.448" v="11239" actId="11529"/>
          <ac:cxnSpMkLst>
            <pc:docMk/>
            <pc:sldMk cId="2491013139" sldId="332"/>
            <ac:cxnSpMk id="41" creationId="{C1EF34D4-E895-2157-6B46-BBA4CC47F544}"/>
          </ac:cxnSpMkLst>
        </pc:cxnChg>
        <pc:cxnChg chg="add mod">
          <ac:chgData name="Nguyen, Tien Long" userId="552c08b3-44b7-4414-8d59-80038a4f13a8" providerId="ADAL" clId="{C49FBE84-300D-41FC-896F-06EAF4F12778}" dt="2026-09-15T03:29:40.293" v="11482" actId="1076"/>
          <ac:cxnSpMkLst>
            <pc:docMk/>
            <pc:sldMk cId="2491013139" sldId="332"/>
            <ac:cxnSpMk id="43" creationId="{1E9C9043-C619-BED5-952B-E6D127D2FE53}"/>
          </ac:cxnSpMkLst>
        </pc:cxnChg>
        <pc:cxnChg chg="add mod">
          <ac:chgData name="Nguyen, Tien Long" userId="552c08b3-44b7-4414-8d59-80038a4f13a8" providerId="ADAL" clId="{C49FBE84-300D-41FC-896F-06EAF4F12778}" dt="2026-09-15T03:17:25.641" v="11249" actId="208"/>
          <ac:cxnSpMkLst>
            <pc:docMk/>
            <pc:sldMk cId="2491013139" sldId="332"/>
            <ac:cxnSpMk id="47" creationId="{FAB29C4C-111E-0A5A-5243-1C2E3089539E}"/>
          </ac:cxnSpMkLst>
        </pc:cxnChg>
        <pc:cxnChg chg="mod">
          <ac:chgData name="Nguyen, Tien Long" userId="552c08b3-44b7-4414-8d59-80038a4f13a8" providerId="ADAL" clId="{C49FBE84-300D-41FC-896F-06EAF4F12778}" dt="2026-09-15T03:25:59.583" v="11418" actId="1076"/>
          <ac:cxnSpMkLst>
            <pc:docMk/>
            <pc:sldMk cId="2491013139" sldId="332"/>
            <ac:cxnSpMk id="66" creationId="{F88B76AF-30CC-9A61-38B1-B61C4CB226E2}"/>
          </ac:cxnSpMkLst>
        </pc:cxnChg>
        <pc:cxnChg chg="add mod">
          <ac:chgData name="Nguyen, Tien Long" userId="552c08b3-44b7-4414-8d59-80038a4f13a8" providerId="ADAL" clId="{C49FBE84-300D-41FC-896F-06EAF4F12778}" dt="2026-09-15T03:26:18.731" v="11419" actId="164"/>
          <ac:cxnSpMkLst>
            <pc:docMk/>
            <pc:sldMk cId="2491013139" sldId="332"/>
            <ac:cxnSpMk id="67" creationId="{85E778C2-8FA9-8BBD-90BB-865314764187}"/>
          </ac:cxnSpMkLst>
        </pc:cxnChg>
        <pc:cxnChg chg="mod">
          <ac:chgData name="Nguyen, Tien Long" userId="552c08b3-44b7-4414-8d59-80038a4f13a8" providerId="ADAL" clId="{C49FBE84-300D-41FC-896F-06EAF4F12778}" dt="2026-09-15T03:26:18.731" v="11419" actId="164"/>
          <ac:cxnSpMkLst>
            <pc:docMk/>
            <pc:sldMk cId="2491013139" sldId="332"/>
            <ac:cxnSpMk id="68" creationId="{1D746B12-DE0D-E594-28A4-519C128C2F05}"/>
          </ac:cxnSpMkLst>
        </pc:cxnChg>
        <pc:cxnChg chg="mod">
          <ac:chgData name="Nguyen, Tien Long" userId="552c08b3-44b7-4414-8d59-80038a4f13a8" providerId="ADAL" clId="{C49FBE84-300D-41FC-896F-06EAF4F12778}" dt="2026-09-15T03:26:42.990" v="11432" actId="478"/>
          <ac:cxnSpMkLst>
            <pc:docMk/>
            <pc:sldMk cId="2491013139" sldId="332"/>
            <ac:cxnSpMk id="87" creationId="{83F0579B-D700-B2AD-A47B-88DEC088ABB5}"/>
          </ac:cxnSpMkLst>
        </pc:cxnChg>
        <pc:cxnChg chg="mod">
          <ac:chgData name="Nguyen, Tien Long" userId="552c08b3-44b7-4414-8d59-80038a4f13a8" providerId="ADAL" clId="{C49FBE84-300D-41FC-896F-06EAF4F12778}" dt="2026-09-15T03:26:42.990" v="11432" actId="478"/>
          <ac:cxnSpMkLst>
            <pc:docMk/>
            <pc:sldMk cId="2491013139" sldId="332"/>
            <ac:cxnSpMk id="88" creationId="{08B60595-DCD6-2411-ADC2-86001810B0AA}"/>
          </ac:cxnSpMkLst>
        </pc:cxnChg>
        <pc:cxnChg chg="mod">
          <ac:chgData name="Nguyen, Tien Long" userId="552c08b3-44b7-4414-8d59-80038a4f13a8" providerId="ADAL" clId="{C49FBE84-300D-41FC-896F-06EAF4F12778}" dt="2026-09-15T03:26:42.990" v="11432" actId="478"/>
          <ac:cxnSpMkLst>
            <pc:docMk/>
            <pc:sldMk cId="2491013139" sldId="332"/>
            <ac:cxnSpMk id="89" creationId="{85F5E682-FE1C-F180-D7CE-B388771E0EEE}"/>
          </ac:cxnSpMkLst>
        </pc:cxnChg>
      </pc:sldChg>
      <pc:sldChg chg="new del">
        <pc:chgData name="Nguyen, Tien Long" userId="552c08b3-44b7-4414-8d59-80038a4f13a8" providerId="ADAL" clId="{C49FBE84-300D-41FC-896F-06EAF4F12778}" dt="2026-09-14T17:49:42.025" v="8988" actId="47"/>
        <pc:sldMkLst>
          <pc:docMk/>
          <pc:sldMk cId="4052289430" sldId="332"/>
        </pc:sldMkLst>
      </pc:sldChg>
      <pc:sldChg chg="addSp delSp modSp add del mod delAnim modAnim">
        <pc:chgData name="Nguyen, Tien Long" userId="552c08b3-44b7-4414-8d59-80038a4f13a8" providerId="ADAL" clId="{C49FBE84-300D-41FC-896F-06EAF4F12778}" dt="2026-09-15T03:43:48.016" v="11720" actId="47"/>
        <pc:sldMkLst>
          <pc:docMk/>
          <pc:sldMk cId="2724040132" sldId="333"/>
        </pc:sldMkLst>
        <pc:spChg chg="mod">
          <ac:chgData name="Nguyen, Tien Long" userId="552c08b3-44b7-4414-8d59-80038a4f13a8" providerId="ADAL" clId="{C49FBE84-300D-41FC-896F-06EAF4F12778}" dt="2026-09-15T03:42:17.177" v="11700" actId="1076"/>
          <ac:spMkLst>
            <pc:docMk/>
            <pc:sldMk cId="2724040132" sldId="333"/>
            <ac:spMk id="3" creationId="{30A7EF4D-DD8F-DB48-10E9-F864FDCA68E8}"/>
          </ac:spMkLst>
        </pc:spChg>
        <pc:spChg chg="add del mod">
          <ac:chgData name="Nguyen, Tien Long" userId="552c08b3-44b7-4414-8d59-80038a4f13a8" providerId="ADAL" clId="{C49FBE84-300D-41FC-896F-06EAF4F12778}" dt="2026-09-15T03:43:45.477" v="11719" actId="478"/>
          <ac:spMkLst>
            <pc:docMk/>
            <pc:sldMk cId="2724040132" sldId="333"/>
            <ac:spMk id="5" creationId="{371CBC64-CAFA-574B-6F1F-1327020DB1BC}"/>
          </ac:spMkLst>
        </pc:spChg>
        <pc:spChg chg="mod">
          <ac:chgData name="Nguyen, Tien Long" userId="552c08b3-44b7-4414-8d59-80038a4f13a8" providerId="ADAL" clId="{C49FBE84-300D-41FC-896F-06EAF4F12778}" dt="2026-09-15T03:42:15.161" v="11698" actId="1076"/>
          <ac:spMkLst>
            <pc:docMk/>
            <pc:sldMk cId="2724040132" sldId="333"/>
            <ac:spMk id="6" creationId="{14B14B5B-E414-A151-45F7-3D654D424BF9}"/>
          </ac:spMkLst>
        </pc:spChg>
        <pc:spChg chg="mod">
          <ac:chgData name="Nguyen, Tien Long" userId="552c08b3-44b7-4414-8d59-80038a4f13a8" providerId="ADAL" clId="{C49FBE84-300D-41FC-896F-06EAF4F12778}" dt="2026-09-15T03:42:25.139" v="11705" actId="1076"/>
          <ac:spMkLst>
            <pc:docMk/>
            <pc:sldMk cId="2724040132" sldId="333"/>
            <ac:spMk id="7" creationId="{F85BF687-556B-E878-6B8A-B76A8860E557}"/>
          </ac:spMkLst>
        </pc:spChg>
        <pc:spChg chg="del">
          <ac:chgData name="Nguyen, Tien Long" userId="552c08b3-44b7-4414-8d59-80038a4f13a8" providerId="ADAL" clId="{C49FBE84-300D-41FC-896F-06EAF4F12778}" dt="2026-09-14T18:04:55.214" v="9657" actId="478"/>
          <ac:spMkLst>
            <pc:docMk/>
            <pc:sldMk cId="2724040132" sldId="333"/>
            <ac:spMk id="8" creationId="{380FE0FF-D124-047D-04DF-64D18B760A46}"/>
          </ac:spMkLst>
        </pc:spChg>
        <pc:spChg chg="add mod">
          <ac:chgData name="Nguyen, Tien Long" userId="552c08b3-44b7-4414-8d59-80038a4f13a8" providerId="ADAL" clId="{C49FBE84-300D-41FC-896F-06EAF4F12778}" dt="2026-09-15T03:40:18.882" v="11667" actId="1076"/>
          <ac:spMkLst>
            <pc:docMk/>
            <pc:sldMk cId="2724040132" sldId="333"/>
            <ac:spMk id="9" creationId="{9879667C-D4B7-563D-62C9-7CE4B2280E84}"/>
          </ac:spMkLst>
        </pc:spChg>
        <pc:spChg chg="del">
          <ac:chgData name="Nguyen, Tien Long" userId="552c08b3-44b7-4414-8d59-80038a4f13a8" providerId="ADAL" clId="{C49FBE84-300D-41FC-896F-06EAF4F12778}" dt="2026-09-14T18:04:55.214" v="9657" actId="478"/>
          <ac:spMkLst>
            <pc:docMk/>
            <pc:sldMk cId="2724040132" sldId="333"/>
            <ac:spMk id="10" creationId="{C7623723-C886-E6A1-1D90-5F75319BEEBD}"/>
          </ac:spMkLst>
        </pc:spChg>
        <pc:spChg chg="mod">
          <ac:chgData name="Nguyen, Tien Long" userId="552c08b3-44b7-4414-8d59-80038a4f13a8" providerId="ADAL" clId="{C49FBE84-300D-41FC-896F-06EAF4F12778}" dt="2026-09-15T03:41:54.555" v="11682" actId="1076"/>
          <ac:spMkLst>
            <pc:docMk/>
            <pc:sldMk cId="2724040132" sldId="333"/>
            <ac:spMk id="11" creationId="{315C02DC-4B81-4BAC-D984-6D41F7055DB2}"/>
          </ac:spMkLst>
        </pc:spChg>
        <pc:spChg chg="add mod">
          <ac:chgData name="Nguyen, Tien Long" userId="552c08b3-44b7-4414-8d59-80038a4f13a8" providerId="ADAL" clId="{C49FBE84-300D-41FC-896F-06EAF4F12778}" dt="2026-09-15T03:41:53.560" v="11681" actId="1076"/>
          <ac:spMkLst>
            <pc:docMk/>
            <pc:sldMk cId="2724040132" sldId="333"/>
            <ac:spMk id="12" creationId="{EB0958B2-41C1-C27F-1DDC-8B4DFEDFD09B}"/>
          </ac:spMkLst>
        </pc:spChg>
        <pc:spChg chg="del">
          <ac:chgData name="Nguyen, Tien Long" userId="552c08b3-44b7-4414-8d59-80038a4f13a8" providerId="ADAL" clId="{C49FBE84-300D-41FC-896F-06EAF4F12778}" dt="2026-09-14T18:04:55.214" v="9657" actId="478"/>
          <ac:spMkLst>
            <pc:docMk/>
            <pc:sldMk cId="2724040132" sldId="333"/>
            <ac:spMk id="14" creationId="{D102724A-D24B-C175-52DF-4694A3DF2710}"/>
          </ac:spMkLst>
        </pc:spChg>
        <pc:spChg chg="add mod">
          <ac:chgData name="Nguyen, Tien Long" userId="552c08b3-44b7-4414-8d59-80038a4f13a8" providerId="ADAL" clId="{C49FBE84-300D-41FC-896F-06EAF4F12778}" dt="2026-09-15T03:41:59.554" v="11686" actId="1076"/>
          <ac:spMkLst>
            <pc:docMk/>
            <pc:sldMk cId="2724040132" sldId="333"/>
            <ac:spMk id="15" creationId="{43631657-24D0-8E27-C2F9-8EB279DFFF8D}"/>
          </ac:spMkLst>
        </pc:spChg>
        <pc:spChg chg="mod">
          <ac:chgData name="Nguyen, Tien Long" userId="552c08b3-44b7-4414-8d59-80038a4f13a8" providerId="ADAL" clId="{C49FBE84-300D-41FC-896F-06EAF4F12778}" dt="2026-09-15T03:42:23.995" v="11704" actId="1076"/>
          <ac:spMkLst>
            <pc:docMk/>
            <pc:sldMk cId="2724040132" sldId="333"/>
            <ac:spMk id="16" creationId="{7F65B775-3C70-6A3F-B5C9-E9BF03F167F6}"/>
          </ac:spMkLst>
        </pc:spChg>
        <pc:spChg chg="mod">
          <ac:chgData name="Nguyen, Tien Long" userId="552c08b3-44b7-4414-8d59-80038a4f13a8" providerId="ADAL" clId="{C49FBE84-300D-41FC-896F-06EAF4F12778}" dt="2026-09-15T03:42:27.416" v="11707" actId="1076"/>
          <ac:spMkLst>
            <pc:docMk/>
            <pc:sldMk cId="2724040132" sldId="333"/>
            <ac:spMk id="17" creationId="{C5E04494-649B-0C26-7BD0-02F7E7D704AA}"/>
          </ac:spMkLst>
        </pc:spChg>
        <pc:spChg chg="add mod">
          <ac:chgData name="Nguyen, Tien Long" userId="552c08b3-44b7-4414-8d59-80038a4f13a8" providerId="ADAL" clId="{C49FBE84-300D-41FC-896F-06EAF4F12778}" dt="2026-09-15T03:42:36.576" v="11713" actId="1076"/>
          <ac:spMkLst>
            <pc:docMk/>
            <pc:sldMk cId="2724040132" sldId="333"/>
            <ac:spMk id="18" creationId="{C289BBA1-9AE1-6ACF-544D-F2B4E3621909}"/>
          </ac:spMkLst>
        </pc:spChg>
        <pc:spChg chg="add mod">
          <ac:chgData name="Nguyen, Tien Long" userId="552c08b3-44b7-4414-8d59-80038a4f13a8" providerId="ADAL" clId="{C49FBE84-300D-41FC-896F-06EAF4F12778}" dt="2026-09-15T03:42:01.914" v="11688" actId="1076"/>
          <ac:spMkLst>
            <pc:docMk/>
            <pc:sldMk cId="2724040132" sldId="333"/>
            <ac:spMk id="19" creationId="{D2CD2A09-4F32-B87F-4311-173D3B8FF199}"/>
          </ac:spMkLst>
        </pc:spChg>
        <pc:spChg chg="mod">
          <ac:chgData name="Nguyen, Tien Long" userId="552c08b3-44b7-4414-8d59-80038a4f13a8" providerId="ADAL" clId="{C49FBE84-300D-41FC-896F-06EAF4F12778}" dt="2026-09-15T03:42:35.020" v="11712" actId="1076"/>
          <ac:spMkLst>
            <pc:docMk/>
            <pc:sldMk cId="2724040132" sldId="333"/>
            <ac:spMk id="20" creationId="{57C66C51-AFEC-56CE-4B5B-D7BF392B37FE}"/>
          </ac:spMkLst>
        </pc:spChg>
        <pc:spChg chg="mod">
          <ac:chgData name="Nguyen, Tien Long" userId="552c08b3-44b7-4414-8d59-80038a4f13a8" providerId="ADAL" clId="{C49FBE84-300D-41FC-896F-06EAF4F12778}" dt="2026-09-15T03:42:06.263" v="11691" actId="1076"/>
          <ac:spMkLst>
            <pc:docMk/>
            <pc:sldMk cId="2724040132" sldId="333"/>
            <ac:spMk id="21" creationId="{A09959A2-331B-447A-1CD6-86D2A1438E4D}"/>
          </ac:spMkLst>
        </pc:spChg>
        <pc:spChg chg="add mod">
          <ac:chgData name="Nguyen, Tien Long" userId="552c08b3-44b7-4414-8d59-80038a4f13a8" providerId="ADAL" clId="{C49FBE84-300D-41FC-896F-06EAF4F12778}" dt="2026-09-15T03:42:28.638" v="11708" actId="1076"/>
          <ac:spMkLst>
            <pc:docMk/>
            <pc:sldMk cId="2724040132" sldId="333"/>
            <ac:spMk id="22" creationId="{AC81BA29-14A3-3279-42F4-D36FC88FC6F2}"/>
          </ac:spMkLst>
        </pc:spChg>
        <pc:spChg chg="add mod">
          <ac:chgData name="Nguyen, Tien Long" userId="552c08b3-44b7-4414-8d59-80038a4f13a8" providerId="ADAL" clId="{C49FBE84-300D-41FC-896F-06EAF4F12778}" dt="2026-09-15T03:42:22.419" v="11703" actId="1076"/>
          <ac:spMkLst>
            <pc:docMk/>
            <pc:sldMk cId="2724040132" sldId="333"/>
            <ac:spMk id="23" creationId="{B5CE7AF2-81CD-770C-1F58-F1038BF1D7E9}"/>
          </ac:spMkLst>
        </pc:spChg>
        <pc:spChg chg="add mod">
          <ac:chgData name="Nguyen, Tien Long" userId="552c08b3-44b7-4414-8d59-80038a4f13a8" providerId="ADAL" clId="{C49FBE84-300D-41FC-896F-06EAF4F12778}" dt="2026-09-15T03:41:42.758" v="11679" actId="207"/>
          <ac:spMkLst>
            <pc:docMk/>
            <pc:sldMk cId="2724040132" sldId="333"/>
            <ac:spMk id="24" creationId="{E6D1E0FD-4C73-6D6D-8DFB-452D547A88C5}"/>
          </ac:spMkLst>
        </pc:spChg>
        <pc:spChg chg="mod">
          <ac:chgData name="Nguyen, Tien Long" userId="552c08b3-44b7-4414-8d59-80038a4f13a8" providerId="ADAL" clId="{C49FBE84-300D-41FC-896F-06EAF4F12778}" dt="2026-09-15T03:41:42.758" v="11679" actId="207"/>
          <ac:spMkLst>
            <pc:docMk/>
            <pc:sldMk cId="2724040132" sldId="333"/>
            <ac:spMk id="25" creationId="{A9C1EB2F-7DAD-3EC4-DA6D-07730F37FF98}"/>
          </ac:spMkLst>
        </pc:spChg>
        <pc:spChg chg="mod">
          <ac:chgData name="Nguyen, Tien Long" userId="552c08b3-44b7-4414-8d59-80038a4f13a8" providerId="ADAL" clId="{C49FBE84-300D-41FC-896F-06EAF4F12778}" dt="2026-09-15T03:42:00.656" v="11687" actId="1076"/>
          <ac:spMkLst>
            <pc:docMk/>
            <pc:sldMk cId="2724040132" sldId="333"/>
            <ac:spMk id="26" creationId="{BF33576B-BE74-3E86-27D9-933FFE8EAF56}"/>
          </ac:spMkLst>
        </pc:spChg>
        <pc:spChg chg="add mod">
          <ac:chgData name="Nguyen, Tien Long" userId="552c08b3-44b7-4414-8d59-80038a4f13a8" providerId="ADAL" clId="{C49FBE84-300D-41FC-896F-06EAF4F12778}" dt="2026-09-15T03:42:08.581" v="11693" actId="1076"/>
          <ac:spMkLst>
            <pc:docMk/>
            <pc:sldMk cId="2724040132" sldId="333"/>
            <ac:spMk id="27" creationId="{12EEB096-E330-599A-C9D3-86798878C929}"/>
          </ac:spMkLst>
        </pc:spChg>
        <pc:spChg chg="add del mod">
          <ac:chgData name="Nguyen, Tien Long" userId="552c08b3-44b7-4414-8d59-80038a4f13a8" providerId="ADAL" clId="{C49FBE84-300D-41FC-896F-06EAF4F12778}" dt="2026-09-15T03:40:22.357" v="11669" actId="478"/>
          <ac:spMkLst>
            <pc:docMk/>
            <pc:sldMk cId="2724040132" sldId="333"/>
            <ac:spMk id="28" creationId="{3CE63269-6567-90E3-B8AA-5E8E7587C442}"/>
          </ac:spMkLst>
        </pc:spChg>
        <pc:spChg chg="del">
          <ac:chgData name="Nguyen, Tien Long" userId="552c08b3-44b7-4414-8d59-80038a4f13a8" providerId="ADAL" clId="{C49FBE84-300D-41FC-896F-06EAF4F12778}" dt="2026-09-15T03:40:21.287" v="11668" actId="478"/>
          <ac:spMkLst>
            <pc:docMk/>
            <pc:sldMk cId="2724040132" sldId="333"/>
            <ac:spMk id="29" creationId="{D50F74D0-D041-06B3-AC20-8C052759750E}"/>
          </ac:spMkLst>
        </pc:spChg>
        <pc:spChg chg="del">
          <ac:chgData name="Nguyen, Tien Long" userId="552c08b3-44b7-4414-8d59-80038a4f13a8" providerId="ADAL" clId="{C49FBE84-300D-41FC-896F-06EAF4F12778}" dt="2026-09-15T03:40:27.006" v="11672" actId="478"/>
          <ac:spMkLst>
            <pc:docMk/>
            <pc:sldMk cId="2724040132" sldId="333"/>
            <ac:spMk id="30" creationId="{1273F9F7-05AC-37F3-6AA4-96FAFDF45585}"/>
          </ac:spMkLst>
        </pc:spChg>
        <pc:spChg chg="add mod">
          <ac:chgData name="Nguyen, Tien Long" userId="552c08b3-44b7-4414-8d59-80038a4f13a8" providerId="ADAL" clId="{C49FBE84-300D-41FC-896F-06EAF4F12778}" dt="2026-09-15T03:42:59.051" v="11716" actId="207"/>
          <ac:spMkLst>
            <pc:docMk/>
            <pc:sldMk cId="2724040132" sldId="333"/>
            <ac:spMk id="32" creationId="{D04081E4-CD91-6AA6-58E0-CBE17EB1975E}"/>
          </ac:spMkLst>
        </pc:spChg>
      </pc:sldChg>
      <pc:sldChg chg="addSp delSp modSp add mod delAnim">
        <pc:chgData name="Nguyen, Tien Long" userId="552c08b3-44b7-4414-8d59-80038a4f13a8" providerId="ADAL" clId="{C49FBE84-300D-41FC-896F-06EAF4F12778}" dt="2026-09-15T14:23:47.091" v="12336" actId="29295"/>
        <pc:sldMkLst>
          <pc:docMk/>
          <pc:sldMk cId="3192479414" sldId="334"/>
        </pc:sldMkLst>
        <pc:spChg chg="mod">
          <ac:chgData name="Nguyen, Tien Long" userId="552c08b3-44b7-4414-8d59-80038a4f13a8" providerId="ADAL" clId="{C49FBE84-300D-41FC-896F-06EAF4F12778}" dt="2026-09-14T18:56:46.138" v="9826" actId="20577"/>
          <ac:spMkLst>
            <pc:docMk/>
            <pc:sldMk cId="3192479414" sldId="334"/>
            <ac:spMk id="2" creationId="{3912BC2F-BEFB-6A90-AAA2-BB8211B6B281}"/>
          </ac:spMkLst>
        </pc:spChg>
        <pc:spChg chg="del">
          <ac:chgData name="Nguyen, Tien Long" userId="552c08b3-44b7-4414-8d59-80038a4f13a8" providerId="ADAL" clId="{C49FBE84-300D-41FC-896F-06EAF4F12778}" dt="2026-09-14T18:56:30.797" v="9818" actId="478"/>
          <ac:spMkLst>
            <pc:docMk/>
            <pc:sldMk cId="3192479414" sldId="334"/>
            <ac:spMk id="3" creationId="{A5A5BE65-1E55-B525-1BB1-B7FF0F4F814F}"/>
          </ac:spMkLst>
        </pc:spChg>
        <pc:spChg chg="del">
          <ac:chgData name="Nguyen, Tien Long" userId="552c08b3-44b7-4414-8d59-80038a4f13a8" providerId="ADAL" clId="{C49FBE84-300D-41FC-896F-06EAF4F12778}" dt="2026-09-14T18:56:30.797" v="9818" actId="478"/>
          <ac:spMkLst>
            <pc:docMk/>
            <pc:sldMk cId="3192479414" sldId="334"/>
            <ac:spMk id="4" creationId="{805C049E-7E82-030C-FF96-87C66BC08B59}"/>
          </ac:spMkLst>
        </pc:spChg>
        <pc:spChg chg="add mod">
          <ac:chgData name="Nguyen, Tien Long" userId="552c08b3-44b7-4414-8d59-80038a4f13a8" providerId="ADAL" clId="{C49FBE84-300D-41FC-896F-06EAF4F12778}" dt="2026-09-14T18:59:41.547" v="10016" actId="14100"/>
          <ac:spMkLst>
            <pc:docMk/>
            <pc:sldMk cId="3192479414" sldId="334"/>
            <ac:spMk id="5" creationId="{D6464306-EA88-E453-5F48-5F5FCEFC9FDE}"/>
          </ac:spMkLst>
        </pc:spChg>
        <pc:spChg chg="add mod">
          <ac:chgData name="Nguyen, Tien Long" userId="552c08b3-44b7-4414-8d59-80038a4f13a8" providerId="ADAL" clId="{C49FBE84-300D-41FC-896F-06EAF4F12778}" dt="2026-09-14T19:03:12.421" v="10047" actId="20577"/>
          <ac:spMkLst>
            <pc:docMk/>
            <pc:sldMk cId="3192479414" sldId="334"/>
            <ac:spMk id="6" creationId="{C84FB061-8C32-48F7-5EA6-402496343AED}"/>
          </ac:spMkLst>
        </pc:spChg>
        <pc:spChg chg="del">
          <ac:chgData name="Nguyen, Tien Long" userId="552c08b3-44b7-4414-8d59-80038a4f13a8" providerId="ADAL" clId="{C49FBE84-300D-41FC-896F-06EAF4F12778}" dt="2026-09-14T18:56:30.797" v="9818" actId="478"/>
          <ac:spMkLst>
            <pc:docMk/>
            <pc:sldMk cId="3192479414" sldId="334"/>
            <ac:spMk id="8" creationId="{06A184EF-2ED3-7B8F-FC1B-F9F9B3AD65AF}"/>
          </ac:spMkLst>
        </pc:spChg>
        <pc:spChg chg="del">
          <ac:chgData name="Nguyen, Tien Long" userId="552c08b3-44b7-4414-8d59-80038a4f13a8" providerId="ADAL" clId="{C49FBE84-300D-41FC-896F-06EAF4F12778}" dt="2026-09-14T18:56:30.797" v="9818" actId="478"/>
          <ac:spMkLst>
            <pc:docMk/>
            <pc:sldMk cId="3192479414" sldId="334"/>
            <ac:spMk id="23" creationId="{7CC2068E-CC09-61E0-EF67-B561C3CED7DA}"/>
          </ac:spMkLst>
        </pc:spChg>
        <pc:spChg chg="del">
          <ac:chgData name="Nguyen, Tien Long" userId="552c08b3-44b7-4414-8d59-80038a4f13a8" providerId="ADAL" clId="{C49FBE84-300D-41FC-896F-06EAF4F12778}" dt="2026-09-14T18:56:30.797" v="9818" actId="478"/>
          <ac:spMkLst>
            <pc:docMk/>
            <pc:sldMk cId="3192479414" sldId="334"/>
            <ac:spMk id="26" creationId="{C8FA0944-2035-A49B-9D7F-7CCED8D449F0}"/>
          </ac:spMkLst>
        </pc:spChg>
        <pc:spChg chg="del">
          <ac:chgData name="Nguyen, Tien Long" userId="552c08b3-44b7-4414-8d59-80038a4f13a8" providerId="ADAL" clId="{C49FBE84-300D-41FC-896F-06EAF4F12778}" dt="2026-09-14T18:56:30.797" v="9818" actId="478"/>
          <ac:spMkLst>
            <pc:docMk/>
            <pc:sldMk cId="3192479414" sldId="334"/>
            <ac:spMk id="27" creationId="{B16F9417-EFA8-2C5D-3B04-181A4251F0B8}"/>
          </ac:spMkLst>
        </pc:spChg>
        <pc:spChg chg="del">
          <ac:chgData name="Nguyen, Tien Long" userId="552c08b3-44b7-4414-8d59-80038a4f13a8" providerId="ADAL" clId="{C49FBE84-300D-41FC-896F-06EAF4F12778}" dt="2026-09-14T18:56:30.797" v="9818" actId="478"/>
          <ac:spMkLst>
            <pc:docMk/>
            <pc:sldMk cId="3192479414" sldId="334"/>
            <ac:spMk id="28" creationId="{2A7F82B8-2730-1D8D-0594-53F468F13F32}"/>
          </ac:spMkLst>
        </pc:spChg>
        <pc:spChg chg="del">
          <ac:chgData name="Nguyen, Tien Long" userId="552c08b3-44b7-4414-8d59-80038a4f13a8" providerId="ADAL" clId="{C49FBE84-300D-41FC-896F-06EAF4F12778}" dt="2026-09-14T18:56:30.797" v="9818" actId="478"/>
          <ac:spMkLst>
            <pc:docMk/>
            <pc:sldMk cId="3192479414" sldId="334"/>
            <ac:spMk id="30" creationId="{9BE088D5-FA19-13DB-72F9-E6881A5A583D}"/>
          </ac:spMkLst>
        </pc:spChg>
        <pc:spChg chg="del">
          <ac:chgData name="Nguyen, Tien Long" userId="552c08b3-44b7-4414-8d59-80038a4f13a8" providerId="ADAL" clId="{C49FBE84-300D-41FC-896F-06EAF4F12778}" dt="2026-09-14T18:56:30.797" v="9818" actId="478"/>
          <ac:spMkLst>
            <pc:docMk/>
            <pc:sldMk cId="3192479414" sldId="334"/>
            <ac:spMk id="31" creationId="{0DBB9845-BC4E-8405-AAA5-2F955C4C4B05}"/>
          </ac:spMkLst>
        </pc:spChg>
        <pc:spChg chg="del">
          <ac:chgData name="Nguyen, Tien Long" userId="552c08b3-44b7-4414-8d59-80038a4f13a8" providerId="ADAL" clId="{C49FBE84-300D-41FC-896F-06EAF4F12778}" dt="2026-09-14T18:56:30.797" v="9818" actId="478"/>
          <ac:spMkLst>
            <pc:docMk/>
            <pc:sldMk cId="3192479414" sldId="334"/>
            <ac:spMk id="33" creationId="{BFC50DC9-B96B-4861-B771-1888FBE7F12A}"/>
          </ac:spMkLst>
        </pc:spChg>
        <pc:picChg chg="add mod ord">
          <ac:chgData name="Nguyen, Tien Long" userId="552c08b3-44b7-4414-8d59-80038a4f13a8" providerId="ADAL" clId="{C49FBE84-300D-41FC-896F-06EAF4F12778}" dt="2026-09-15T14:23:47.091" v="12336" actId="29295"/>
          <ac:picMkLst>
            <pc:docMk/>
            <pc:sldMk cId="3192479414" sldId="334"/>
            <ac:picMk id="3" creationId="{F42FC973-094C-7336-31AA-72C7934380A7}"/>
          </ac:picMkLst>
        </pc:picChg>
        <pc:picChg chg="add del mod ord">
          <ac:chgData name="Nguyen, Tien Long" userId="552c08b3-44b7-4414-8d59-80038a4f13a8" providerId="ADAL" clId="{C49FBE84-300D-41FC-896F-06EAF4F12778}" dt="2026-09-14T22:23:58.617" v="11144" actId="478"/>
          <ac:picMkLst>
            <pc:docMk/>
            <pc:sldMk cId="3192479414" sldId="334"/>
            <ac:picMk id="7" creationId="{B8574073-CD61-F75B-E42B-DF92E574267D}"/>
          </ac:picMkLst>
        </pc:picChg>
      </pc:sldChg>
      <pc:sldChg chg="addSp delSp modSp add mod modTransition addAnim delAnim modAnim">
        <pc:chgData name="Nguyen, Tien Long" userId="552c08b3-44b7-4414-8d59-80038a4f13a8" providerId="ADAL" clId="{C49FBE84-300D-41FC-896F-06EAF4F12778}" dt="2026-09-15T04:13:56.334" v="12283"/>
        <pc:sldMkLst>
          <pc:docMk/>
          <pc:sldMk cId="2623925224" sldId="335"/>
        </pc:sldMkLst>
        <pc:spChg chg="mod">
          <ac:chgData name="Nguyen, Tien Long" userId="552c08b3-44b7-4414-8d59-80038a4f13a8" providerId="ADAL" clId="{C49FBE84-300D-41FC-896F-06EAF4F12778}" dt="2026-09-14T20:22:22.619" v="10579" actId="207"/>
          <ac:spMkLst>
            <pc:docMk/>
            <pc:sldMk cId="2623925224" sldId="335"/>
            <ac:spMk id="3" creationId="{517657E4-D98A-AAB6-D145-6DB206C3EF83}"/>
          </ac:spMkLst>
        </pc:spChg>
        <pc:spChg chg="add del mod">
          <ac:chgData name="Nguyen, Tien Long" userId="552c08b3-44b7-4414-8d59-80038a4f13a8" providerId="ADAL" clId="{C49FBE84-300D-41FC-896F-06EAF4F12778}" dt="2026-09-14T19:18:16.634" v="10157" actId="478"/>
          <ac:spMkLst>
            <pc:docMk/>
            <pc:sldMk cId="2623925224" sldId="335"/>
            <ac:spMk id="8" creationId="{8BD8CD47-A563-8018-10D7-A7DA9174D4A2}"/>
          </ac:spMkLst>
        </pc:spChg>
        <pc:spChg chg="add del mod">
          <ac:chgData name="Nguyen, Tien Long" userId="552c08b3-44b7-4414-8d59-80038a4f13a8" providerId="ADAL" clId="{C49FBE84-300D-41FC-896F-06EAF4F12778}" dt="2026-09-14T19:20:29.468" v="10176" actId="478"/>
          <ac:spMkLst>
            <pc:docMk/>
            <pc:sldMk cId="2623925224" sldId="335"/>
            <ac:spMk id="12" creationId="{5A76CBDD-944A-7539-C20E-7947725000FB}"/>
          </ac:spMkLst>
        </pc:spChg>
        <pc:spChg chg="mod">
          <ac:chgData name="Nguyen, Tien Long" userId="552c08b3-44b7-4414-8d59-80038a4f13a8" providerId="ADAL" clId="{C49FBE84-300D-41FC-896F-06EAF4F12778}" dt="2026-09-14T20:22:26.606" v="10580" actId="207"/>
          <ac:spMkLst>
            <pc:docMk/>
            <pc:sldMk cId="2623925224" sldId="335"/>
            <ac:spMk id="26" creationId="{123DA544-0320-DCBF-18DC-56FC89F2C753}"/>
          </ac:spMkLst>
        </pc:spChg>
        <pc:spChg chg="add del mod">
          <ac:chgData name="Nguyen, Tien Long" userId="552c08b3-44b7-4414-8d59-80038a4f13a8" providerId="ADAL" clId="{C49FBE84-300D-41FC-896F-06EAF4F12778}" dt="2026-09-14T19:21:06.125" v="10183" actId="478"/>
          <ac:spMkLst>
            <pc:docMk/>
            <pc:sldMk cId="2623925224" sldId="335"/>
            <ac:spMk id="28" creationId="{D887A2A2-6E67-0096-8371-A5C7F66B3378}"/>
          </ac:spMkLst>
        </pc:spChg>
        <pc:spChg chg="mod">
          <ac:chgData name="Nguyen, Tien Long" userId="552c08b3-44b7-4414-8d59-80038a4f13a8" providerId="ADAL" clId="{C49FBE84-300D-41FC-896F-06EAF4F12778}" dt="2026-09-14T20:22:35.416" v="10581" actId="207"/>
          <ac:spMkLst>
            <pc:docMk/>
            <pc:sldMk cId="2623925224" sldId="335"/>
            <ac:spMk id="30" creationId="{2E101BF4-188E-97BB-4958-7D8B1C128B44}"/>
          </ac:spMkLst>
        </pc:spChg>
        <pc:spChg chg="add del mod">
          <ac:chgData name="Nguyen, Tien Long" userId="552c08b3-44b7-4414-8d59-80038a4f13a8" providerId="ADAL" clId="{C49FBE84-300D-41FC-896F-06EAF4F12778}" dt="2026-09-14T19:21:33.387" v="10188" actId="478"/>
          <ac:spMkLst>
            <pc:docMk/>
            <pc:sldMk cId="2623925224" sldId="335"/>
            <ac:spMk id="33" creationId="{C991DBBA-760A-2DCA-46E5-27B4E449D54C}"/>
          </ac:spMkLst>
        </pc:spChg>
        <pc:spChg chg="add del mod">
          <ac:chgData name="Nguyen, Tien Long" userId="552c08b3-44b7-4414-8d59-80038a4f13a8" providerId="ADAL" clId="{C49FBE84-300D-41FC-896F-06EAF4F12778}" dt="2026-09-14T19:23:24.932" v="10214" actId="478"/>
          <ac:spMkLst>
            <pc:docMk/>
            <pc:sldMk cId="2623925224" sldId="335"/>
            <ac:spMk id="36" creationId="{E5087135-7B23-5B49-1A0E-8248F26A1C3A}"/>
          </ac:spMkLst>
        </pc:spChg>
        <pc:spChg chg="add del">
          <ac:chgData name="Nguyen, Tien Long" userId="552c08b3-44b7-4414-8d59-80038a4f13a8" providerId="ADAL" clId="{C49FBE84-300D-41FC-896F-06EAF4F12778}" dt="2026-09-14T19:23:08.415" v="10208" actId="22"/>
          <ac:spMkLst>
            <pc:docMk/>
            <pc:sldMk cId="2623925224" sldId="335"/>
            <ac:spMk id="43" creationId="{C1D111CB-6B0A-FCE9-9C3C-C17AF4B708CE}"/>
          </ac:spMkLst>
        </pc:spChg>
        <pc:spChg chg="add del mod">
          <ac:chgData name="Nguyen, Tien Long" userId="552c08b3-44b7-4414-8d59-80038a4f13a8" providerId="ADAL" clId="{C49FBE84-300D-41FC-896F-06EAF4F12778}" dt="2026-09-14T19:24:09.910" v="10226" actId="478"/>
          <ac:spMkLst>
            <pc:docMk/>
            <pc:sldMk cId="2623925224" sldId="335"/>
            <ac:spMk id="51" creationId="{CDD8FB7B-B619-D16F-23A9-D984D158C77C}"/>
          </ac:spMkLst>
        </pc:spChg>
        <pc:spChg chg="mod">
          <ac:chgData name="Nguyen, Tien Long" userId="552c08b3-44b7-4414-8d59-80038a4f13a8" providerId="ADAL" clId="{C49FBE84-300D-41FC-896F-06EAF4F12778}" dt="2026-09-14T20:22:06.160" v="10576" actId="207"/>
          <ac:spMkLst>
            <pc:docMk/>
            <pc:sldMk cId="2623925224" sldId="335"/>
            <ac:spMk id="56" creationId="{E8D04D21-3431-45F8-1AA8-B7901E3EA9FA}"/>
          </ac:spMkLst>
        </pc:spChg>
        <pc:spChg chg="mod">
          <ac:chgData name="Nguyen, Tien Long" userId="552c08b3-44b7-4414-8d59-80038a4f13a8" providerId="ADAL" clId="{C49FBE84-300D-41FC-896F-06EAF4F12778}" dt="2026-09-14T20:22:10.628" v="10577" actId="207"/>
          <ac:spMkLst>
            <pc:docMk/>
            <pc:sldMk cId="2623925224" sldId="335"/>
            <ac:spMk id="103" creationId="{89305EBD-C45A-446D-5E44-781CD2CE8CBB}"/>
          </ac:spMkLst>
        </pc:spChg>
        <pc:spChg chg="mod">
          <ac:chgData name="Nguyen, Tien Long" userId="552c08b3-44b7-4414-8d59-80038a4f13a8" providerId="ADAL" clId="{C49FBE84-300D-41FC-896F-06EAF4F12778}" dt="2026-09-14T20:22:16" v="10578" actId="207"/>
          <ac:spMkLst>
            <pc:docMk/>
            <pc:sldMk cId="2623925224" sldId="335"/>
            <ac:spMk id="106" creationId="{BC5F74ED-9BB4-D7FA-03A2-52ABD675C9BA}"/>
          </ac:spMkLst>
        </pc:spChg>
        <pc:cxnChg chg="add mod">
          <ac:chgData name="Nguyen, Tien Long" userId="552c08b3-44b7-4414-8d59-80038a4f13a8" providerId="ADAL" clId="{C49FBE84-300D-41FC-896F-06EAF4F12778}" dt="2026-09-14T19:19:57.691" v="10170" actId="208"/>
          <ac:cxnSpMkLst>
            <pc:docMk/>
            <pc:sldMk cId="2623925224" sldId="335"/>
            <ac:cxnSpMk id="14" creationId="{202BE44D-C0D7-C817-0FD2-BC8EB9B4B92C}"/>
          </ac:cxnSpMkLst>
        </pc:cxnChg>
        <pc:cxnChg chg="add mod">
          <ac:chgData name="Nguyen, Tien Long" userId="552c08b3-44b7-4414-8d59-80038a4f13a8" providerId="ADAL" clId="{C49FBE84-300D-41FC-896F-06EAF4F12778}" dt="2026-09-14T19:20:23.781" v="10175" actId="208"/>
          <ac:cxnSpMkLst>
            <pc:docMk/>
            <pc:sldMk cId="2623925224" sldId="335"/>
            <ac:cxnSpMk id="24" creationId="{8CA383FC-D1F6-1E55-A4A9-1CF350B991F8}"/>
          </ac:cxnSpMkLst>
        </pc:cxnChg>
        <pc:cxnChg chg="add mod">
          <ac:chgData name="Nguyen, Tien Long" userId="552c08b3-44b7-4414-8d59-80038a4f13a8" providerId="ADAL" clId="{C49FBE84-300D-41FC-896F-06EAF4F12778}" dt="2026-09-14T19:20:54.210" v="10181" actId="1076"/>
          <ac:cxnSpMkLst>
            <pc:docMk/>
            <pc:sldMk cId="2623925224" sldId="335"/>
            <ac:cxnSpMk id="29" creationId="{EF1F01BC-E6B0-A1B5-2A63-887F5E3E24E7}"/>
          </ac:cxnSpMkLst>
        </pc:cxnChg>
        <pc:cxnChg chg="add mod">
          <ac:chgData name="Nguyen, Tien Long" userId="552c08b3-44b7-4414-8d59-80038a4f13a8" providerId="ADAL" clId="{C49FBE84-300D-41FC-896F-06EAF4F12778}" dt="2026-09-14T19:21:28.539" v="10187" actId="1076"/>
          <ac:cxnSpMkLst>
            <pc:docMk/>
            <pc:sldMk cId="2623925224" sldId="335"/>
            <ac:cxnSpMk id="34" creationId="{98FE80F8-B22F-0B29-918F-D061C7FA9B21}"/>
          </ac:cxnSpMkLst>
        </pc:cxnChg>
        <pc:cxnChg chg="add mod">
          <ac:chgData name="Nguyen, Tien Long" userId="552c08b3-44b7-4414-8d59-80038a4f13a8" providerId="ADAL" clId="{C49FBE84-300D-41FC-896F-06EAF4F12778}" dt="2026-09-14T19:22:08.249" v="10194" actId="1076"/>
          <ac:cxnSpMkLst>
            <pc:docMk/>
            <pc:sldMk cId="2623925224" sldId="335"/>
            <ac:cxnSpMk id="38" creationId="{B02D8804-0300-05FA-7CC7-1B149CDC674A}"/>
          </ac:cxnSpMkLst>
        </pc:cxnChg>
        <pc:cxnChg chg="add mod">
          <ac:chgData name="Nguyen, Tien Long" userId="552c08b3-44b7-4414-8d59-80038a4f13a8" providerId="ADAL" clId="{C49FBE84-300D-41FC-896F-06EAF4F12778}" dt="2026-09-14T19:22:16.911" v="10196"/>
          <ac:cxnSpMkLst>
            <pc:docMk/>
            <pc:sldMk cId="2623925224" sldId="335"/>
            <ac:cxnSpMk id="39" creationId="{8D7031E0-880E-7E0D-906C-4E21CCACFEC5}"/>
          </ac:cxnSpMkLst>
        </pc:cxnChg>
        <pc:cxnChg chg="add mod">
          <ac:chgData name="Nguyen, Tien Long" userId="552c08b3-44b7-4414-8d59-80038a4f13a8" providerId="ADAL" clId="{C49FBE84-300D-41FC-896F-06EAF4F12778}" dt="2026-09-14T19:22:44.106" v="10203" actId="1076"/>
          <ac:cxnSpMkLst>
            <pc:docMk/>
            <pc:sldMk cId="2623925224" sldId="335"/>
            <ac:cxnSpMk id="40" creationId="{3573FCF7-D4FB-7CE9-E736-79C102B25481}"/>
          </ac:cxnSpMkLst>
        </pc:cxnChg>
        <pc:cxnChg chg="add mod">
          <ac:chgData name="Nguyen, Tien Long" userId="552c08b3-44b7-4414-8d59-80038a4f13a8" providerId="ADAL" clId="{C49FBE84-300D-41FC-896F-06EAF4F12778}" dt="2026-09-14T19:23:18.373" v="10212" actId="1076"/>
          <ac:cxnSpMkLst>
            <pc:docMk/>
            <pc:sldMk cId="2623925224" sldId="335"/>
            <ac:cxnSpMk id="45" creationId="{6D6A0712-BD92-14B8-B818-E5A54849E82A}"/>
          </ac:cxnSpMkLst>
        </pc:cxnChg>
        <pc:cxnChg chg="add mod">
          <ac:chgData name="Nguyen, Tien Long" userId="552c08b3-44b7-4414-8d59-80038a4f13a8" providerId="ADAL" clId="{C49FBE84-300D-41FC-896F-06EAF4F12778}" dt="2026-09-14T19:23:39.568" v="10218" actId="1076"/>
          <ac:cxnSpMkLst>
            <pc:docMk/>
            <pc:sldMk cId="2623925224" sldId="335"/>
            <ac:cxnSpMk id="53" creationId="{4F998590-90F9-7DD3-8B28-D6F14C1757BF}"/>
          </ac:cxnSpMkLst>
        </pc:cxnChg>
        <pc:cxnChg chg="add mod">
          <ac:chgData name="Nguyen, Tien Long" userId="552c08b3-44b7-4414-8d59-80038a4f13a8" providerId="ADAL" clId="{C49FBE84-300D-41FC-896F-06EAF4F12778}" dt="2026-09-14T19:24:07.934" v="10225" actId="1076"/>
          <ac:cxnSpMkLst>
            <pc:docMk/>
            <pc:sldMk cId="2623925224" sldId="335"/>
            <ac:cxnSpMk id="58" creationId="{8D06DA53-92D6-5000-B445-584FC78835BF}"/>
          </ac:cxnSpMkLst>
        </pc:cxnChg>
        <pc:cxnChg chg="add mod">
          <ac:chgData name="Nguyen, Tien Long" userId="552c08b3-44b7-4414-8d59-80038a4f13a8" providerId="ADAL" clId="{C49FBE84-300D-41FC-896F-06EAF4F12778}" dt="2026-09-14T19:27:54.420" v="10252"/>
          <ac:cxnSpMkLst>
            <pc:docMk/>
            <pc:sldMk cId="2623925224" sldId="335"/>
            <ac:cxnSpMk id="62" creationId="{43AE02EF-2C78-9BD0-7020-FBF3260FBB3D}"/>
          </ac:cxnSpMkLst>
        </pc:cxnChg>
        <pc:cxnChg chg="add del mod">
          <ac:chgData name="Nguyen, Tien Long" userId="552c08b3-44b7-4414-8d59-80038a4f13a8" providerId="ADAL" clId="{C49FBE84-300D-41FC-896F-06EAF4F12778}" dt="2026-09-14T19:27:27.384" v="10247" actId="478"/>
          <ac:cxnSpMkLst>
            <pc:docMk/>
            <pc:sldMk cId="2623925224" sldId="335"/>
            <ac:cxnSpMk id="69" creationId="{AD1A9E06-37FB-375B-8E33-F1B9060E61F7}"/>
          </ac:cxnSpMkLst>
        </pc:cxnChg>
        <pc:cxnChg chg="add mod">
          <ac:chgData name="Nguyen, Tien Long" userId="552c08b3-44b7-4414-8d59-80038a4f13a8" providerId="ADAL" clId="{C49FBE84-300D-41FC-896F-06EAF4F12778}" dt="2026-09-14T19:28:04.271" v="10253"/>
          <ac:cxnSpMkLst>
            <pc:docMk/>
            <pc:sldMk cId="2623925224" sldId="335"/>
            <ac:cxnSpMk id="75" creationId="{3B97423D-B44B-5B23-DB68-9BB1B6609E71}"/>
          </ac:cxnSpMkLst>
        </pc:cxnChg>
        <pc:cxnChg chg="add mod">
          <ac:chgData name="Nguyen, Tien Long" userId="552c08b3-44b7-4414-8d59-80038a4f13a8" providerId="ADAL" clId="{C49FBE84-300D-41FC-896F-06EAF4F12778}" dt="2026-09-14T19:28:11.343" v="10255" actId="1076"/>
          <ac:cxnSpMkLst>
            <pc:docMk/>
            <pc:sldMk cId="2623925224" sldId="335"/>
            <ac:cxnSpMk id="78" creationId="{D941C34D-A592-B052-7D24-A678E4A95DA7}"/>
          </ac:cxnSpMkLst>
        </pc:cxnChg>
        <pc:cxnChg chg="add mod">
          <ac:chgData name="Nguyen, Tien Long" userId="552c08b3-44b7-4414-8d59-80038a4f13a8" providerId="ADAL" clId="{C49FBE84-300D-41FC-896F-06EAF4F12778}" dt="2026-09-14T19:28:17.376" v="10257" actId="1076"/>
          <ac:cxnSpMkLst>
            <pc:docMk/>
            <pc:sldMk cId="2623925224" sldId="335"/>
            <ac:cxnSpMk id="79" creationId="{37D5E661-8AB5-304C-CE9C-CCA24C1DCE5F}"/>
          </ac:cxnSpMkLst>
        </pc:cxnChg>
        <pc:cxnChg chg="add mod">
          <ac:chgData name="Nguyen, Tien Long" userId="552c08b3-44b7-4414-8d59-80038a4f13a8" providerId="ADAL" clId="{C49FBE84-300D-41FC-896F-06EAF4F12778}" dt="2026-09-14T19:28:29.682" v="10262" actId="14100"/>
          <ac:cxnSpMkLst>
            <pc:docMk/>
            <pc:sldMk cId="2623925224" sldId="335"/>
            <ac:cxnSpMk id="80" creationId="{9966B541-17E3-F852-F203-17F9E60CB3FD}"/>
          </ac:cxnSpMkLst>
        </pc:cxnChg>
        <pc:cxnChg chg="add mod">
          <ac:chgData name="Nguyen, Tien Long" userId="552c08b3-44b7-4414-8d59-80038a4f13a8" providerId="ADAL" clId="{C49FBE84-300D-41FC-896F-06EAF4F12778}" dt="2026-09-14T19:28:41.795" v="10265" actId="14100"/>
          <ac:cxnSpMkLst>
            <pc:docMk/>
            <pc:sldMk cId="2623925224" sldId="335"/>
            <ac:cxnSpMk id="85" creationId="{82AB5F1E-0DBB-2AEE-E381-833BC409292E}"/>
          </ac:cxnSpMkLst>
        </pc:cxnChg>
        <pc:cxnChg chg="add mod">
          <ac:chgData name="Nguyen, Tien Long" userId="552c08b3-44b7-4414-8d59-80038a4f13a8" providerId="ADAL" clId="{C49FBE84-300D-41FC-896F-06EAF4F12778}" dt="2026-09-14T19:29:58.878" v="10267" actId="1076"/>
          <ac:cxnSpMkLst>
            <pc:docMk/>
            <pc:sldMk cId="2623925224" sldId="335"/>
            <ac:cxnSpMk id="89" creationId="{CA3AB504-0A5D-D137-7DA2-B5845B817F9C}"/>
          </ac:cxnSpMkLst>
        </pc:cxnChg>
        <pc:cxnChg chg="add mod">
          <ac:chgData name="Nguyen, Tien Long" userId="552c08b3-44b7-4414-8d59-80038a4f13a8" providerId="ADAL" clId="{C49FBE84-300D-41FC-896F-06EAF4F12778}" dt="2026-09-14T19:30:03.763" v="10269" actId="1076"/>
          <ac:cxnSpMkLst>
            <pc:docMk/>
            <pc:sldMk cId="2623925224" sldId="335"/>
            <ac:cxnSpMk id="91" creationId="{AB1F54E6-A481-F1CF-D4E4-B9F622DB8C25}"/>
          </ac:cxnSpMkLst>
        </pc:cxnChg>
        <pc:cxnChg chg="add mod">
          <ac:chgData name="Nguyen, Tien Long" userId="552c08b3-44b7-4414-8d59-80038a4f13a8" providerId="ADAL" clId="{C49FBE84-300D-41FC-896F-06EAF4F12778}" dt="2026-09-14T19:30:09.470" v="10272" actId="14100"/>
          <ac:cxnSpMkLst>
            <pc:docMk/>
            <pc:sldMk cId="2623925224" sldId="335"/>
            <ac:cxnSpMk id="93" creationId="{A19074D7-DF9F-76C4-6536-C6725D314387}"/>
          </ac:cxnSpMkLst>
        </pc:cxnChg>
        <pc:cxnChg chg="add mod">
          <ac:chgData name="Nguyen, Tien Long" userId="552c08b3-44b7-4414-8d59-80038a4f13a8" providerId="ADAL" clId="{C49FBE84-300D-41FC-896F-06EAF4F12778}" dt="2026-09-14T19:30:14.114" v="10274" actId="1076"/>
          <ac:cxnSpMkLst>
            <pc:docMk/>
            <pc:sldMk cId="2623925224" sldId="335"/>
            <ac:cxnSpMk id="97" creationId="{630DF7F4-4F57-C4CB-150D-BEB763EB599E}"/>
          </ac:cxnSpMkLst>
        </pc:cxnChg>
      </pc:sldChg>
      <pc:sldChg chg="addSp delSp modSp add mod delAnim">
        <pc:chgData name="Nguyen, Tien Long" userId="552c08b3-44b7-4414-8d59-80038a4f13a8" providerId="ADAL" clId="{C49FBE84-300D-41FC-896F-06EAF4F12778}" dt="2026-09-14T21:18:00.175" v="11135" actId="20577"/>
        <pc:sldMkLst>
          <pc:docMk/>
          <pc:sldMk cId="4041735204" sldId="336"/>
        </pc:sldMkLst>
        <pc:spChg chg="mod">
          <ac:chgData name="Nguyen, Tien Long" userId="552c08b3-44b7-4414-8d59-80038a4f13a8" providerId="ADAL" clId="{C49FBE84-300D-41FC-896F-06EAF4F12778}" dt="2026-09-14T20:33:21.207" v="10616" actId="20577"/>
          <ac:spMkLst>
            <pc:docMk/>
            <pc:sldMk cId="4041735204" sldId="336"/>
            <ac:spMk id="2" creationId="{5C23C7AA-A113-5D81-6079-14977CD78861}"/>
          </ac:spMkLst>
        </pc:spChg>
        <pc:spChg chg="del">
          <ac:chgData name="Nguyen, Tien Long" userId="552c08b3-44b7-4414-8d59-80038a4f13a8" providerId="ADAL" clId="{C49FBE84-300D-41FC-896F-06EAF4F12778}" dt="2026-09-14T20:33:28.756" v="10617" actId="478"/>
          <ac:spMkLst>
            <pc:docMk/>
            <pc:sldMk cId="4041735204" sldId="336"/>
            <ac:spMk id="3" creationId="{AE6E7C4D-26F8-4653-CC4E-0680E26557C6}"/>
          </ac:spMkLst>
        </pc:spChg>
        <pc:spChg chg="del">
          <ac:chgData name="Nguyen, Tien Long" userId="552c08b3-44b7-4414-8d59-80038a4f13a8" providerId="ADAL" clId="{C49FBE84-300D-41FC-896F-06EAF4F12778}" dt="2026-09-14T20:33:28.756" v="10617" actId="478"/>
          <ac:spMkLst>
            <pc:docMk/>
            <pc:sldMk cId="4041735204" sldId="336"/>
            <ac:spMk id="4" creationId="{ADF0B47D-20F5-2782-386C-A38EEBA22A60}"/>
          </ac:spMkLst>
        </pc:spChg>
        <pc:spChg chg="del">
          <ac:chgData name="Nguyen, Tien Long" userId="552c08b3-44b7-4414-8d59-80038a4f13a8" providerId="ADAL" clId="{C49FBE84-300D-41FC-896F-06EAF4F12778}" dt="2026-09-14T20:33:28.756" v="10617" actId="478"/>
          <ac:spMkLst>
            <pc:docMk/>
            <pc:sldMk cId="4041735204" sldId="336"/>
            <ac:spMk id="5" creationId="{B6996D46-AD3F-5013-BF63-B2FEE07944C1}"/>
          </ac:spMkLst>
        </pc:spChg>
        <pc:spChg chg="add del mod">
          <ac:chgData name="Nguyen, Tien Long" userId="552c08b3-44b7-4414-8d59-80038a4f13a8" providerId="ADAL" clId="{C49FBE84-300D-41FC-896F-06EAF4F12778}" dt="2026-09-14T20:33:43.432" v="10620" actId="478"/>
          <ac:spMkLst>
            <pc:docMk/>
            <pc:sldMk cId="4041735204" sldId="336"/>
            <ac:spMk id="6" creationId="{1801208A-9F5A-2F37-3DD0-4A23F9674861}"/>
          </ac:spMkLst>
        </pc:spChg>
        <pc:spChg chg="del">
          <ac:chgData name="Nguyen, Tien Long" userId="552c08b3-44b7-4414-8d59-80038a4f13a8" providerId="ADAL" clId="{C49FBE84-300D-41FC-896F-06EAF4F12778}" dt="2026-09-14T20:33:28.756" v="10617" actId="478"/>
          <ac:spMkLst>
            <pc:docMk/>
            <pc:sldMk cId="4041735204" sldId="336"/>
            <ac:spMk id="8" creationId="{DB7B9BFF-9FA1-9903-86DA-A25A64CD5AF3}"/>
          </ac:spMkLst>
        </pc:spChg>
        <pc:spChg chg="del">
          <ac:chgData name="Nguyen, Tien Long" userId="552c08b3-44b7-4414-8d59-80038a4f13a8" providerId="ADAL" clId="{C49FBE84-300D-41FC-896F-06EAF4F12778}" dt="2026-09-14T20:33:28.756" v="10617" actId="478"/>
          <ac:spMkLst>
            <pc:docMk/>
            <pc:sldMk cId="4041735204" sldId="336"/>
            <ac:spMk id="9" creationId="{7D629BF0-AF32-0BB4-FABC-DCEFDE2B47DD}"/>
          </ac:spMkLst>
        </pc:spChg>
        <pc:spChg chg="del">
          <ac:chgData name="Nguyen, Tien Long" userId="552c08b3-44b7-4414-8d59-80038a4f13a8" providerId="ADAL" clId="{C49FBE84-300D-41FC-896F-06EAF4F12778}" dt="2026-09-14T20:33:28.756" v="10617" actId="478"/>
          <ac:spMkLst>
            <pc:docMk/>
            <pc:sldMk cId="4041735204" sldId="336"/>
            <ac:spMk id="10" creationId="{7D5A0A1C-1795-F0D6-C018-A0A3D8645D2F}"/>
          </ac:spMkLst>
        </pc:spChg>
        <pc:spChg chg="del">
          <ac:chgData name="Nguyen, Tien Long" userId="552c08b3-44b7-4414-8d59-80038a4f13a8" providerId="ADAL" clId="{C49FBE84-300D-41FC-896F-06EAF4F12778}" dt="2026-09-14T20:33:28.756" v="10617" actId="478"/>
          <ac:spMkLst>
            <pc:docMk/>
            <pc:sldMk cId="4041735204" sldId="336"/>
            <ac:spMk id="11" creationId="{0A7B500D-37D0-E80C-D460-43377F074056}"/>
          </ac:spMkLst>
        </pc:spChg>
        <pc:spChg chg="add mod">
          <ac:chgData name="Nguyen, Tien Long" userId="552c08b3-44b7-4414-8d59-80038a4f13a8" providerId="ADAL" clId="{C49FBE84-300D-41FC-896F-06EAF4F12778}" dt="2026-09-14T20:38:31.042" v="10908" actId="207"/>
          <ac:spMkLst>
            <pc:docMk/>
            <pc:sldMk cId="4041735204" sldId="336"/>
            <ac:spMk id="12" creationId="{7AEDBAE1-6556-CE46-F35A-D3E28438FCAA}"/>
          </ac:spMkLst>
        </pc:spChg>
        <pc:spChg chg="del">
          <ac:chgData name="Nguyen, Tien Long" userId="552c08b3-44b7-4414-8d59-80038a4f13a8" providerId="ADAL" clId="{C49FBE84-300D-41FC-896F-06EAF4F12778}" dt="2026-09-14T20:33:28.756" v="10617" actId="478"/>
          <ac:spMkLst>
            <pc:docMk/>
            <pc:sldMk cId="4041735204" sldId="336"/>
            <ac:spMk id="13" creationId="{5C564837-D8FA-9796-8847-49B8044C7A1E}"/>
          </ac:spMkLst>
        </pc:spChg>
        <pc:spChg chg="del">
          <ac:chgData name="Nguyen, Tien Long" userId="552c08b3-44b7-4414-8d59-80038a4f13a8" providerId="ADAL" clId="{C49FBE84-300D-41FC-896F-06EAF4F12778}" dt="2026-09-14T20:33:28.756" v="10617" actId="478"/>
          <ac:spMkLst>
            <pc:docMk/>
            <pc:sldMk cId="4041735204" sldId="336"/>
            <ac:spMk id="14" creationId="{8EB4D05D-5359-F067-5049-CB3C1A19105A}"/>
          </ac:spMkLst>
        </pc:spChg>
        <pc:spChg chg="del">
          <ac:chgData name="Nguyen, Tien Long" userId="552c08b3-44b7-4414-8d59-80038a4f13a8" providerId="ADAL" clId="{C49FBE84-300D-41FC-896F-06EAF4F12778}" dt="2026-09-14T20:33:28.756" v="10617" actId="478"/>
          <ac:spMkLst>
            <pc:docMk/>
            <pc:sldMk cId="4041735204" sldId="336"/>
            <ac:spMk id="15" creationId="{B28CFE73-AFAA-4ECD-EC85-0F18EAB11B09}"/>
          </ac:spMkLst>
        </pc:spChg>
        <pc:spChg chg="add mod">
          <ac:chgData name="Nguyen, Tien Long" userId="552c08b3-44b7-4414-8d59-80038a4f13a8" providerId="ADAL" clId="{C49FBE84-300D-41FC-896F-06EAF4F12778}" dt="2026-09-14T20:42:19.628" v="11069" actId="20577"/>
          <ac:spMkLst>
            <pc:docMk/>
            <pc:sldMk cId="4041735204" sldId="336"/>
            <ac:spMk id="17" creationId="{6E718106-D68B-CDCD-CE03-D52C31918548}"/>
          </ac:spMkLst>
        </pc:spChg>
        <pc:spChg chg="add mod">
          <ac:chgData name="Nguyen, Tien Long" userId="552c08b3-44b7-4414-8d59-80038a4f13a8" providerId="ADAL" clId="{C49FBE84-300D-41FC-896F-06EAF4F12778}" dt="2026-09-14T20:42:42.649" v="11082" actId="20577"/>
          <ac:spMkLst>
            <pc:docMk/>
            <pc:sldMk cId="4041735204" sldId="336"/>
            <ac:spMk id="19" creationId="{776D257B-6821-76A6-F4E8-B0CCC21FF67F}"/>
          </ac:spMkLst>
        </pc:spChg>
        <pc:spChg chg="add mod">
          <ac:chgData name="Nguyen, Tien Long" userId="552c08b3-44b7-4414-8d59-80038a4f13a8" providerId="ADAL" clId="{C49FBE84-300D-41FC-896F-06EAF4F12778}" dt="2026-09-14T21:18:00.175" v="11135" actId="20577"/>
          <ac:spMkLst>
            <pc:docMk/>
            <pc:sldMk cId="4041735204" sldId="336"/>
            <ac:spMk id="21" creationId="{84A97D8B-CA23-B452-C1E0-A311A03381ED}"/>
          </ac:spMkLst>
        </pc:spChg>
      </pc:sldChg>
      <pc:sldChg chg="modSp add del mod">
        <pc:chgData name="Nguyen, Tien Long" userId="552c08b3-44b7-4414-8d59-80038a4f13a8" providerId="ADAL" clId="{C49FBE84-300D-41FC-896F-06EAF4F12778}" dt="2026-09-15T03:30:47.856" v="11492" actId="47"/>
        <pc:sldMkLst>
          <pc:docMk/>
          <pc:sldMk cId="1066370499" sldId="337"/>
        </pc:sldMkLst>
        <pc:spChg chg="mod">
          <ac:chgData name="Nguyen, Tien Long" userId="552c08b3-44b7-4414-8d59-80038a4f13a8" providerId="ADAL" clId="{C49FBE84-300D-41FC-896F-06EAF4F12778}" dt="2026-09-15T03:28:19.484" v="11436" actId="207"/>
          <ac:spMkLst>
            <pc:docMk/>
            <pc:sldMk cId="1066370499" sldId="337"/>
            <ac:spMk id="10" creationId="{1EF1FEE2-1C9C-5C31-B334-B34CAB14930A}"/>
          </ac:spMkLst>
        </pc:spChg>
        <pc:spChg chg="mod">
          <ac:chgData name="Nguyen, Tien Long" userId="552c08b3-44b7-4414-8d59-80038a4f13a8" providerId="ADAL" clId="{C49FBE84-300D-41FC-896F-06EAF4F12778}" dt="2026-09-15T03:28:56.049" v="11474" actId="1076"/>
          <ac:spMkLst>
            <pc:docMk/>
            <pc:sldMk cId="1066370499" sldId="337"/>
            <ac:spMk id="14" creationId="{5E872A55-720C-4DE3-EBDA-5F366AF535B1}"/>
          </ac:spMkLst>
        </pc:spChg>
      </pc:sldChg>
      <pc:sldChg chg="addSp delSp modSp add mod delAnim modAnim">
        <pc:chgData name="Nguyen, Tien Long" userId="552c08b3-44b7-4414-8d59-80038a4f13a8" providerId="ADAL" clId="{C49FBE84-300D-41FC-896F-06EAF4F12778}" dt="2026-09-15T03:39:46.120" v="11665" actId="20577"/>
        <pc:sldMkLst>
          <pc:docMk/>
          <pc:sldMk cId="363372542" sldId="338"/>
        </pc:sldMkLst>
        <pc:spChg chg="mod">
          <ac:chgData name="Nguyen, Tien Long" userId="552c08b3-44b7-4414-8d59-80038a4f13a8" providerId="ADAL" clId="{C49FBE84-300D-41FC-896F-06EAF4F12778}" dt="2026-09-15T03:39:46.120" v="11665" actId="20577"/>
          <ac:spMkLst>
            <pc:docMk/>
            <pc:sldMk cId="363372542" sldId="338"/>
            <ac:spMk id="2" creationId="{CA6D1DB2-A86B-89BA-C01F-D425DEB57178}"/>
          </ac:spMkLst>
        </pc:spChg>
        <pc:spChg chg="add mod">
          <ac:chgData name="Nguyen, Tien Long" userId="552c08b3-44b7-4414-8d59-80038a4f13a8" providerId="ADAL" clId="{C49FBE84-300D-41FC-896F-06EAF4F12778}" dt="2026-09-15T03:32:03.076" v="11493" actId="1076"/>
          <ac:spMkLst>
            <pc:docMk/>
            <pc:sldMk cId="363372542" sldId="338"/>
            <ac:spMk id="4" creationId="{204533BF-CCC8-8B5F-6707-BAEB67F761CC}"/>
          </ac:spMkLst>
        </pc:spChg>
        <pc:spChg chg="add mod">
          <ac:chgData name="Nguyen, Tien Long" userId="552c08b3-44b7-4414-8d59-80038a4f13a8" providerId="ADAL" clId="{C49FBE84-300D-41FC-896F-06EAF4F12778}" dt="2026-09-15T03:33:29.556" v="11568" actId="20577"/>
          <ac:spMkLst>
            <pc:docMk/>
            <pc:sldMk cId="363372542" sldId="338"/>
            <ac:spMk id="6" creationId="{8B93C0E4-AA52-436F-FF3E-77B02ECCA5FA}"/>
          </ac:spMkLst>
        </pc:spChg>
        <pc:spChg chg="del">
          <ac:chgData name="Nguyen, Tien Long" userId="552c08b3-44b7-4414-8d59-80038a4f13a8" providerId="ADAL" clId="{C49FBE84-300D-41FC-896F-06EAF4F12778}" dt="2026-09-15T03:33:54.751" v="11570" actId="478"/>
          <ac:spMkLst>
            <pc:docMk/>
            <pc:sldMk cId="363372542" sldId="338"/>
            <ac:spMk id="16" creationId="{77A81462-0028-2859-116F-0E60B42ADD1C}"/>
          </ac:spMkLst>
        </pc:spChg>
        <pc:spChg chg="del">
          <ac:chgData name="Nguyen, Tien Long" userId="552c08b3-44b7-4414-8d59-80038a4f13a8" providerId="ADAL" clId="{C49FBE84-300D-41FC-896F-06EAF4F12778}" dt="2026-09-15T03:30:19.184" v="11485" actId="478"/>
          <ac:spMkLst>
            <pc:docMk/>
            <pc:sldMk cId="363372542" sldId="338"/>
            <ac:spMk id="18" creationId="{81BD7F19-6B11-B596-CA33-B22C998E5BDC}"/>
          </ac:spMkLst>
        </pc:spChg>
        <pc:spChg chg="del">
          <ac:chgData name="Nguyen, Tien Long" userId="552c08b3-44b7-4414-8d59-80038a4f13a8" providerId="ADAL" clId="{C49FBE84-300D-41FC-896F-06EAF4F12778}" dt="2026-09-15T03:30:17.044" v="11484" actId="478"/>
          <ac:spMkLst>
            <pc:docMk/>
            <pc:sldMk cId="363372542" sldId="338"/>
            <ac:spMk id="20" creationId="{4BFF3F2E-520C-953E-991A-6094CBA41CB2}"/>
          </ac:spMkLst>
        </pc:spChg>
        <pc:spChg chg="del">
          <ac:chgData name="Nguyen, Tien Long" userId="552c08b3-44b7-4414-8d59-80038a4f13a8" providerId="ADAL" clId="{C49FBE84-300D-41FC-896F-06EAF4F12778}" dt="2026-09-15T03:30:21.474" v="11486" actId="478"/>
          <ac:spMkLst>
            <pc:docMk/>
            <pc:sldMk cId="363372542" sldId="338"/>
            <ac:spMk id="26" creationId="{697A17AF-EE52-B362-8E53-6889AE5EE9D1}"/>
          </ac:spMkLst>
        </pc:spChg>
        <pc:spChg chg="del">
          <ac:chgData name="Nguyen, Tien Long" userId="552c08b3-44b7-4414-8d59-80038a4f13a8" providerId="ADAL" clId="{C49FBE84-300D-41FC-896F-06EAF4F12778}" dt="2026-09-15T03:30:21.474" v="11486" actId="478"/>
          <ac:spMkLst>
            <pc:docMk/>
            <pc:sldMk cId="363372542" sldId="338"/>
            <ac:spMk id="28" creationId="{07D933B8-7ED8-0A6D-7495-EEC483C72AF0}"/>
          </ac:spMkLst>
        </pc:spChg>
        <pc:spChg chg="del">
          <ac:chgData name="Nguyen, Tien Long" userId="552c08b3-44b7-4414-8d59-80038a4f13a8" providerId="ADAL" clId="{C49FBE84-300D-41FC-896F-06EAF4F12778}" dt="2026-09-15T03:30:21.474" v="11486" actId="478"/>
          <ac:spMkLst>
            <pc:docMk/>
            <pc:sldMk cId="363372542" sldId="338"/>
            <ac:spMk id="29" creationId="{0072909B-315D-FA48-0D61-7E3CB8328631}"/>
          </ac:spMkLst>
        </pc:spChg>
        <pc:spChg chg="del">
          <ac:chgData name="Nguyen, Tien Long" userId="552c08b3-44b7-4414-8d59-80038a4f13a8" providerId="ADAL" clId="{C49FBE84-300D-41FC-896F-06EAF4F12778}" dt="2026-09-15T03:30:21.474" v="11486" actId="478"/>
          <ac:spMkLst>
            <pc:docMk/>
            <pc:sldMk cId="363372542" sldId="338"/>
            <ac:spMk id="31" creationId="{89ABC70A-68D4-50D9-ADA9-69ABDDE514CB}"/>
          </ac:spMkLst>
        </pc:spChg>
        <pc:spChg chg="del">
          <ac:chgData name="Nguyen, Tien Long" userId="552c08b3-44b7-4414-8d59-80038a4f13a8" providerId="ADAL" clId="{C49FBE84-300D-41FC-896F-06EAF4F12778}" dt="2026-09-15T03:30:21.474" v="11486" actId="478"/>
          <ac:spMkLst>
            <pc:docMk/>
            <pc:sldMk cId="363372542" sldId="338"/>
            <ac:spMk id="35" creationId="{607783AF-3769-3C63-B751-A7A96159449B}"/>
          </ac:spMkLst>
        </pc:spChg>
        <pc:spChg chg="del">
          <ac:chgData name="Nguyen, Tien Long" userId="552c08b3-44b7-4414-8d59-80038a4f13a8" providerId="ADAL" clId="{C49FBE84-300D-41FC-896F-06EAF4F12778}" dt="2026-09-15T03:30:21.474" v="11486" actId="478"/>
          <ac:spMkLst>
            <pc:docMk/>
            <pc:sldMk cId="363372542" sldId="338"/>
            <ac:spMk id="37" creationId="{875FE488-2861-503A-C07B-26F2421E47C4}"/>
          </ac:spMkLst>
        </pc:spChg>
        <pc:spChg chg="del">
          <ac:chgData name="Nguyen, Tien Long" userId="552c08b3-44b7-4414-8d59-80038a4f13a8" providerId="ADAL" clId="{C49FBE84-300D-41FC-896F-06EAF4F12778}" dt="2026-09-15T03:30:21.474" v="11486" actId="478"/>
          <ac:spMkLst>
            <pc:docMk/>
            <pc:sldMk cId="363372542" sldId="338"/>
            <ac:spMk id="50" creationId="{9A638EC6-980C-F307-406A-B69F887FDA98}"/>
          </ac:spMkLst>
        </pc:spChg>
        <pc:spChg chg="del">
          <ac:chgData name="Nguyen, Tien Long" userId="552c08b3-44b7-4414-8d59-80038a4f13a8" providerId="ADAL" clId="{C49FBE84-300D-41FC-896F-06EAF4F12778}" dt="2026-09-15T03:30:21.474" v="11486" actId="478"/>
          <ac:spMkLst>
            <pc:docMk/>
            <pc:sldMk cId="363372542" sldId="338"/>
            <ac:spMk id="56" creationId="{62D3D615-55A0-E6BA-1561-91D087690927}"/>
          </ac:spMkLst>
        </pc:spChg>
        <pc:spChg chg="del">
          <ac:chgData name="Nguyen, Tien Long" userId="552c08b3-44b7-4414-8d59-80038a4f13a8" providerId="ADAL" clId="{C49FBE84-300D-41FC-896F-06EAF4F12778}" dt="2026-09-15T03:30:21.474" v="11486" actId="478"/>
          <ac:spMkLst>
            <pc:docMk/>
            <pc:sldMk cId="363372542" sldId="338"/>
            <ac:spMk id="58" creationId="{C804A3A0-37FD-694B-95DF-D41D17037131}"/>
          </ac:spMkLst>
        </pc:spChg>
        <pc:spChg chg="mod">
          <ac:chgData name="Nguyen, Tien Long" userId="552c08b3-44b7-4414-8d59-80038a4f13a8" providerId="ADAL" clId="{C49FBE84-300D-41FC-896F-06EAF4F12778}" dt="2026-09-15T03:30:26.679" v="11487" actId="6549"/>
          <ac:spMkLst>
            <pc:docMk/>
            <pc:sldMk cId="363372542" sldId="338"/>
            <ac:spMk id="59" creationId="{D1E786D4-CE27-817B-ECE4-16E3A4F8BB14}"/>
          </ac:spMkLst>
        </pc:spChg>
        <pc:grpChg chg="del">
          <ac:chgData name="Nguyen, Tien Long" userId="552c08b3-44b7-4414-8d59-80038a4f13a8" providerId="ADAL" clId="{C49FBE84-300D-41FC-896F-06EAF4F12778}" dt="2026-09-15T03:30:29.747" v="11488" actId="478"/>
          <ac:grpSpMkLst>
            <pc:docMk/>
            <pc:sldMk cId="363372542" sldId="338"/>
            <ac:grpSpMk id="78" creationId="{C1039B2A-2C66-42E1-7B63-337A9AE00ED8}"/>
          </ac:grpSpMkLst>
        </pc:grpChg>
        <pc:cxnChg chg="del mod">
          <ac:chgData name="Nguyen, Tien Long" userId="552c08b3-44b7-4414-8d59-80038a4f13a8" providerId="ADAL" clId="{C49FBE84-300D-41FC-896F-06EAF4F12778}" dt="2026-09-15T03:30:21.474" v="11486" actId="478"/>
          <ac:cxnSpMkLst>
            <pc:docMk/>
            <pc:sldMk cId="363372542" sldId="338"/>
            <ac:cxnSpMk id="43" creationId="{A8338F72-DC52-A7F6-F5D6-DA38625781C3}"/>
          </ac:cxnSpMkLst>
        </pc:cxnChg>
        <pc:cxnChg chg="mod">
          <ac:chgData name="Nguyen, Tien Long" userId="552c08b3-44b7-4414-8d59-80038a4f13a8" providerId="ADAL" clId="{C49FBE84-300D-41FC-896F-06EAF4F12778}" dt="2026-09-15T03:30:29.747" v="11488" actId="478"/>
          <ac:cxnSpMkLst>
            <pc:docMk/>
            <pc:sldMk cId="363372542" sldId="338"/>
            <ac:cxnSpMk id="66" creationId="{68AB6FDE-CAA9-4349-FB29-E912CD1CF0B8}"/>
          </ac:cxnSpMkLst>
        </pc:cxnChg>
        <pc:cxnChg chg="mod">
          <ac:chgData name="Nguyen, Tien Long" userId="552c08b3-44b7-4414-8d59-80038a4f13a8" providerId="ADAL" clId="{C49FBE84-300D-41FC-896F-06EAF4F12778}" dt="2026-09-15T03:30:29.747" v="11488" actId="478"/>
          <ac:cxnSpMkLst>
            <pc:docMk/>
            <pc:sldMk cId="363372542" sldId="338"/>
            <ac:cxnSpMk id="67" creationId="{2BC01E99-5A9E-6257-A43B-3A1273345357}"/>
          </ac:cxnSpMkLst>
        </pc:cxnChg>
        <pc:cxnChg chg="mod">
          <ac:chgData name="Nguyen, Tien Long" userId="552c08b3-44b7-4414-8d59-80038a4f13a8" providerId="ADAL" clId="{C49FBE84-300D-41FC-896F-06EAF4F12778}" dt="2026-09-15T03:30:29.747" v="11488" actId="478"/>
          <ac:cxnSpMkLst>
            <pc:docMk/>
            <pc:sldMk cId="363372542" sldId="338"/>
            <ac:cxnSpMk id="68" creationId="{3D47FD27-61D5-E8B8-F679-3571E14BF673}"/>
          </ac:cxnSpMkLst>
        </pc:cxnChg>
      </pc:sldChg>
      <pc:sldChg chg="addSp modSp add mod">
        <pc:chgData name="Nguyen, Tien Long" userId="552c08b3-44b7-4414-8d59-80038a4f13a8" providerId="ADAL" clId="{C49FBE84-300D-41FC-896F-06EAF4F12778}" dt="2026-09-15T03:44:04.868" v="11723" actId="1076"/>
        <pc:sldMkLst>
          <pc:docMk/>
          <pc:sldMk cId="705011097" sldId="339"/>
        </pc:sldMkLst>
        <pc:spChg chg="mod">
          <ac:chgData name="Nguyen, Tien Long" userId="552c08b3-44b7-4414-8d59-80038a4f13a8" providerId="ADAL" clId="{C49FBE84-300D-41FC-896F-06EAF4F12778}" dt="2026-09-15T03:43:52.049" v="11721" actId="1076"/>
          <ac:spMkLst>
            <pc:docMk/>
            <pc:sldMk cId="705011097" sldId="339"/>
            <ac:spMk id="5" creationId="{CE01A09A-BBB6-040E-21DF-E0F2D86EB95F}"/>
          </ac:spMkLst>
        </pc:spChg>
        <pc:spChg chg="mod">
          <ac:chgData name="Nguyen, Tien Long" userId="552c08b3-44b7-4414-8d59-80038a4f13a8" providerId="ADAL" clId="{C49FBE84-300D-41FC-896F-06EAF4F12778}" dt="2026-09-15T03:43:59.197" v="11722" actId="164"/>
          <ac:spMkLst>
            <pc:docMk/>
            <pc:sldMk cId="705011097" sldId="339"/>
            <ac:spMk id="6" creationId="{95557E61-A97D-3465-E4C5-370CF7768DFE}"/>
          </ac:spMkLst>
        </pc:spChg>
        <pc:spChg chg="mod">
          <ac:chgData name="Nguyen, Tien Long" userId="552c08b3-44b7-4414-8d59-80038a4f13a8" providerId="ADAL" clId="{C49FBE84-300D-41FC-896F-06EAF4F12778}" dt="2026-09-15T03:43:59.197" v="11722" actId="164"/>
          <ac:spMkLst>
            <pc:docMk/>
            <pc:sldMk cId="705011097" sldId="339"/>
            <ac:spMk id="7" creationId="{4C2030A2-DA10-9ACA-645A-614410048ED3}"/>
          </ac:spMkLst>
        </pc:spChg>
        <pc:spChg chg="mod">
          <ac:chgData name="Nguyen, Tien Long" userId="552c08b3-44b7-4414-8d59-80038a4f13a8" providerId="ADAL" clId="{C49FBE84-300D-41FC-896F-06EAF4F12778}" dt="2026-09-15T03:43:59.197" v="11722" actId="164"/>
          <ac:spMkLst>
            <pc:docMk/>
            <pc:sldMk cId="705011097" sldId="339"/>
            <ac:spMk id="12" creationId="{DBB4896C-3E4E-F49B-0E11-DAB874A046C3}"/>
          </ac:spMkLst>
        </pc:spChg>
        <pc:spChg chg="mod">
          <ac:chgData name="Nguyen, Tien Long" userId="552c08b3-44b7-4414-8d59-80038a4f13a8" providerId="ADAL" clId="{C49FBE84-300D-41FC-896F-06EAF4F12778}" dt="2026-09-15T03:43:59.197" v="11722" actId="164"/>
          <ac:spMkLst>
            <pc:docMk/>
            <pc:sldMk cId="705011097" sldId="339"/>
            <ac:spMk id="15" creationId="{1735D936-8A37-ADF0-637C-F6E67A3153E9}"/>
          </ac:spMkLst>
        </pc:spChg>
        <pc:spChg chg="mod">
          <ac:chgData name="Nguyen, Tien Long" userId="552c08b3-44b7-4414-8d59-80038a4f13a8" providerId="ADAL" clId="{C49FBE84-300D-41FC-896F-06EAF4F12778}" dt="2026-09-15T03:43:59.197" v="11722" actId="164"/>
          <ac:spMkLst>
            <pc:docMk/>
            <pc:sldMk cId="705011097" sldId="339"/>
            <ac:spMk id="17" creationId="{9DA2E2BD-34B2-CBED-D486-3F29642B219F}"/>
          </ac:spMkLst>
        </pc:spChg>
        <pc:spChg chg="mod">
          <ac:chgData name="Nguyen, Tien Long" userId="552c08b3-44b7-4414-8d59-80038a4f13a8" providerId="ADAL" clId="{C49FBE84-300D-41FC-896F-06EAF4F12778}" dt="2026-09-15T03:43:59.197" v="11722" actId="164"/>
          <ac:spMkLst>
            <pc:docMk/>
            <pc:sldMk cId="705011097" sldId="339"/>
            <ac:spMk id="18" creationId="{1DF8F6B1-7940-3A08-8A76-A2478D0DA7B3}"/>
          </ac:spMkLst>
        </pc:spChg>
        <pc:spChg chg="mod">
          <ac:chgData name="Nguyen, Tien Long" userId="552c08b3-44b7-4414-8d59-80038a4f13a8" providerId="ADAL" clId="{C49FBE84-300D-41FC-896F-06EAF4F12778}" dt="2026-09-15T03:43:59.197" v="11722" actId="164"/>
          <ac:spMkLst>
            <pc:docMk/>
            <pc:sldMk cId="705011097" sldId="339"/>
            <ac:spMk id="20" creationId="{59D87554-2F7D-4584-A557-7A961B98C142}"/>
          </ac:spMkLst>
        </pc:spChg>
        <pc:spChg chg="mod">
          <ac:chgData name="Nguyen, Tien Long" userId="552c08b3-44b7-4414-8d59-80038a4f13a8" providerId="ADAL" clId="{C49FBE84-300D-41FC-896F-06EAF4F12778}" dt="2026-09-15T03:43:59.197" v="11722" actId="164"/>
          <ac:spMkLst>
            <pc:docMk/>
            <pc:sldMk cId="705011097" sldId="339"/>
            <ac:spMk id="22" creationId="{38BF9911-7436-7AEC-7B69-3CEA657FBEA2}"/>
          </ac:spMkLst>
        </pc:spChg>
        <pc:spChg chg="mod">
          <ac:chgData name="Nguyen, Tien Long" userId="552c08b3-44b7-4414-8d59-80038a4f13a8" providerId="ADAL" clId="{C49FBE84-300D-41FC-896F-06EAF4F12778}" dt="2026-09-15T03:43:59.197" v="11722" actId="164"/>
          <ac:spMkLst>
            <pc:docMk/>
            <pc:sldMk cId="705011097" sldId="339"/>
            <ac:spMk id="23" creationId="{6A5DC779-92B8-0CBB-0334-2AE18C1A72D6}"/>
          </ac:spMkLst>
        </pc:spChg>
        <pc:spChg chg="mod">
          <ac:chgData name="Nguyen, Tien Long" userId="552c08b3-44b7-4414-8d59-80038a4f13a8" providerId="ADAL" clId="{C49FBE84-300D-41FC-896F-06EAF4F12778}" dt="2026-09-15T03:43:59.197" v="11722" actId="164"/>
          <ac:spMkLst>
            <pc:docMk/>
            <pc:sldMk cId="705011097" sldId="339"/>
            <ac:spMk id="25" creationId="{2515B719-C304-B10C-A84A-71ABEE0C8603}"/>
          </ac:spMkLst>
        </pc:spChg>
        <pc:grpChg chg="mod">
          <ac:chgData name="Nguyen, Tien Long" userId="552c08b3-44b7-4414-8d59-80038a4f13a8" providerId="ADAL" clId="{C49FBE84-300D-41FC-896F-06EAF4F12778}" dt="2026-09-15T03:44:04.868" v="11723" actId="1076"/>
          <ac:grpSpMkLst>
            <pc:docMk/>
            <pc:sldMk cId="705011097" sldId="339"/>
            <ac:grpSpMk id="4" creationId="{6DA265B4-25FD-9AE8-0295-0E4E5440009D}"/>
          </ac:grpSpMkLst>
        </pc:grpChg>
      </pc:sldChg>
      <pc:sldChg chg="addSp delSp modSp add mod">
        <pc:chgData name="Nguyen, Tien Long" userId="552c08b3-44b7-4414-8d59-80038a4f13a8" providerId="ADAL" clId="{C49FBE84-300D-41FC-896F-06EAF4F12778}" dt="2026-09-15T03:48:20.453" v="11778" actId="207"/>
        <pc:sldMkLst>
          <pc:docMk/>
          <pc:sldMk cId="2117988838" sldId="340"/>
        </pc:sldMkLst>
        <pc:spChg chg="mod">
          <ac:chgData name="Nguyen, Tien Long" userId="552c08b3-44b7-4414-8d59-80038a4f13a8" providerId="ADAL" clId="{C49FBE84-300D-41FC-896F-06EAF4F12778}" dt="2026-09-15T03:44:33.353" v="11725" actId="207"/>
          <ac:spMkLst>
            <pc:docMk/>
            <pc:sldMk cId="2117988838" sldId="340"/>
            <ac:spMk id="13" creationId="{FD941EDA-C79F-D53E-AB5C-EB0331B5EC8B}"/>
          </ac:spMkLst>
        </pc:spChg>
        <pc:spChg chg="mod">
          <ac:chgData name="Nguyen, Tien Long" userId="552c08b3-44b7-4414-8d59-80038a4f13a8" providerId="ADAL" clId="{C49FBE84-300D-41FC-896F-06EAF4F12778}" dt="2026-09-15T03:44:33.353" v="11725" actId="207"/>
          <ac:spMkLst>
            <pc:docMk/>
            <pc:sldMk cId="2117988838" sldId="340"/>
            <ac:spMk id="25" creationId="{BEDF1C1A-892E-553F-55AE-46B344B5DC90}"/>
          </ac:spMkLst>
        </pc:spChg>
        <pc:spChg chg="mod">
          <ac:chgData name="Nguyen, Tien Long" userId="552c08b3-44b7-4414-8d59-80038a4f13a8" providerId="ADAL" clId="{C49FBE84-300D-41FC-896F-06EAF4F12778}" dt="2026-09-15T03:45:10.499" v="11734" actId="14100"/>
          <ac:spMkLst>
            <pc:docMk/>
            <pc:sldMk cId="2117988838" sldId="340"/>
            <ac:spMk id="26" creationId="{0EDA036D-045F-4154-05E8-F845922E8D86}"/>
          </ac:spMkLst>
        </pc:spChg>
        <pc:spChg chg="mod">
          <ac:chgData name="Nguyen, Tien Long" userId="552c08b3-44b7-4414-8d59-80038a4f13a8" providerId="ADAL" clId="{C49FBE84-300D-41FC-896F-06EAF4F12778}" dt="2026-09-15T03:44:33.353" v="11725" actId="207"/>
          <ac:spMkLst>
            <pc:docMk/>
            <pc:sldMk cId="2117988838" sldId="340"/>
            <ac:spMk id="27" creationId="{86616CCC-36DE-DC5A-0EA9-14B5F370F4E3}"/>
          </ac:spMkLst>
        </pc:spChg>
        <pc:spChg chg="add mod">
          <ac:chgData name="Nguyen, Tien Long" userId="552c08b3-44b7-4414-8d59-80038a4f13a8" providerId="ADAL" clId="{C49FBE84-300D-41FC-896F-06EAF4F12778}" dt="2026-09-15T03:48:20.453" v="11778" actId="207"/>
          <ac:spMkLst>
            <pc:docMk/>
            <pc:sldMk cId="2117988838" sldId="340"/>
            <ac:spMk id="45" creationId="{36329A71-8CB6-5280-9669-2DB678F37B5C}"/>
          </ac:spMkLst>
        </pc:spChg>
        <pc:grpChg chg="mod ord">
          <ac:chgData name="Nguyen, Tien Long" userId="552c08b3-44b7-4414-8d59-80038a4f13a8" providerId="ADAL" clId="{C49FBE84-300D-41FC-896F-06EAF4F12778}" dt="2026-09-15T03:46:09.005" v="11750" actId="167"/>
          <ac:grpSpMkLst>
            <pc:docMk/>
            <pc:sldMk cId="2117988838" sldId="340"/>
            <ac:grpSpMk id="4" creationId="{433CB2D5-9770-FBAC-690D-020C56ECA7E4}"/>
          </ac:grpSpMkLst>
        </pc:grpChg>
        <pc:cxnChg chg="add del mod">
          <ac:chgData name="Nguyen, Tien Long" userId="552c08b3-44b7-4414-8d59-80038a4f13a8" providerId="ADAL" clId="{C49FBE84-300D-41FC-896F-06EAF4F12778}" dt="2026-09-15T03:45:15.311" v="11736" actId="478"/>
          <ac:cxnSpMkLst>
            <pc:docMk/>
            <pc:sldMk cId="2117988838" sldId="340"/>
            <ac:cxnSpMk id="10" creationId="{CC81032E-FB28-7F13-05F8-D777D545CEDD}"/>
          </ac:cxnSpMkLst>
        </pc:cxnChg>
        <pc:cxnChg chg="add mod ord">
          <ac:chgData name="Nguyen, Tien Long" userId="552c08b3-44b7-4414-8d59-80038a4f13a8" providerId="ADAL" clId="{C49FBE84-300D-41FC-896F-06EAF4F12778}" dt="2026-09-15T03:46:23.562" v="11754" actId="167"/>
          <ac:cxnSpMkLst>
            <pc:docMk/>
            <pc:sldMk cId="2117988838" sldId="340"/>
            <ac:cxnSpMk id="31" creationId="{F16897D4-A62D-0757-C0C2-8A4E3069B470}"/>
          </ac:cxnSpMkLst>
        </pc:cxnChg>
        <pc:cxnChg chg="add mod ord">
          <ac:chgData name="Nguyen, Tien Long" userId="552c08b3-44b7-4414-8d59-80038a4f13a8" providerId="ADAL" clId="{C49FBE84-300D-41FC-896F-06EAF4F12778}" dt="2026-09-15T03:46:27.035" v="11755" actId="167"/>
          <ac:cxnSpMkLst>
            <pc:docMk/>
            <pc:sldMk cId="2117988838" sldId="340"/>
            <ac:cxnSpMk id="33" creationId="{84A87DA0-F35E-EF32-1A0D-CCC4771764D0}"/>
          </ac:cxnSpMkLst>
        </pc:cxnChg>
        <pc:cxnChg chg="add mod ord">
          <ac:chgData name="Nguyen, Tien Long" userId="552c08b3-44b7-4414-8d59-80038a4f13a8" providerId="ADAL" clId="{C49FBE84-300D-41FC-896F-06EAF4F12778}" dt="2026-09-15T03:46:35.294" v="11757" actId="167"/>
          <ac:cxnSpMkLst>
            <pc:docMk/>
            <pc:sldMk cId="2117988838" sldId="340"/>
            <ac:cxnSpMk id="34" creationId="{2A387598-83D5-5AD6-16A6-0F7897F397D2}"/>
          </ac:cxnSpMkLst>
        </pc:cxnChg>
        <pc:cxnChg chg="add mod ord">
          <ac:chgData name="Nguyen, Tien Long" userId="552c08b3-44b7-4414-8d59-80038a4f13a8" providerId="ADAL" clId="{C49FBE84-300D-41FC-896F-06EAF4F12778}" dt="2026-09-15T03:46:30.837" v="11756" actId="167"/>
          <ac:cxnSpMkLst>
            <pc:docMk/>
            <pc:sldMk cId="2117988838" sldId="340"/>
            <ac:cxnSpMk id="35" creationId="{8E705392-1CDA-8B64-9694-5D4852C039EC}"/>
          </ac:cxnSpMkLst>
        </pc:cxnChg>
      </pc:sldChg>
      <pc:sldChg chg="addSp modSp add mod">
        <pc:chgData name="Nguyen, Tien Long" userId="552c08b3-44b7-4414-8d59-80038a4f13a8" providerId="ADAL" clId="{C49FBE84-300D-41FC-896F-06EAF4F12778}" dt="2026-09-15T03:48:12.812" v="11777" actId="1076"/>
        <pc:sldMkLst>
          <pc:docMk/>
          <pc:sldMk cId="1050049283" sldId="341"/>
        </pc:sldMkLst>
        <pc:spChg chg="add">
          <ac:chgData name="Nguyen, Tien Long" userId="552c08b3-44b7-4414-8d59-80038a4f13a8" providerId="ADAL" clId="{C49FBE84-300D-41FC-896F-06EAF4F12778}" dt="2026-09-15T03:47:57.968" v="11773" actId="22"/>
          <ac:spMkLst>
            <pc:docMk/>
            <pc:sldMk cId="1050049283" sldId="341"/>
            <ac:spMk id="10" creationId="{3230D7D9-E34B-6AA1-A2AF-781B66AA4693}"/>
          </ac:spMkLst>
        </pc:spChg>
        <pc:spChg chg="add mod">
          <ac:chgData name="Nguyen, Tien Long" userId="552c08b3-44b7-4414-8d59-80038a4f13a8" providerId="ADAL" clId="{C49FBE84-300D-41FC-896F-06EAF4F12778}" dt="2026-09-15T03:48:12.812" v="11777" actId="1076"/>
          <ac:spMkLst>
            <pc:docMk/>
            <pc:sldMk cId="1050049283" sldId="341"/>
            <ac:spMk id="14" creationId="{C876C54A-6D3B-9482-561D-FDC01718F542}"/>
          </ac:spMkLst>
        </pc:spChg>
      </pc:sldChg>
      <pc:sldChg chg="addSp modSp add del mod">
        <pc:chgData name="Nguyen, Tien Long" userId="552c08b3-44b7-4414-8d59-80038a4f13a8" providerId="ADAL" clId="{C49FBE84-300D-41FC-896F-06EAF4F12778}" dt="2026-09-15T03:47:53.963" v="11771" actId="47"/>
        <pc:sldMkLst>
          <pc:docMk/>
          <pc:sldMk cId="3498328623" sldId="341"/>
        </pc:sldMkLst>
        <pc:spChg chg="add mod">
          <ac:chgData name="Nguyen, Tien Long" userId="552c08b3-44b7-4414-8d59-80038a4f13a8" providerId="ADAL" clId="{C49FBE84-300D-41FC-896F-06EAF4F12778}" dt="2026-09-15T03:47:27.960" v="11763" actId="207"/>
          <ac:spMkLst>
            <pc:docMk/>
            <pc:sldMk cId="3498328623" sldId="341"/>
            <ac:spMk id="10" creationId="{271F7802-BCBC-BF9B-C6AA-33796D59D132}"/>
          </ac:spMkLst>
        </pc:spChg>
      </pc:sldChg>
      <pc:sldChg chg="add">
        <pc:chgData name="Nguyen, Tien Long" userId="552c08b3-44b7-4414-8d59-80038a4f13a8" providerId="ADAL" clId="{C49FBE84-300D-41FC-896F-06EAF4F12778}" dt="2026-09-15T03:49:02.068" v="11779" actId="2890"/>
        <pc:sldMkLst>
          <pc:docMk/>
          <pc:sldMk cId="3113427994" sldId="342"/>
        </pc:sldMkLst>
      </pc:sldChg>
      <pc:sldChg chg="addSp delSp modSp add mod modAnim">
        <pc:chgData name="Nguyen, Tien Long" userId="552c08b3-44b7-4414-8d59-80038a4f13a8" providerId="ADAL" clId="{C49FBE84-300D-41FC-896F-06EAF4F12778}" dt="2026-09-15T04:07:49.236" v="12277"/>
        <pc:sldMkLst>
          <pc:docMk/>
          <pc:sldMk cId="1104134084" sldId="343"/>
        </pc:sldMkLst>
        <pc:spChg chg="mod">
          <ac:chgData name="Nguyen, Tien Long" userId="552c08b3-44b7-4414-8d59-80038a4f13a8" providerId="ADAL" clId="{C49FBE84-300D-41FC-896F-06EAF4F12778}" dt="2026-09-15T03:49:46.087" v="11784" actId="2710"/>
          <ac:spMkLst>
            <pc:docMk/>
            <pc:sldMk cId="1104134084" sldId="343"/>
            <ac:spMk id="3" creationId="{B58CE7B4-E2EC-FC3D-89F5-644206BFE1C4}"/>
          </ac:spMkLst>
        </pc:spChg>
        <pc:spChg chg="del mod">
          <ac:chgData name="Nguyen, Tien Long" userId="552c08b3-44b7-4414-8d59-80038a4f13a8" providerId="ADAL" clId="{C49FBE84-300D-41FC-896F-06EAF4F12778}" dt="2026-09-15T03:49:28.877" v="11782" actId="478"/>
          <ac:spMkLst>
            <pc:docMk/>
            <pc:sldMk cId="1104134084" sldId="343"/>
            <ac:spMk id="5" creationId="{DBC62ECE-6440-2020-22A3-6484001C9C57}"/>
          </ac:spMkLst>
        </pc:spChg>
        <pc:spChg chg="add mod">
          <ac:chgData name="Nguyen, Tien Long" userId="552c08b3-44b7-4414-8d59-80038a4f13a8" providerId="ADAL" clId="{C49FBE84-300D-41FC-896F-06EAF4F12778}" dt="2026-09-15T04:00:57.288" v="12271" actId="1076"/>
          <ac:spMkLst>
            <pc:docMk/>
            <pc:sldMk cId="1104134084" sldId="343"/>
            <ac:spMk id="8" creationId="{16ADE73F-3E71-1FA1-F16B-8998895F6FDB}"/>
          </ac:spMkLst>
        </pc:spChg>
        <pc:spChg chg="del">
          <ac:chgData name="Nguyen, Tien Long" userId="552c08b3-44b7-4414-8d59-80038a4f13a8" providerId="ADAL" clId="{C49FBE84-300D-41FC-896F-06EAF4F12778}" dt="2026-09-15T03:49:33.401" v="11783" actId="478"/>
          <ac:spMkLst>
            <pc:docMk/>
            <pc:sldMk cId="1104134084" sldId="343"/>
            <ac:spMk id="10" creationId="{7679C1C1-1068-C274-8999-E7C68C46BE78}"/>
          </ac:spMkLst>
        </pc:spChg>
        <pc:spChg chg="del">
          <ac:chgData name="Nguyen, Tien Long" userId="552c08b3-44b7-4414-8d59-80038a4f13a8" providerId="ADAL" clId="{C49FBE84-300D-41FC-896F-06EAF4F12778}" dt="2026-09-15T03:49:33.401" v="11783" actId="478"/>
          <ac:spMkLst>
            <pc:docMk/>
            <pc:sldMk cId="1104134084" sldId="343"/>
            <ac:spMk id="14" creationId="{DF673CA0-49E2-FB54-8FE9-5F468BE1E1A8}"/>
          </ac:spMkLst>
        </pc:spChg>
        <pc:spChg chg="del">
          <ac:chgData name="Nguyen, Tien Long" userId="552c08b3-44b7-4414-8d59-80038a4f13a8" providerId="ADAL" clId="{C49FBE84-300D-41FC-896F-06EAF4F12778}" dt="2026-09-15T03:49:33.401" v="11783" actId="478"/>
          <ac:spMkLst>
            <pc:docMk/>
            <pc:sldMk cId="1104134084" sldId="343"/>
            <ac:spMk id="45" creationId="{89017F6D-88D5-5D64-F0A8-B75B1CFB4040}"/>
          </ac:spMkLst>
        </pc:spChg>
        <pc:grpChg chg="del">
          <ac:chgData name="Nguyen, Tien Long" userId="552c08b3-44b7-4414-8d59-80038a4f13a8" providerId="ADAL" clId="{C49FBE84-300D-41FC-896F-06EAF4F12778}" dt="2026-09-15T03:49:33.401" v="11783" actId="478"/>
          <ac:grpSpMkLst>
            <pc:docMk/>
            <pc:sldMk cId="1104134084" sldId="343"/>
            <ac:grpSpMk id="4" creationId="{829A4B0E-AD8A-3451-1C8E-5926E1A72434}"/>
          </ac:grpSpMkLst>
        </pc:grpChg>
        <pc:cxnChg chg="del mod">
          <ac:chgData name="Nguyen, Tien Long" userId="552c08b3-44b7-4414-8d59-80038a4f13a8" providerId="ADAL" clId="{C49FBE84-300D-41FC-896F-06EAF4F12778}" dt="2026-09-15T03:49:33.401" v="11783" actId="478"/>
          <ac:cxnSpMkLst>
            <pc:docMk/>
            <pc:sldMk cId="1104134084" sldId="343"/>
            <ac:cxnSpMk id="31" creationId="{0D09CB99-A48E-71F5-605E-486BD73002BB}"/>
          </ac:cxnSpMkLst>
        </pc:cxnChg>
        <pc:cxnChg chg="del mod">
          <ac:chgData name="Nguyen, Tien Long" userId="552c08b3-44b7-4414-8d59-80038a4f13a8" providerId="ADAL" clId="{C49FBE84-300D-41FC-896F-06EAF4F12778}" dt="2026-09-15T03:49:33.401" v="11783" actId="478"/>
          <ac:cxnSpMkLst>
            <pc:docMk/>
            <pc:sldMk cId="1104134084" sldId="343"/>
            <ac:cxnSpMk id="33" creationId="{181C1F03-E430-90AE-F40E-6B54850AEAC6}"/>
          </ac:cxnSpMkLst>
        </pc:cxnChg>
        <pc:cxnChg chg="del mod">
          <ac:chgData name="Nguyen, Tien Long" userId="552c08b3-44b7-4414-8d59-80038a4f13a8" providerId="ADAL" clId="{C49FBE84-300D-41FC-896F-06EAF4F12778}" dt="2026-09-15T03:49:33.401" v="11783" actId="478"/>
          <ac:cxnSpMkLst>
            <pc:docMk/>
            <pc:sldMk cId="1104134084" sldId="343"/>
            <ac:cxnSpMk id="34" creationId="{B8817A77-1E6F-032D-833C-C8A0364E218B}"/>
          </ac:cxnSpMkLst>
        </pc:cxnChg>
        <pc:cxnChg chg="del mod">
          <ac:chgData name="Nguyen, Tien Long" userId="552c08b3-44b7-4414-8d59-80038a4f13a8" providerId="ADAL" clId="{C49FBE84-300D-41FC-896F-06EAF4F12778}" dt="2026-09-15T03:49:33.401" v="11783" actId="478"/>
          <ac:cxnSpMkLst>
            <pc:docMk/>
            <pc:sldMk cId="1104134084" sldId="343"/>
            <ac:cxnSpMk id="35" creationId="{A3FD7D09-7DF8-DC6A-9D4F-15E7F390840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6C63B9-18D3-451A-98FA-2A422B4A377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2C8CC-3A1D-4F02-98A3-507BEBA23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529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44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832DD-2FA7-D16F-2097-707C02801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AD9088-C985-B940-B8A3-0113C3FB8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65493-6715-8E5C-14B2-DC92FF2E1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5D033-A0E2-CF76-9976-37CE7508B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567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42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Change 1.9999 to 2-\delta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83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364A6-8D74-5002-C71D-F494E24B0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7BD141-2D19-B826-2F50-89CD1A84A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58981-8E1B-F843-C766-3A529554F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2682D-916F-E9D2-8228-618BDF2958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69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 out local algorithm step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20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772B4-1556-B517-0CF4-716633C71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40D78-A413-7A2F-5187-D6FCD8ADF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E9DBBB-9AFA-7C6B-618D-4DA963FFF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 out local algorithm step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00476-B86D-5A9A-705C-93BBFC421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55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4B80B-36A2-17CB-206E-9C3FCFF0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DD687-FEC1-7514-844C-E27F02704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CEA5E-A991-9126-98A6-484F56170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 out local algorithm step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3272D-F156-3A9C-8BE3-CC809D1D42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80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BA84B-2920-BAE3-6D46-29E87574C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FA444-8556-6826-1B9D-0FA81A6E63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BB2BF-49B0-BB15-E232-41F60772F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 out local algorithm step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550FF-6A9D-ACD8-7D25-D4F4F771B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98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506B9-C49C-6281-D12B-71186B11F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8F263A-1110-C467-C4C7-24DD3EBE5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E93B2-F1F2-4DE4-8D7D-76077E645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 out local algorithm step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820B2-08DA-7DE9-6F85-B8F0DB7C1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5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EE320-A83D-0B0E-DED9-FB2997612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E97674-388C-3894-1A15-1F09237D1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51B34-F73A-FDE7-A23D-228E4F84B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 out local algorithm step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51205-7536-6A35-8EBA-FCCD3218F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258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675FB-F718-383B-D36A-A38DF21B8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57421-CD87-9D27-9656-C4354E4E2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ABD13-C72E-F47F-D0FE-EA2E22F75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 out local algorithm step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E28AC-79F4-A6B0-6960-3D5F8BAAB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3129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8A13F-7BAC-2335-EF8A-40EFC6924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352007-4CFE-AB4A-CA9A-7CC6EE1B4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A752CF-9ABE-611A-F9A2-F652C617E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 out local algorithm step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B92DC-4BE3-82C0-63C1-A8B6B7E41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500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22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9C617-06E7-C145-AD0E-95E3BC36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2026E-8EB0-97C2-C2B6-A4BB5A946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73AE0-E037-699C-1DCF-20E0DBE15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92F6B-18AA-D232-DD54-CFEE83949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929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C58A1-9D88-AE15-8B33-6D8AF5F30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A4087-2B3D-00D8-72FE-F06BC6B53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EE7E5-2BC5-0C83-D143-772F40473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9D889-B535-BBB4-EC62-82B4C1222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45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4957A-AA75-300F-E44B-5E55AB2B8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9EF0F-A7AE-F5C2-145A-3BB23EC81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B1DE62-CB64-2379-022F-70772A603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33DB5-33B9-7156-8932-B1F1B2320E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9917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Chek </a:t>
            </a:r>
            <a:r>
              <a:rPr lang="en-US" err="1"/>
              <a:t>laij</a:t>
            </a:r>
            <a:r>
              <a:rPr lang="en-US"/>
              <a:t> </a:t>
            </a:r>
            <a:r>
              <a:rPr lang="en-US" err="1"/>
              <a:t>phaanf</a:t>
            </a:r>
            <a:r>
              <a:rPr lang="en-US"/>
              <a:t> ideas </a:t>
            </a:r>
            <a:r>
              <a:rPr lang="en-US" err="1"/>
              <a:t>xem</a:t>
            </a:r>
            <a:r>
              <a:rPr lang="en-US"/>
              <a:t> co </a:t>
            </a:r>
            <a:r>
              <a:rPr lang="en-US" err="1"/>
              <a:t>bii</a:t>
            </a:r>
            <a:r>
              <a:rPr lang="en-US"/>
              <a:t> </a:t>
            </a:r>
            <a:r>
              <a:rPr lang="en-US" err="1"/>
              <a:t>nham</a:t>
            </a:r>
            <a:r>
              <a:rPr lang="en-US"/>
              <a:t> </a:t>
            </a:r>
            <a:r>
              <a:rPr lang="en-US" err="1"/>
              <a:t>trang</a:t>
            </a:r>
            <a:r>
              <a:rPr lang="en-US"/>
              <a:t> 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955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838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E32B5-7ACC-0F9F-DE28-D8645E2C4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F91C588A-2366-CCB0-838C-B67D8287E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F0721490-F8B5-9AB0-149E-A81146F6F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F450A32-28BD-A144-9426-08A55E87B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491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CA526-8EB4-48D0-2614-5B101A130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C2520F16-7449-6C5F-0CD2-024947A20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C7AA9C17-0A60-6333-B6D2-E6E03C0AC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84F874B-4D1C-0987-50AD-740C4C813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874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1B38F-4CFF-ADA7-F5AA-604C0274F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D20D097B-9F1B-7B9E-DD0D-581E6FA18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D250ECCF-C929-7214-14A0-0F8682D23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E0ABA5DE-D922-A0E0-FC45-C9E2F40D2D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454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0BA9-2F92-D679-E9C4-DB98A944A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E1056516-199A-6530-47A0-DDBE05988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147E210C-4D5D-8271-F4EA-BA4D436B9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960A49F5-2FB6-AEDC-6B97-0E90C6626E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545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3987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4FC92-40C2-9734-E44E-847527BC1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17B4A-2442-C315-3808-E504E3D30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B27F7-B0B7-AFC6-C46C-4AE8D7D41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26A80-1842-48BA-6BE4-92B363EBD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770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D9765-0B1B-F219-731B-6537B8266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16BA2-3409-CBA4-D94C-ED03C63FA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B3B8B-1755-4BEC-77E3-AF0FEDB83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E8EC7-8BBD-FFFC-B4C2-3DD879DD9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590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535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9BE35-6631-324C-252E-CF8F8710B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4BD988-6BCE-6416-76B1-1C0255C4B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FBA6C1-2A36-6A56-6EF3-B1D0FA013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115FF-48A0-B09F-C6F7-7B3B51FC6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254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FEF8F-9E83-5F25-BA1C-8B8B914AC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A0DA98-B21C-81DC-00BF-13C13B385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F493BD-F167-6D48-42CA-9C5D3C18F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E32BF-2CFD-C276-5492-7B307E675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6288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0BB8F-2C10-6E5A-63C8-90E588F5A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57C82-D252-F351-61B3-27E5EAD7E0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6F89F6-602A-DA9D-89FF-F6656D8F6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9C260-D24E-27C6-1A8F-9B84A9A445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691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FC60B-E333-3F07-724E-268E83166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A4EA5-1731-2CFD-DE11-AA8A4622D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BFF84-2675-6C27-FA15-E13818F02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11398-6064-8C3E-7A4E-55D30AA183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810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538F3-F853-3AD2-C1BF-C926D5D3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A6D2A-87E6-D384-F202-F7C904644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CB147-DF14-0225-458F-CBBD4FE01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606A6-60E6-2BE7-1639-6A3A5B50B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397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705F-C92F-DBDB-3752-EF67B170E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9220E-848D-4E22-7190-8309EEB51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2AB09-EB98-C6DC-A82C-501C505C0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56C32-3E86-DAE2-AB41-F24DC1091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2AE86-5AFC-96CA-1459-F3F5D87DB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129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2D02B-841A-CDAD-FAB9-91211B2F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F3B81-6C28-B14B-0025-216FDBE28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7AE13-501E-FC2D-8FC9-223CAE125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E273B-FE74-DBF1-16F1-0FECBBD8B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32A60-D11C-E109-94C9-21DC5913B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962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28ACB-2803-7062-47C0-B6BB7C7E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016D5-466A-B108-06B7-0970E3096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961DA-FDD0-3E4C-C53B-6E1478FA0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898EA-B2E4-40E8-65E8-F07F6B4AD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0C9BC-E9E2-4372-0067-B29B5209C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47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6B5A5-D6A1-9475-D7F1-669CD5190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1D4E5-4E18-BC78-826F-F35795BB83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EB536-B9AE-FED1-98CB-C7022321B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212B1-6DFB-417C-F18B-8C18812B9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609D6-6C29-93B5-DB14-806C8591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DE33A-8F80-3C93-58B2-523BB81F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469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07077-A0F2-F976-924F-89D31910E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8FB86-6C3E-1EDA-1940-D705A8886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A8C42-3A0F-61CA-9B04-891B0B02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C77C0C-3688-C371-B798-ED871C5DFE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93B861-E38F-B5CC-C8A5-93ECA3D3F7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C51776-F404-EF67-F6D6-2D0AAF928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4F479-391F-4469-59BD-F93DCA43A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4DC006-91C6-4B12-25ED-A5387E178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14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2078E-15BB-DEB0-F6BE-F0A51E87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6A95C6-BA7F-ED2D-F008-5D3683D41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8AECDB-80F7-C6DE-195E-3A057266E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AAFB98-FD01-B9F3-1763-F753FE35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43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B2B9B-03DB-3933-5977-326FC818C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C6734B-2FA5-F0A4-4E53-31BC2D7E3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DAEC0-BC50-4DDC-A895-F6FE12DF6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21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73FDB-BF58-AE4C-DB72-038A87C49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8B18D-BF0B-9D8A-6D97-1AA2A02E8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BD6BE-2269-AD81-5855-B4694D6B1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75A51-DE0E-281D-B67C-0EE13BE06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97E2E-91AD-B481-017F-F04BA48B6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C61A0-60F6-CC85-BD9B-A0AEA139C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869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4424-06AD-8479-157A-6F837ADCD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2D63E9-C7F6-C252-1871-EED8D3E175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3F0EB-9DDF-9EB8-F58A-E4DB3D52B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1BC28-D312-922C-5D96-A30A8E13A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A3575-0200-B641-510B-A579FFCAC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B975D-9F6C-EAAB-5FEB-AB520939E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938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04A86-1956-C047-7DCA-F88F32EC8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CFEF08-D171-1B07-6BFB-E84F7EA10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3ECA-C88C-6F9D-6DB8-F87715010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5968D-5246-1228-6536-A7467CFF8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20E36-5209-86E8-7E90-A3137E58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75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AEC4C-B1C8-7431-318F-C46305B41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31D38-AA43-AD5E-EB4F-E941E69A3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368D9-C808-1C6D-7D4B-B304C8EDD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84472-B350-1699-229D-CD5F584D8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FC816-B3DA-AA18-68DF-5B3E2ED6D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524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62F760-FF47-AA28-1879-C57E9710A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97C2B-D79D-E2F3-71A3-494AE767F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C3027-C7F2-B0D4-F1E0-D5C87F714B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7908C9-7A8B-401A-8FF0-9F58E6ED0E4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8ED6E-E7CB-4B1D-EE1B-F65AE8060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367D6-571F-48A0-15ED-98924D58E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6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1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7" Type="http://schemas.openxmlformats.org/officeDocument/2006/relationships/image" Target="../media/image1110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11.png"/><Relationship Id="rId4" Type="http://schemas.openxmlformats.org/officeDocument/2006/relationships/image" Target="../media/image8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07.png"/><Relationship Id="rId7" Type="http://schemas.openxmlformats.org/officeDocument/2006/relationships/image" Target="../media/image140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210.png"/><Relationship Id="rId4" Type="http://schemas.openxmlformats.org/officeDocument/2006/relationships/image" Target="../media/image11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210.png"/><Relationship Id="rId7" Type="http://schemas.openxmlformats.org/officeDocument/2006/relationships/image" Target="../media/image190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46.png"/><Relationship Id="rId4" Type="http://schemas.openxmlformats.org/officeDocument/2006/relationships/image" Target="../media/image170.png"/><Relationship Id="rId9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280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390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57.sv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5.svg"/><Relationship Id="rId9" Type="http://schemas.openxmlformats.org/officeDocument/2006/relationships/image" Target="../media/image56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6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36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image" Target="../media/image210.png"/><Relationship Id="rId7" Type="http://schemas.openxmlformats.org/officeDocument/2006/relationships/image" Target="../media/image190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0.png"/><Relationship Id="rId5" Type="http://schemas.openxmlformats.org/officeDocument/2006/relationships/image" Target="../media/image520.png"/><Relationship Id="rId4" Type="http://schemas.openxmlformats.org/officeDocument/2006/relationships/image" Target="../media/image311.png"/><Relationship Id="rId9" Type="http://schemas.openxmlformats.org/officeDocument/2006/relationships/image" Target="../media/image5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svg"/><Relationship Id="rId4" Type="http://schemas.openxmlformats.org/officeDocument/2006/relationships/image" Target="../media/image8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0.png"/><Relationship Id="rId3" Type="http://schemas.openxmlformats.org/officeDocument/2006/relationships/image" Target="../media/image550.png"/><Relationship Id="rId7" Type="http://schemas.openxmlformats.org/officeDocument/2006/relationships/image" Target="../media/image590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0.png"/><Relationship Id="rId11" Type="http://schemas.openxmlformats.org/officeDocument/2006/relationships/image" Target="../media/image18.png"/><Relationship Id="rId5" Type="http://schemas.openxmlformats.org/officeDocument/2006/relationships/image" Target="../media/image57.png"/><Relationship Id="rId10" Type="http://schemas.openxmlformats.org/officeDocument/2006/relationships/image" Target="../media/image170.png"/><Relationship Id="rId4" Type="http://schemas.openxmlformats.org/officeDocument/2006/relationships/image" Target="../media/image560.png"/><Relationship Id="rId9" Type="http://schemas.openxmlformats.org/officeDocument/2006/relationships/image" Target="../media/image61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630.png"/><Relationship Id="rId7" Type="http://schemas.openxmlformats.org/officeDocument/2006/relationships/image" Target="../media/image59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5" Type="http://schemas.openxmlformats.org/officeDocument/2006/relationships/image" Target="../media/image650.png"/><Relationship Id="rId4" Type="http://schemas.openxmlformats.org/officeDocument/2006/relationships/image" Target="../media/image6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5" Type="http://schemas.openxmlformats.org/officeDocument/2006/relationships/image" Target="../media/image92.png"/><Relationship Id="rId4" Type="http://schemas.openxmlformats.org/officeDocument/2006/relationships/image" Target="../media/image69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0.png"/><Relationship Id="rId13" Type="http://schemas.openxmlformats.org/officeDocument/2006/relationships/image" Target="../media/image811.png"/><Relationship Id="rId3" Type="http://schemas.openxmlformats.org/officeDocument/2006/relationships/image" Target="../media/image720.png"/><Relationship Id="rId7" Type="http://schemas.openxmlformats.org/officeDocument/2006/relationships/image" Target="../media/image760.png"/><Relationship Id="rId12" Type="http://schemas.openxmlformats.org/officeDocument/2006/relationships/image" Target="../media/image80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0.png"/><Relationship Id="rId11" Type="http://schemas.openxmlformats.org/officeDocument/2006/relationships/image" Target="../media/image790.png"/><Relationship Id="rId5" Type="http://schemas.openxmlformats.org/officeDocument/2006/relationships/image" Target="../media/image740.png"/><Relationship Id="rId15" Type="http://schemas.openxmlformats.org/officeDocument/2006/relationships/image" Target="../media/image830.png"/><Relationship Id="rId10" Type="http://schemas.openxmlformats.org/officeDocument/2006/relationships/image" Target="../media/image44.png"/><Relationship Id="rId4" Type="http://schemas.openxmlformats.org/officeDocument/2006/relationships/image" Target="../media/image730.png"/><Relationship Id="rId9" Type="http://schemas.openxmlformats.org/officeDocument/2006/relationships/image" Target="../media/image780.png"/><Relationship Id="rId14" Type="http://schemas.openxmlformats.org/officeDocument/2006/relationships/image" Target="../media/image82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0.png"/><Relationship Id="rId3" Type="http://schemas.openxmlformats.org/officeDocument/2006/relationships/image" Target="../media/image840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0.png"/><Relationship Id="rId5" Type="http://schemas.openxmlformats.org/officeDocument/2006/relationships/image" Target="../media/image93.png"/><Relationship Id="rId4" Type="http://schemas.openxmlformats.org/officeDocument/2006/relationships/image" Target="../media/image85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0.png"/><Relationship Id="rId3" Type="http://schemas.openxmlformats.org/officeDocument/2006/relationships/image" Target="../media/image840.png"/><Relationship Id="rId7" Type="http://schemas.openxmlformats.org/officeDocument/2006/relationships/image" Target="../media/image9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1.png"/><Relationship Id="rId5" Type="http://schemas.openxmlformats.org/officeDocument/2006/relationships/image" Target="../media/image912.png"/><Relationship Id="rId4" Type="http://schemas.openxmlformats.org/officeDocument/2006/relationships/image" Target="../media/image9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0.png"/><Relationship Id="rId3" Type="http://schemas.openxmlformats.org/officeDocument/2006/relationships/image" Target="../media/image840.png"/><Relationship Id="rId7" Type="http://schemas.openxmlformats.org/officeDocument/2006/relationships/image" Target="../media/image9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1.png"/><Relationship Id="rId5" Type="http://schemas.openxmlformats.org/officeDocument/2006/relationships/image" Target="../media/image912.png"/><Relationship Id="rId4" Type="http://schemas.openxmlformats.org/officeDocument/2006/relationships/image" Target="../media/image9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0.png"/><Relationship Id="rId3" Type="http://schemas.openxmlformats.org/officeDocument/2006/relationships/image" Target="../media/image840.png"/><Relationship Id="rId7" Type="http://schemas.openxmlformats.org/officeDocument/2006/relationships/image" Target="../media/image9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1.png"/><Relationship Id="rId5" Type="http://schemas.openxmlformats.org/officeDocument/2006/relationships/image" Target="../media/image912.png"/><Relationship Id="rId4" Type="http://schemas.openxmlformats.org/officeDocument/2006/relationships/image" Target="../media/image9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0.png"/><Relationship Id="rId3" Type="http://schemas.openxmlformats.org/officeDocument/2006/relationships/image" Target="../media/image840.png"/><Relationship Id="rId7" Type="http://schemas.openxmlformats.org/officeDocument/2006/relationships/image" Target="../media/image9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1.png"/><Relationship Id="rId5" Type="http://schemas.openxmlformats.org/officeDocument/2006/relationships/image" Target="../media/image912.png"/><Relationship Id="rId4" Type="http://schemas.openxmlformats.org/officeDocument/2006/relationships/image" Target="../media/image9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840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1.png"/><Relationship Id="rId5" Type="http://schemas.openxmlformats.org/officeDocument/2006/relationships/image" Target="../media/image912.png"/><Relationship Id="rId4" Type="http://schemas.openxmlformats.org/officeDocument/2006/relationships/image" Target="../media/image90.png"/><Relationship Id="rId9" Type="http://schemas.openxmlformats.org/officeDocument/2006/relationships/image" Target="../media/image94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97.png"/><Relationship Id="rId3" Type="http://schemas.openxmlformats.org/officeDocument/2006/relationships/image" Target="../media/image96.png"/><Relationship Id="rId7" Type="http://schemas.openxmlformats.org/officeDocument/2006/relationships/image" Target="../media/image113.png"/><Relationship Id="rId12" Type="http://schemas.openxmlformats.org/officeDocument/2006/relationships/image" Target="../media/image118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5" Type="http://schemas.openxmlformats.org/officeDocument/2006/relationships/image" Target="../media/image111.png"/><Relationship Id="rId10" Type="http://schemas.openxmlformats.org/officeDocument/2006/relationships/image" Target="../media/image116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30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12" Type="http://schemas.openxmlformats.org/officeDocument/2006/relationships/image" Target="../media/image1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5" Type="http://schemas.openxmlformats.org/officeDocument/2006/relationships/image" Target="../media/image122.png"/><Relationship Id="rId10" Type="http://schemas.openxmlformats.org/officeDocument/2006/relationships/image" Target="../media/image127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160.png"/><Relationship Id="rId3" Type="http://schemas.openxmlformats.org/officeDocument/2006/relationships/image" Target="../media/image154.png"/><Relationship Id="rId7" Type="http://schemas.openxmlformats.org/officeDocument/2006/relationships/image" Target="../media/image124.png"/><Relationship Id="rId12" Type="http://schemas.openxmlformats.org/officeDocument/2006/relationships/image" Target="../media/image1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11" Type="http://schemas.openxmlformats.org/officeDocument/2006/relationships/image" Target="../media/image159.png"/><Relationship Id="rId5" Type="http://schemas.openxmlformats.org/officeDocument/2006/relationships/image" Target="../media/image122.png"/><Relationship Id="rId10" Type="http://schemas.openxmlformats.org/officeDocument/2006/relationships/image" Target="../media/image158.png"/><Relationship Id="rId4" Type="http://schemas.openxmlformats.org/officeDocument/2006/relationships/image" Target="../media/image155.png"/><Relationship Id="rId9" Type="http://schemas.openxmlformats.org/officeDocument/2006/relationships/image" Target="../media/image126.png"/><Relationship Id="rId14" Type="http://schemas.openxmlformats.org/officeDocument/2006/relationships/image" Target="../media/image161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1.png"/><Relationship Id="rId4" Type="http://schemas.openxmlformats.org/officeDocument/2006/relationships/image" Target="../media/image2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3.png"/><Relationship Id="rId4" Type="http://schemas.openxmlformats.org/officeDocument/2006/relationships/image" Target="../media/image2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13" Type="http://schemas.openxmlformats.org/officeDocument/2006/relationships/image" Target="../media/image152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12" Type="http://schemas.openxmlformats.org/officeDocument/2006/relationships/image" Target="../media/image1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11" Type="http://schemas.openxmlformats.org/officeDocument/2006/relationships/image" Target="../media/image149.png"/><Relationship Id="rId5" Type="http://schemas.openxmlformats.org/officeDocument/2006/relationships/image" Target="../media/image143.png"/><Relationship Id="rId10" Type="http://schemas.openxmlformats.org/officeDocument/2006/relationships/image" Target="../media/image148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41.png"/><Relationship Id="rId7" Type="http://schemas.openxmlformats.org/officeDocument/2006/relationships/image" Target="../media/image16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.png"/><Relationship Id="rId11" Type="http://schemas.openxmlformats.org/officeDocument/2006/relationships/image" Target="../media/image174.png"/><Relationship Id="rId5" Type="http://schemas.openxmlformats.org/officeDocument/2006/relationships/image" Target="../media/image167.png"/><Relationship Id="rId10" Type="http://schemas.openxmlformats.org/officeDocument/2006/relationships/image" Target="../media/image173.png"/><Relationship Id="rId4" Type="http://schemas.openxmlformats.org/officeDocument/2006/relationships/image" Target="../media/image153.png"/><Relationship Id="rId9" Type="http://schemas.openxmlformats.org/officeDocument/2006/relationships/image" Target="../media/image172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3" Type="http://schemas.openxmlformats.org/officeDocument/2006/relationships/image" Target="../media/image141.png"/><Relationship Id="rId7" Type="http://schemas.openxmlformats.org/officeDocument/2006/relationships/image" Target="../media/image17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png"/><Relationship Id="rId11" Type="http://schemas.openxmlformats.org/officeDocument/2006/relationships/image" Target="../media/image182.png"/><Relationship Id="rId5" Type="http://schemas.openxmlformats.org/officeDocument/2006/relationships/image" Target="../media/image176.png"/><Relationship Id="rId10" Type="http://schemas.openxmlformats.org/officeDocument/2006/relationships/image" Target="../media/image181.png"/><Relationship Id="rId4" Type="http://schemas.openxmlformats.org/officeDocument/2006/relationships/image" Target="../media/image175.png"/><Relationship Id="rId9" Type="http://schemas.openxmlformats.org/officeDocument/2006/relationships/image" Target="../media/image18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3" Type="http://schemas.openxmlformats.org/officeDocument/2006/relationships/image" Target="../media/image183.png"/><Relationship Id="rId7" Type="http://schemas.openxmlformats.org/officeDocument/2006/relationships/image" Target="../media/image14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5" Type="http://schemas.openxmlformats.org/officeDocument/2006/relationships/image" Target="../media/image185.png"/><Relationship Id="rId10" Type="http://schemas.openxmlformats.org/officeDocument/2006/relationships/image" Target="../media/image188.png"/><Relationship Id="rId4" Type="http://schemas.openxmlformats.org/officeDocument/2006/relationships/image" Target="../media/image184.png"/><Relationship Id="rId9" Type="http://schemas.openxmlformats.org/officeDocument/2006/relationships/image" Target="../media/image18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2.png"/><Relationship Id="rId4" Type="http://schemas.openxmlformats.org/officeDocument/2006/relationships/image" Target="../media/image19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alpha val="98000"/>
              </a:schemeClr>
            </a:gs>
            <a:gs pos="74000">
              <a:schemeClr val="bg2"/>
            </a:gs>
            <a:gs pos="100000">
              <a:schemeClr val="bg1">
                <a:lumMod val="8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CCA20EB-31D7-2DC1-1FBE-0A1F7A0659FB}"/>
              </a:ext>
            </a:extLst>
          </p:cNvPr>
          <p:cNvSpPr/>
          <p:nvPr/>
        </p:nvSpPr>
        <p:spPr>
          <a:xfrm>
            <a:off x="0" y="428747"/>
            <a:ext cx="12191999" cy="1750531"/>
          </a:xfrm>
          <a:prstGeom prst="rect">
            <a:avLst/>
          </a:prstGeom>
          <a:gradFill>
            <a:gsLst>
              <a:gs pos="0">
                <a:schemeClr val="accent1">
                  <a:lumMod val="97000"/>
                  <a:alpha val="6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CC6C5-8722-80F9-2B44-6ED4A3DDF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9124" y="3817217"/>
            <a:ext cx="9213750" cy="47113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Tien-Long Nguyen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EAFE6B-F13E-6227-96FF-BD6760823421}"/>
              </a:ext>
            </a:extLst>
          </p:cNvPr>
          <p:cNvGrpSpPr/>
          <p:nvPr/>
        </p:nvGrpSpPr>
        <p:grpSpPr>
          <a:xfrm>
            <a:off x="2853019" y="4405842"/>
            <a:ext cx="6733191" cy="2226969"/>
            <a:chOff x="3184350" y="4671233"/>
            <a:chExt cx="5008494" cy="222696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F9D8F57-57AE-101A-26CE-03C084330F38}"/>
                </a:ext>
              </a:extLst>
            </p:cNvPr>
            <p:cNvSpPr txBox="1"/>
            <p:nvPr/>
          </p:nvSpPr>
          <p:spPr>
            <a:xfrm>
              <a:off x="4199067" y="4671233"/>
              <a:ext cx="39937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Based on joint works with work with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3638B2D-8543-CC82-C744-2BCE05640751}"/>
                </a:ext>
              </a:extLst>
            </p:cNvPr>
            <p:cNvSpPr txBox="1"/>
            <p:nvPr/>
          </p:nvSpPr>
          <p:spPr>
            <a:xfrm>
              <a:off x="3184350" y="5143876"/>
              <a:ext cx="4649207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002060"/>
                  </a:solidFill>
                </a:rPr>
                <a:t>Amir Carmel                   :PSU - Weizmann Institute of Science</a:t>
              </a:r>
            </a:p>
            <a:p>
              <a:r>
                <a:rPr lang="en-US" i="1" dirty="0" err="1">
                  <a:solidFill>
                    <a:srgbClr val="002060"/>
                  </a:solidFill>
                </a:rPr>
                <a:t>Diptarka</a:t>
              </a:r>
              <a:r>
                <a:rPr lang="en-US" i="1" dirty="0">
                  <a:solidFill>
                    <a:srgbClr val="002060"/>
                  </a:solidFill>
                </a:rPr>
                <a:t> Chakraborty :NUS</a:t>
              </a:r>
            </a:p>
            <a:p>
              <a:r>
                <a:rPr lang="en-US" i="1" dirty="0">
                  <a:solidFill>
                    <a:srgbClr val="002060"/>
                  </a:solidFill>
                </a:rPr>
                <a:t>Kushagra </a:t>
              </a:r>
              <a:r>
                <a:rPr lang="en-US" i="1" dirty="0" err="1">
                  <a:solidFill>
                    <a:srgbClr val="002060"/>
                  </a:solidFill>
                </a:rPr>
                <a:t>Chaterjee</a:t>
              </a:r>
              <a:r>
                <a:rPr lang="en-US" i="1" dirty="0">
                  <a:solidFill>
                    <a:srgbClr val="002060"/>
                  </a:solidFill>
                </a:rPr>
                <a:t>     :NUS – Indian Statistical Institute – PSU</a:t>
              </a:r>
            </a:p>
            <a:p>
              <a:r>
                <a:rPr lang="en-US" i="1" dirty="0">
                  <a:solidFill>
                    <a:srgbClr val="002060"/>
                  </a:solidFill>
                </a:rPr>
                <a:t>Debarati Das                    :PSU</a:t>
              </a:r>
            </a:p>
            <a:p>
              <a:r>
                <a:rPr lang="en-US" i="1" dirty="0">
                  <a:solidFill>
                    <a:srgbClr val="002060"/>
                  </a:solidFill>
                </a:rPr>
                <a:t>Romina </a:t>
              </a:r>
              <a:r>
                <a:rPr lang="en-US" i="1" dirty="0" err="1">
                  <a:solidFill>
                    <a:srgbClr val="002060"/>
                  </a:solidFill>
                </a:rPr>
                <a:t>Nobahari</a:t>
              </a:r>
              <a:r>
                <a:rPr lang="en-US" i="1" dirty="0">
                  <a:solidFill>
                    <a:srgbClr val="002060"/>
                  </a:solidFill>
                </a:rPr>
                <a:t>           :NUS – Sharif University of Technology</a:t>
              </a:r>
            </a:p>
            <a:p>
              <a:endParaRPr lang="en-US" i="1" dirty="0">
                <a:solidFill>
                  <a:srgbClr val="002060"/>
                </a:solidFill>
              </a:endParaRPr>
            </a:p>
          </p:txBody>
        </p:sp>
      </p:grpSp>
      <p:pic>
        <p:nvPicPr>
          <p:cNvPr id="9" name="Picture 8" descr="Penn State Nittany Lions - Wikipedia">
            <a:extLst>
              <a:ext uri="{FF2B5EF4-FFF2-40B4-BE49-F238E27FC236}">
                <a16:creationId xmlns:a16="http://schemas.microsoft.com/office/drawing/2014/main" id="{08647957-FE07-0552-AC4C-F213E667365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84960" y="2796384"/>
            <a:ext cx="1299185" cy="903339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F2E9646-0321-58D0-2A6E-DBB802A52E74}"/>
              </a:ext>
            </a:extLst>
          </p:cNvPr>
          <p:cNvSpPr txBox="1">
            <a:spLocks/>
          </p:cNvSpPr>
          <p:nvPr/>
        </p:nvSpPr>
        <p:spPr>
          <a:xfrm>
            <a:off x="38552" y="534058"/>
            <a:ext cx="12191999" cy="175053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chemeClr val="bg1"/>
                </a:solidFill>
              </a:rPr>
              <a:t>Data Aggregation</a:t>
            </a:r>
            <a:br>
              <a:rPr lang="en-US" sz="4400" b="1" dirty="0">
                <a:solidFill>
                  <a:schemeClr val="bg1"/>
                </a:solidFill>
              </a:rPr>
            </a:br>
            <a:r>
              <a:rPr lang="en-US" sz="4400" b="1" dirty="0">
                <a:solidFill>
                  <a:schemeClr val="bg1"/>
                </a:solidFill>
              </a:rPr>
              <a:t>Strings and </a:t>
            </a:r>
            <a:r>
              <a:rPr lang="en-US" sz="4400" b="1" dirty="0" err="1">
                <a:solidFill>
                  <a:schemeClr val="bg1"/>
                </a:solidFill>
              </a:rPr>
              <a:t>Clusterings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184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D68684-E16F-7EEE-4E3B-73E1AF61E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9C06E-6183-5FB3-02FD-E1D0714ED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72026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Data aggregation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518927-BCF6-1ACA-12F2-4152D0167D02}"/>
              </a:ext>
            </a:extLst>
          </p:cNvPr>
          <p:cNvSpPr/>
          <p:nvPr/>
        </p:nvSpPr>
        <p:spPr>
          <a:xfrm>
            <a:off x="1815354" y="1882589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E931587-11E1-EC5D-2B10-D6B443EFCA0A}"/>
              </a:ext>
            </a:extLst>
          </p:cNvPr>
          <p:cNvSpPr/>
          <p:nvPr/>
        </p:nvSpPr>
        <p:spPr>
          <a:xfrm>
            <a:off x="690283" y="2879913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EE2A06A-6B9E-6B34-E59C-A16EA540D85F}"/>
              </a:ext>
            </a:extLst>
          </p:cNvPr>
          <p:cNvSpPr/>
          <p:nvPr/>
        </p:nvSpPr>
        <p:spPr>
          <a:xfrm>
            <a:off x="1498508" y="3244664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924E502-51AF-5FA3-CF5D-373E23E66719}"/>
              </a:ext>
            </a:extLst>
          </p:cNvPr>
          <p:cNvSpPr/>
          <p:nvPr/>
        </p:nvSpPr>
        <p:spPr>
          <a:xfrm>
            <a:off x="1855696" y="2559425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A46AFD1-5526-8099-C83C-EE0090E3DD61}"/>
              </a:ext>
            </a:extLst>
          </p:cNvPr>
          <p:cNvSpPr/>
          <p:nvPr/>
        </p:nvSpPr>
        <p:spPr>
          <a:xfrm>
            <a:off x="2058523" y="3197039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F6B5615-E0B2-B7F2-F7B7-63B8D77959D0}"/>
              </a:ext>
            </a:extLst>
          </p:cNvPr>
          <p:cNvSpPr/>
          <p:nvPr/>
        </p:nvSpPr>
        <p:spPr>
          <a:xfrm>
            <a:off x="2615454" y="2207981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2E2CB10-C74F-14CA-8F36-572BB9DAE475}"/>
              </a:ext>
            </a:extLst>
          </p:cNvPr>
          <p:cNvSpPr/>
          <p:nvPr/>
        </p:nvSpPr>
        <p:spPr>
          <a:xfrm>
            <a:off x="3910854" y="2445125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280581D-56EE-1B55-A063-481FA5CA7423}"/>
              </a:ext>
            </a:extLst>
          </p:cNvPr>
          <p:cNvSpPr/>
          <p:nvPr/>
        </p:nvSpPr>
        <p:spPr>
          <a:xfrm>
            <a:off x="969312" y="3794313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3E21FB2-D590-B15A-1D1C-261903DAFC30}"/>
              </a:ext>
            </a:extLst>
          </p:cNvPr>
          <p:cNvSpPr/>
          <p:nvPr/>
        </p:nvSpPr>
        <p:spPr>
          <a:xfrm>
            <a:off x="4372537" y="3139889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C7568EC-8271-59CB-97AB-DDEE1E5E174E}"/>
              </a:ext>
            </a:extLst>
          </p:cNvPr>
          <p:cNvSpPr/>
          <p:nvPr/>
        </p:nvSpPr>
        <p:spPr>
          <a:xfrm>
            <a:off x="3173507" y="2856381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EAB9B9A-A80D-8E82-A1BD-1431750447C1}"/>
              </a:ext>
            </a:extLst>
          </p:cNvPr>
          <p:cNvSpPr/>
          <p:nvPr/>
        </p:nvSpPr>
        <p:spPr>
          <a:xfrm>
            <a:off x="3796554" y="3082739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1320039-B22F-6713-9117-F654296E83F2}"/>
              </a:ext>
            </a:extLst>
          </p:cNvPr>
          <p:cNvSpPr/>
          <p:nvPr/>
        </p:nvSpPr>
        <p:spPr>
          <a:xfrm>
            <a:off x="2920254" y="4365812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7B39F97-6D27-C210-4254-993D8FC76BD9}"/>
              </a:ext>
            </a:extLst>
          </p:cNvPr>
          <p:cNvSpPr/>
          <p:nvPr/>
        </p:nvSpPr>
        <p:spPr>
          <a:xfrm>
            <a:off x="2863104" y="3920939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C936B6E-6079-CDE2-0397-7A8CDC0A1E22}"/>
              </a:ext>
            </a:extLst>
          </p:cNvPr>
          <p:cNvSpPr/>
          <p:nvPr/>
        </p:nvSpPr>
        <p:spPr>
          <a:xfrm>
            <a:off x="3238502" y="4056531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2FA0D821-CB95-B2A5-CE36-7D64578EDEE6}"/>
              </a:ext>
            </a:extLst>
          </p:cNvPr>
          <p:cNvSpPr/>
          <p:nvPr/>
        </p:nvSpPr>
        <p:spPr>
          <a:xfrm>
            <a:off x="3339354" y="1797844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007C4377-C144-4C42-EF87-9851D56D6172}"/>
              </a:ext>
            </a:extLst>
          </p:cNvPr>
          <p:cNvSpPr/>
          <p:nvPr/>
        </p:nvSpPr>
        <p:spPr>
          <a:xfrm>
            <a:off x="2398060" y="2162038"/>
            <a:ext cx="114300" cy="1143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27901CB-C785-B783-FE92-924BBA0603A8}"/>
              </a:ext>
            </a:extLst>
          </p:cNvPr>
          <p:cNvSpPr/>
          <p:nvPr/>
        </p:nvSpPr>
        <p:spPr>
          <a:xfrm>
            <a:off x="1196228" y="3314700"/>
            <a:ext cx="114300" cy="1143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2C80F19-B7B4-DC36-B7FD-61B927649DB3}"/>
              </a:ext>
            </a:extLst>
          </p:cNvPr>
          <p:cNvSpPr/>
          <p:nvPr/>
        </p:nvSpPr>
        <p:spPr>
          <a:xfrm>
            <a:off x="3853704" y="2799231"/>
            <a:ext cx="114300" cy="1143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1E43712C-1949-042A-A5B3-507C6B4EB04A}"/>
              </a:ext>
            </a:extLst>
          </p:cNvPr>
          <p:cNvSpPr/>
          <p:nvPr/>
        </p:nvSpPr>
        <p:spPr>
          <a:xfrm>
            <a:off x="2977405" y="4143375"/>
            <a:ext cx="114300" cy="1143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BE9A7F7-9CE9-E5E3-5156-B39DCF63D6C6}"/>
              </a:ext>
            </a:extLst>
          </p:cNvPr>
          <p:cNvSpPr/>
          <p:nvPr/>
        </p:nvSpPr>
        <p:spPr>
          <a:xfrm>
            <a:off x="1515034" y="1580311"/>
            <a:ext cx="2169460" cy="12760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D0B8144-6F53-3206-9842-D93BEF3DD0F3}"/>
              </a:ext>
            </a:extLst>
          </p:cNvPr>
          <p:cNvSpPr/>
          <p:nvPr/>
        </p:nvSpPr>
        <p:spPr>
          <a:xfrm>
            <a:off x="184899" y="2729753"/>
            <a:ext cx="2112308" cy="12718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ACED67A7-8E7F-7DBC-4B26-FFBA71F740BB}"/>
              </a:ext>
            </a:extLst>
          </p:cNvPr>
          <p:cNvSpPr/>
          <p:nvPr/>
        </p:nvSpPr>
        <p:spPr>
          <a:xfrm>
            <a:off x="2615454" y="3718112"/>
            <a:ext cx="954740" cy="9681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750FE2DF-A173-5D17-1E48-E20E0AEA1D49}"/>
              </a:ext>
            </a:extLst>
          </p:cNvPr>
          <p:cNvSpPr/>
          <p:nvPr/>
        </p:nvSpPr>
        <p:spPr>
          <a:xfrm>
            <a:off x="3173507" y="2445124"/>
            <a:ext cx="1532964" cy="9838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4C2CD7D-C17C-B8AC-8A20-8C30F07EE249}"/>
                  </a:ext>
                </a:extLst>
              </p:cNvPr>
              <p:cNvSpPr txBox="1"/>
              <p:nvPr/>
            </p:nvSpPr>
            <p:spPr>
              <a:xfrm>
                <a:off x="4795001" y="1797844"/>
                <a:ext cx="66649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Input:     Point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lang="en-US" dirty="0"/>
                  <a:t> universe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4C2CD7D-C17C-B8AC-8A20-8C30F07EE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001" y="1797844"/>
                <a:ext cx="6664980" cy="369332"/>
              </a:xfrm>
              <a:prstGeom prst="rect">
                <a:avLst/>
              </a:prstGeom>
              <a:blipFill>
                <a:blip r:embed="rId2"/>
                <a:stretch>
                  <a:fillRect l="-823"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TextBox 95">
            <a:extLst>
              <a:ext uri="{FF2B5EF4-FFF2-40B4-BE49-F238E27FC236}">
                <a16:creationId xmlns:a16="http://schemas.microsoft.com/office/drawing/2014/main" id="{B8EBEF2E-E4E3-67FA-EE94-DDEECB96A985}"/>
              </a:ext>
            </a:extLst>
          </p:cNvPr>
          <p:cNvSpPr txBox="1"/>
          <p:nvPr/>
        </p:nvSpPr>
        <p:spPr>
          <a:xfrm>
            <a:off x="4784913" y="2244326"/>
            <a:ext cx="1064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Output: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4C903B8-EB44-9A37-1505-9D17CDE24C5E}"/>
                  </a:ext>
                </a:extLst>
              </p:cNvPr>
              <p:cNvSpPr txBox="1"/>
              <p:nvPr/>
            </p:nvSpPr>
            <p:spPr>
              <a:xfrm>
                <a:off x="5588376" y="2265131"/>
                <a:ext cx="609487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Set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800" dirty="0"/>
                  <a:t> of points (centers) represents the consensus of the input</a:t>
                </a:r>
                <a:endParaRPr lang="en-US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4C903B8-EB44-9A37-1505-9D17CDE24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376" y="2265131"/>
                <a:ext cx="6094878" cy="646331"/>
              </a:xfrm>
              <a:prstGeom prst="rect">
                <a:avLst/>
              </a:prstGeom>
              <a:blipFill>
                <a:blip r:embed="rId3"/>
                <a:stretch>
                  <a:fillRect l="-900" t="-471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A908DC95-0918-1541-D0E7-8736524D05EC}"/>
                  </a:ext>
                </a:extLst>
              </p:cNvPr>
              <p:cNvSpPr txBox="1"/>
              <p:nvPr/>
            </p:nvSpPr>
            <p:spPr>
              <a:xfrm>
                <a:off x="4999220" y="3295294"/>
                <a:ext cx="646076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Settings: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Discrete: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lit/>
                      </m:rP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b="0" dirty="0"/>
              </a:p>
              <a:p>
                <a:pPr marL="285750" indent="-285750">
                  <a:buFontTx/>
                  <a:buChar char="-"/>
                </a:pPr>
                <a:r>
                  <a:rPr lang="en-US" b="1" i="1" dirty="0"/>
                  <a:t>Continuous: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b="1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A908DC95-0918-1541-D0E7-8736524D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220" y="3295294"/>
                <a:ext cx="6460761" cy="923330"/>
              </a:xfrm>
              <a:prstGeom prst="rect">
                <a:avLst/>
              </a:prstGeom>
              <a:blipFill>
                <a:blip r:embed="rId4"/>
                <a:stretch>
                  <a:fillRect l="-849" t="-3311" b="-10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7B11514B-2968-14F5-A662-C9D2B02764BD}"/>
              </a:ext>
            </a:extLst>
          </p:cNvPr>
          <p:cNvSpPr txBox="1"/>
          <p:nvPr/>
        </p:nvSpPr>
        <p:spPr>
          <a:xfrm>
            <a:off x="4732448" y="4480112"/>
            <a:ext cx="758021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Applications depend on:</a:t>
            </a:r>
          </a:p>
          <a:p>
            <a:pPr marL="285750" indent="-285750">
              <a:buFontTx/>
              <a:buChar char="-"/>
            </a:pPr>
            <a:r>
              <a:rPr lang="en-US" dirty="0"/>
              <a:t>Universe (</a:t>
            </a:r>
            <a:r>
              <a:rPr lang="en-US" b="1" i="1" dirty="0"/>
              <a:t>strings, rankings, </a:t>
            </a:r>
            <a:r>
              <a:rPr lang="en-US" b="1" i="1" dirty="0" err="1"/>
              <a:t>clusterings</a:t>
            </a:r>
            <a:r>
              <a:rPr lang="en-US" dirty="0"/>
              <a:t>, matrices, points on graphs, …)</a:t>
            </a:r>
          </a:p>
          <a:p>
            <a:pPr marL="285750" indent="-285750">
              <a:buFontTx/>
              <a:buChar char="-"/>
            </a:pPr>
            <a:r>
              <a:rPr lang="en-US" dirty="0"/>
              <a:t>Objective function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Metrics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208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1" grpId="0" animBg="1"/>
      <p:bldP spid="83" grpId="0" animBg="1"/>
      <p:bldP spid="85" grpId="0" animBg="1"/>
      <p:bldP spid="86" grpId="0" animBg="1"/>
      <p:bldP spid="88" grpId="0" animBg="1"/>
      <p:bldP spid="90" grpId="0" animBg="1"/>
      <p:bldP spid="92" grpId="0" animBg="1"/>
      <p:bldP spid="96" grpId="0"/>
      <p:bldP spid="98" grpId="0"/>
      <p:bldP spid="100" grpId="0"/>
      <p:bldP spid="10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46BD69-2AB1-CB80-0AED-CC1F1BDFA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F9AB9-FEBD-9200-F8BE-BF411E9E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72026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Data aggregation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F19041-7B62-91FA-8573-43DA024BF25F}"/>
              </a:ext>
            </a:extLst>
          </p:cNvPr>
          <p:cNvSpPr/>
          <p:nvPr/>
        </p:nvSpPr>
        <p:spPr>
          <a:xfrm>
            <a:off x="1815354" y="1882589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2655FBB-8D05-F154-D430-8D908CE68714}"/>
              </a:ext>
            </a:extLst>
          </p:cNvPr>
          <p:cNvSpPr/>
          <p:nvPr/>
        </p:nvSpPr>
        <p:spPr>
          <a:xfrm>
            <a:off x="690283" y="2879913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888F02C-287B-DD8F-8941-84362F78C088}"/>
              </a:ext>
            </a:extLst>
          </p:cNvPr>
          <p:cNvSpPr/>
          <p:nvPr/>
        </p:nvSpPr>
        <p:spPr>
          <a:xfrm>
            <a:off x="1498508" y="3244664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1C64FAC-7E7C-0F50-B3E7-D5E0DBAC303F}"/>
              </a:ext>
            </a:extLst>
          </p:cNvPr>
          <p:cNvSpPr/>
          <p:nvPr/>
        </p:nvSpPr>
        <p:spPr>
          <a:xfrm>
            <a:off x="1855696" y="2559425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984BFC1-68F4-5CD9-A03B-0CACE4EE49E3}"/>
              </a:ext>
            </a:extLst>
          </p:cNvPr>
          <p:cNvSpPr/>
          <p:nvPr/>
        </p:nvSpPr>
        <p:spPr>
          <a:xfrm>
            <a:off x="2058523" y="3197039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7129733-40CE-D5D5-95BA-58406E79827C}"/>
              </a:ext>
            </a:extLst>
          </p:cNvPr>
          <p:cNvSpPr/>
          <p:nvPr/>
        </p:nvSpPr>
        <p:spPr>
          <a:xfrm>
            <a:off x="2615454" y="2207981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DDC72DC-04A7-6C0A-0F54-FB0449AEB211}"/>
              </a:ext>
            </a:extLst>
          </p:cNvPr>
          <p:cNvSpPr/>
          <p:nvPr/>
        </p:nvSpPr>
        <p:spPr>
          <a:xfrm>
            <a:off x="3910854" y="2445125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B728288-3E98-057C-3BDE-79CB6E326C34}"/>
              </a:ext>
            </a:extLst>
          </p:cNvPr>
          <p:cNvSpPr/>
          <p:nvPr/>
        </p:nvSpPr>
        <p:spPr>
          <a:xfrm>
            <a:off x="969312" y="3794313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A6EA1BC-25B4-B648-9F3B-8EA55998B67B}"/>
              </a:ext>
            </a:extLst>
          </p:cNvPr>
          <p:cNvSpPr/>
          <p:nvPr/>
        </p:nvSpPr>
        <p:spPr>
          <a:xfrm>
            <a:off x="4372537" y="3139889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2E9801D-997C-F4F1-F0A9-93A0FE95949A}"/>
              </a:ext>
            </a:extLst>
          </p:cNvPr>
          <p:cNvSpPr/>
          <p:nvPr/>
        </p:nvSpPr>
        <p:spPr>
          <a:xfrm>
            <a:off x="3173507" y="2856381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04AA955-565A-B3B8-B64D-4F0995143B73}"/>
              </a:ext>
            </a:extLst>
          </p:cNvPr>
          <p:cNvSpPr/>
          <p:nvPr/>
        </p:nvSpPr>
        <p:spPr>
          <a:xfrm>
            <a:off x="3796554" y="3082739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2E7E938-C3D7-DD34-2AC6-F25088B75F18}"/>
              </a:ext>
            </a:extLst>
          </p:cNvPr>
          <p:cNvSpPr/>
          <p:nvPr/>
        </p:nvSpPr>
        <p:spPr>
          <a:xfrm>
            <a:off x="2920254" y="4365812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8261D95-FD4E-DB22-81EB-41AAC1EDAF92}"/>
              </a:ext>
            </a:extLst>
          </p:cNvPr>
          <p:cNvSpPr/>
          <p:nvPr/>
        </p:nvSpPr>
        <p:spPr>
          <a:xfrm>
            <a:off x="2863104" y="3920939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1F1EB1D-E3ED-6C92-357D-E703145E3C25}"/>
              </a:ext>
            </a:extLst>
          </p:cNvPr>
          <p:cNvSpPr/>
          <p:nvPr/>
        </p:nvSpPr>
        <p:spPr>
          <a:xfrm>
            <a:off x="3238502" y="4056531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0CFA2B5E-22A1-5F2D-9C17-D9BC701BF8E5}"/>
              </a:ext>
            </a:extLst>
          </p:cNvPr>
          <p:cNvSpPr/>
          <p:nvPr/>
        </p:nvSpPr>
        <p:spPr>
          <a:xfrm>
            <a:off x="3339354" y="1797844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172F833-8D4E-58E5-3308-F3D918E2E97D}"/>
              </a:ext>
            </a:extLst>
          </p:cNvPr>
          <p:cNvSpPr/>
          <p:nvPr/>
        </p:nvSpPr>
        <p:spPr>
          <a:xfrm>
            <a:off x="2398060" y="2162038"/>
            <a:ext cx="114300" cy="1143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533B1DF-8600-D402-6ECE-46B16E0BD6AA}"/>
              </a:ext>
            </a:extLst>
          </p:cNvPr>
          <p:cNvSpPr/>
          <p:nvPr/>
        </p:nvSpPr>
        <p:spPr>
          <a:xfrm>
            <a:off x="1196228" y="3314700"/>
            <a:ext cx="114300" cy="1143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195F34D-8BEF-0FCC-A70E-4E74B3C08834}"/>
              </a:ext>
            </a:extLst>
          </p:cNvPr>
          <p:cNvSpPr/>
          <p:nvPr/>
        </p:nvSpPr>
        <p:spPr>
          <a:xfrm>
            <a:off x="3853704" y="2799231"/>
            <a:ext cx="114300" cy="1143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5B69DD01-9BC6-E98E-2B2C-607C6B6EE7D9}"/>
              </a:ext>
            </a:extLst>
          </p:cNvPr>
          <p:cNvSpPr/>
          <p:nvPr/>
        </p:nvSpPr>
        <p:spPr>
          <a:xfrm>
            <a:off x="2977405" y="4143375"/>
            <a:ext cx="114300" cy="1143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EEFDC5F-E0E1-8DB0-370F-BAE3E6F6BFB1}"/>
              </a:ext>
            </a:extLst>
          </p:cNvPr>
          <p:cNvSpPr/>
          <p:nvPr/>
        </p:nvSpPr>
        <p:spPr>
          <a:xfrm>
            <a:off x="1515034" y="1580311"/>
            <a:ext cx="2169460" cy="12760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8CDB3EE-1AF6-703A-6372-79CF537AE2DC}"/>
              </a:ext>
            </a:extLst>
          </p:cNvPr>
          <p:cNvSpPr/>
          <p:nvPr/>
        </p:nvSpPr>
        <p:spPr>
          <a:xfrm>
            <a:off x="184899" y="2729753"/>
            <a:ext cx="2112308" cy="12718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7D1F02F-7B83-C8B6-819C-970C80E9D81A}"/>
              </a:ext>
            </a:extLst>
          </p:cNvPr>
          <p:cNvSpPr/>
          <p:nvPr/>
        </p:nvSpPr>
        <p:spPr>
          <a:xfrm>
            <a:off x="2615454" y="3718112"/>
            <a:ext cx="954740" cy="9681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37C16149-CAED-C8E7-E0FE-EA69CEA59BD3}"/>
              </a:ext>
            </a:extLst>
          </p:cNvPr>
          <p:cNvSpPr/>
          <p:nvPr/>
        </p:nvSpPr>
        <p:spPr>
          <a:xfrm>
            <a:off x="3173507" y="2445124"/>
            <a:ext cx="1532964" cy="9838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50F14648-3320-76B5-B98F-459F27C36E5F}"/>
                  </a:ext>
                </a:extLst>
              </p:cNvPr>
              <p:cNvSpPr txBox="1"/>
              <p:nvPr/>
            </p:nvSpPr>
            <p:spPr>
              <a:xfrm>
                <a:off x="4795001" y="1797844"/>
                <a:ext cx="66649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Input:     Point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lang="en-US" dirty="0"/>
                  <a:t> universe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50F14648-3320-76B5-B98F-459F27C36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001" y="1797844"/>
                <a:ext cx="6664980" cy="369332"/>
              </a:xfrm>
              <a:prstGeom prst="rect">
                <a:avLst/>
              </a:prstGeom>
              <a:blipFill>
                <a:blip r:embed="rId2"/>
                <a:stretch>
                  <a:fillRect l="-823"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TextBox 95">
            <a:extLst>
              <a:ext uri="{FF2B5EF4-FFF2-40B4-BE49-F238E27FC236}">
                <a16:creationId xmlns:a16="http://schemas.microsoft.com/office/drawing/2014/main" id="{4764A6FE-EDC7-4292-8D10-9E0DB64B4B0E}"/>
              </a:ext>
            </a:extLst>
          </p:cNvPr>
          <p:cNvSpPr txBox="1"/>
          <p:nvPr/>
        </p:nvSpPr>
        <p:spPr>
          <a:xfrm>
            <a:off x="4784913" y="2244326"/>
            <a:ext cx="1064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Output: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57EE00D-B8E8-3B34-B628-1F99A40792D8}"/>
                  </a:ext>
                </a:extLst>
              </p:cNvPr>
              <p:cNvSpPr txBox="1"/>
              <p:nvPr/>
            </p:nvSpPr>
            <p:spPr>
              <a:xfrm>
                <a:off x="5588376" y="2265131"/>
                <a:ext cx="609487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Set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800" dirty="0"/>
                  <a:t> of points (centers) represents the consensus of the input</a:t>
                </a:r>
                <a:endParaRPr lang="en-US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57EE00D-B8E8-3B34-B628-1F99A4079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376" y="2265131"/>
                <a:ext cx="6094878" cy="646331"/>
              </a:xfrm>
              <a:prstGeom prst="rect">
                <a:avLst/>
              </a:prstGeom>
              <a:blipFill>
                <a:blip r:embed="rId3"/>
                <a:stretch>
                  <a:fillRect l="-900" t="-471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5FE378-A651-144B-FD37-59EE6C293647}"/>
                  </a:ext>
                </a:extLst>
              </p:cNvPr>
              <p:cNvSpPr txBox="1"/>
              <p:nvPr/>
            </p:nvSpPr>
            <p:spPr>
              <a:xfrm>
                <a:off x="4969239" y="3560164"/>
                <a:ext cx="4275145" cy="2790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clusterings</a:t>
                </a:r>
                <a:endParaRPr lang="en-US" dirty="0"/>
              </a:p>
              <a:p>
                <a:r>
                  <a:rPr lang="en-US" dirty="0"/>
                  <a:t>Minimizes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obj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limLow>
                          <m:limLowPr>
                            <m:ctrl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  <m: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dist</m:t>
                            </m:r>
                            <m: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lim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lim>
                        </m:limLow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e>
                    </m:nary>
                  </m:oMath>
                </a14:m>
                <a:endParaRPr lang="en-US" b="0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i="1" dirty="0"/>
                  <a:t> : median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: means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b="1" dirty="0"/>
                  <a:t>: center</a:t>
                </a:r>
              </a:p>
              <a:p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𝐨𝐛𝐣</m:t>
                    </m:r>
                    <m:d>
                      <m:dPr>
                        <m:ctrlPr>
                          <a:rPr lang="en-US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  <m:r>
                      <a:rPr lang="en-US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1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b="1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𝐦𝐚𝐱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b="1" i="0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b="1" i="0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𝐦𝐢𝐧</m:t>
                                </m:r>
                              </m:e>
                              <m:lim>
                                <m:r>
                                  <a:rPr lang="en-US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lim>
                            </m:limLow>
                          </m:fName>
                          <m:e>
                            <m:r>
                              <a:rPr lang="en-US" b="1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𝐝𝐢𝐬𝐭</m:t>
                            </m:r>
                            <m:d>
                              <m:dPr>
                                <m:ctrlPr>
                                  <a:rPr lang="en-US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func>
                  </m:oMath>
                </a14:m>
                <a:endParaRPr lang="en-US" b="1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5FE378-A651-144B-FD37-59EE6C293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239" y="3560164"/>
                <a:ext cx="4275145" cy="2790444"/>
              </a:xfrm>
              <a:prstGeom prst="rect">
                <a:avLst/>
              </a:prstGeom>
              <a:blipFill>
                <a:blip r:embed="rId4"/>
                <a:stretch>
                  <a:fillRect l="-1141" t="-5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1871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63B2C7-BF00-1433-DCF8-3F4D15989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550C5-9E88-FD13-8488-A08E9E10C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72026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Strings aggregation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331D9E-4C2B-2E98-7845-15C1DBC3EF5A}"/>
                  </a:ext>
                </a:extLst>
              </p:cNvPr>
              <p:cNvSpPr txBox="1"/>
              <p:nvPr/>
            </p:nvSpPr>
            <p:spPr>
              <a:xfrm>
                <a:off x="535646" y="1371599"/>
                <a:ext cx="6037541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Given strings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what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dist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Hamming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Kendall-tau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Edit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Ulam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331D9E-4C2B-2E98-7845-15C1DBC3E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46" y="1371599"/>
                <a:ext cx="6037541" cy="1477328"/>
              </a:xfrm>
              <a:prstGeom prst="rect">
                <a:avLst/>
              </a:prstGeom>
              <a:blipFill>
                <a:blip r:embed="rId2"/>
                <a:stretch>
                  <a:fillRect l="-909" t="-1653" b="-6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37AE609A-996F-44D4-28EF-9A71032EFCEA}"/>
              </a:ext>
            </a:extLst>
          </p:cNvPr>
          <p:cNvGrpSpPr/>
          <p:nvPr/>
        </p:nvGrpSpPr>
        <p:grpSpPr>
          <a:xfrm>
            <a:off x="2031167" y="1708879"/>
            <a:ext cx="3887261" cy="502170"/>
            <a:chOff x="2031167" y="1708879"/>
            <a:chExt cx="3887261" cy="502170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92A4363D-008F-8B7B-D827-1C65249D9BAB}"/>
                </a:ext>
              </a:extLst>
            </p:cNvPr>
            <p:cNvSpPr/>
            <p:nvPr/>
          </p:nvSpPr>
          <p:spPr>
            <a:xfrm>
              <a:off x="2031167" y="1708879"/>
              <a:ext cx="247338" cy="50217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9B91E2-854A-BBFF-663F-05BC58FA4CB9}"/>
                </a:ext>
              </a:extLst>
            </p:cNvPr>
            <p:cNvSpPr txBox="1"/>
            <p:nvPr/>
          </p:nvSpPr>
          <p:spPr>
            <a:xfrm>
              <a:off x="2330971" y="1775298"/>
              <a:ext cx="3587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sensitive to shift, non-aligned error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1865508-05E1-42DD-410F-27E1C7FB0403}"/>
              </a:ext>
            </a:extLst>
          </p:cNvPr>
          <p:cNvGrpSpPr/>
          <p:nvPr/>
        </p:nvGrpSpPr>
        <p:grpSpPr>
          <a:xfrm>
            <a:off x="6096000" y="1221300"/>
            <a:ext cx="2164952" cy="923330"/>
            <a:chOff x="7644278" y="1324797"/>
            <a:chExt cx="2164952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78E5C1B-2A10-1D09-9BB5-F063BF59EB73}"/>
                    </a:ext>
                  </a:extLst>
                </p:cNvPr>
                <p:cNvSpPr txBox="1"/>
                <p:nvPr/>
              </p:nvSpPr>
              <p:spPr>
                <a:xfrm>
                  <a:off x="7644278" y="1324797"/>
                  <a:ext cx="2164952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𝑏𝑎𝑏𝑎𝑏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𝑏𝑎𝑏𝑎𝑏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oMath>
                    </m:oMathPara>
                  </a14:m>
                  <a:endParaRPr lang="en-US" b="0" dirty="0"/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Hamming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78E5C1B-2A10-1D09-9BB5-F063BF59E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4278" y="1324797"/>
                  <a:ext cx="2164952" cy="923330"/>
                </a:xfrm>
                <a:prstGeom prst="rect">
                  <a:avLst/>
                </a:prstGeom>
                <a:blipFill>
                  <a:blip r:embed="rId3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62E7BB1-EB8F-4A7B-A214-364922E3CDA7}"/>
                </a:ext>
              </a:extLst>
            </p:cNvPr>
            <p:cNvCxnSpPr/>
            <p:nvPr/>
          </p:nvCxnSpPr>
          <p:spPr>
            <a:xfrm flipH="1">
              <a:off x="8379502" y="1558977"/>
              <a:ext cx="67455" cy="149902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212C7E6-C37B-E237-B41F-35E5C2EF45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24407" y="1558977"/>
              <a:ext cx="67455" cy="149902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9510BEA-2BB0-7625-E4AB-7CBC3A25DBD4}"/>
                </a:ext>
              </a:extLst>
            </p:cNvPr>
            <p:cNvCxnSpPr/>
            <p:nvPr/>
          </p:nvCxnSpPr>
          <p:spPr>
            <a:xfrm flipH="1">
              <a:off x="8624341" y="1563974"/>
              <a:ext cx="67455" cy="149902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2E99638-23BB-0578-78B0-D0E830DBE7E0}"/>
                </a:ext>
              </a:extLst>
            </p:cNvPr>
            <p:cNvCxnSpPr/>
            <p:nvPr/>
          </p:nvCxnSpPr>
          <p:spPr>
            <a:xfrm flipH="1">
              <a:off x="8769246" y="1558977"/>
              <a:ext cx="67455" cy="149902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AA9EE96-28EA-2DB8-D3D6-4A5A16DCC875}"/>
                </a:ext>
              </a:extLst>
            </p:cNvPr>
            <p:cNvCxnSpPr/>
            <p:nvPr/>
          </p:nvCxnSpPr>
          <p:spPr>
            <a:xfrm flipH="1">
              <a:off x="8898995" y="1562406"/>
              <a:ext cx="67455" cy="149902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B4A9DC5-8FA7-6161-F8B7-1BF63C3AEE3B}"/>
              </a:ext>
            </a:extLst>
          </p:cNvPr>
          <p:cNvGrpSpPr/>
          <p:nvPr/>
        </p:nvGrpSpPr>
        <p:grpSpPr>
          <a:xfrm>
            <a:off x="8425159" y="1221300"/>
            <a:ext cx="2600968" cy="923330"/>
            <a:chOff x="7329191" y="1330965"/>
            <a:chExt cx="2600968" cy="92333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B88EB7A-5CF8-79D0-1BCA-C667CFFAF152}"/>
                    </a:ext>
                  </a:extLst>
                </p:cNvPr>
                <p:cNvSpPr txBox="1"/>
                <p:nvPr/>
              </p:nvSpPr>
              <p:spPr>
                <a:xfrm>
                  <a:off x="7329191" y="1330965"/>
                  <a:ext cx="2600968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=1234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56∈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=2345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Kendall</m:t>
                        </m:r>
                        <m:r>
                          <a:rPr lang="en-US" b="0" i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tau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B88EB7A-5CF8-79D0-1BCA-C667CFFAF1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9191" y="1330965"/>
                  <a:ext cx="2600968" cy="923330"/>
                </a:xfrm>
                <a:prstGeom prst="rect">
                  <a:avLst/>
                </a:prstGeom>
                <a:blipFill>
                  <a:blip r:embed="rId4"/>
                  <a:stretch>
                    <a:fillRect b="-19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6C83786-E703-1308-7385-096C9C58EFA9}"/>
                </a:ext>
              </a:extLst>
            </p:cNvPr>
            <p:cNvCxnSpPr/>
            <p:nvPr/>
          </p:nvCxnSpPr>
          <p:spPr>
            <a:xfrm flipH="1">
              <a:off x="8286245" y="1565145"/>
              <a:ext cx="67455" cy="149902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7352348-C132-664C-9941-D585CB5963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31150" y="1565145"/>
              <a:ext cx="67455" cy="149902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8529DD0-BFEE-B1B3-92DD-129CC6D3C8E2}"/>
                </a:ext>
              </a:extLst>
            </p:cNvPr>
            <p:cNvCxnSpPr/>
            <p:nvPr/>
          </p:nvCxnSpPr>
          <p:spPr>
            <a:xfrm flipH="1">
              <a:off x="8531084" y="1570142"/>
              <a:ext cx="67455" cy="149902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0708F06-290C-2922-94B5-0728715BB7FD}"/>
                </a:ext>
              </a:extLst>
            </p:cNvPr>
            <p:cNvCxnSpPr/>
            <p:nvPr/>
          </p:nvCxnSpPr>
          <p:spPr>
            <a:xfrm flipH="1">
              <a:off x="8675989" y="1565145"/>
              <a:ext cx="67455" cy="149902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60DE1A6-07DF-4D4A-D356-D32CB79A53D6}"/>
                </a:ext>
              </a:extLst>
            </p:cNvPr>
            <p:cNvCxnSpPr/>
            <p:nvPr/>
          </p:nvCxnSpPr>
          <p:spPr>
            <a:xfrm flipH="1">
              <a:off x="8805738" y="1568574"/>
              <a:ext cx="67455" cy="149902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43EFE40-72C8-EDB6-83D6-5B5BE8C1585A}"/>
              </a:ext>
            </a:extLst>
          </p:cNvPr>
          <p:cNvGrpSpPr/>
          <p:nvPr/>
        </p:nvGrpSpPr>
        <p:grpSpPr>
          <a:xfrm>
            <a:off x="7043584" y="2268417"/>
            <a:ext cx="2763150" cy="919883"/>
            <a:chOff x="8045451" y="2980132"/>
            <a:chExt cx="2160914" cy="751067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E8C963D6-EA0D-06C2-4A43-6FFC0594D0DA}"/>
                </a:ext>
              </a:extLst>
            </p:cNvPr>
            <p:cNvSpPr/>
            <p:nvPr/>
          </p:nvSpPr>
          <p:spPr>
            <a:xfrm>
              <a:off x="8045451" y="2980132"/>
              <a:ext cx="2160914" cy="52840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0A33132-1D42-7371-8F1F-4460F496CF88}"/>
                    </a:ext>
                  </a:extLst>
                </p:cNvPr>
                <p:cNvSpPr txBox="1"/>
                <p:nvPr/>
              </p:nvSpPr>
              <p:spPr>
                <a:xfrm>
                  <a:off x="8377447" y="3059668"/>
                  <a:ext cx="1496922" cy="671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ED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0A33132-1D42-7371-8F1F-4460F496CF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7447" y="3059668"/>
                  <a:ext cx="1496922" cy="6715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3C4B89C-EDA7-7E4F-3C64-73C4C52C6305}"/>
              </a:ext>
            </a:extLst>
          </p:cNvPr>
          <p:cNvGrpSpPr/>
          <p:nvPr/>
        </p:nvGrpSpPr>
        <p:grpSpPr>
          <a:xfrm>
            <a:off x="1431560" y="2255622"/>
            <a:ext cx="5034532" cy="593305"/>
            <a:chOff x="1431560" y="2255622"/>
            <a:chExt cx="5034532" cy="593305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0CCF3923-7AA3-697A-4CC4-61BCE45323F5}"/>
                </a:ext>
              </a:extLst>
            </p:cNvPr>
            <p:cNvSpPr/>
            <p:nvPr/>
          </p:nvSpPr>
          <p:spPr>
            <a:xfrm>
              <a:off x="1431560" y="2255622"/>
              <a:ext cx="247338" cy="593305"/>
            </a:xfrm>
            <a:prstGeom prst="rightBrace">
              <a:avLst>
                <a:gd name="adj1" fmla="val 44697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A68631F-6071-C765-70CD-EDA426E8FD49}"/>
                </a:ext>
              </a:extLst>
            </p:cNvPr>
            <p:cNvSpPr txBox="1"/>
            <p:nvPr/>
          </p:nvSpPr>
          <p:spPr>
            <a:xfrm>
              <a:off x="1785993" y="2332582"/>
              <a:ext cx="46800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6"/>
                  </a:solidFill>
                </a:rPr>
                <a:t>Preferred (text processing, DNA research …)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DBC6E29-B00B-B7ED-45A5-3B5321B79767}"/>
              </a:ext>
            </a:extLst>
          </p:cNvPr>
          <p:cNvGrpSpPr/>
          <p:nvPr/>
        </p:nvGrpSpPr>
        <p:grpSpPr>
          <a:xfrm>
            <a:off x="298594" y="3252626"/>
            <a:ext cx="11756696" cy="3440656"/>
            <a:chOff x="298594" y="3252626"/>
            <a:chExt cx="11756696" cy="344065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C62D661-EB68-EC5B-E1A4-4C0E6F17B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33" t="8841" r="444" b="15053"/>
            <a:stretch>
              <a:fillRect/>
            </a:stretch>
          </p:blipFill>
          <p:spPr>
            <a:xfrm>
              <a:off x="298594" y="3252626"/>
              <a:ext cx="11756696" cy="344065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D02FBE5-3B19-D633-01E1-C8A26604C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816" t="50000" r="1161" b="37317"/>
            <a:stretch>
              <a:fillRect/>
            </a:stretch>
          </p:blipFill>
          <p:spPr>
            <a:xfrm>
              <a:off x="298594" y="4424179"/>
              <a:ext cx="1546412" cy="387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75928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A27F5A-1AE6-E4DB-F90A-2BBC312F5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0A906-A736-A40B-B213-180182385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72026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Rank aggregation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DE16692-AD6E-17D8-7BFF-7D496A2D1B2C}"/>
              </a:ext>
            </a:extLst>
          </p:cNvPr>
          <p:cNvGrpSpPr/>
          <p:nvPr/>
        </p:nvGrpSpPr>
        <p:grpSpPr>
          <a:xfrm>
            <a:off x="6512289" y="3922100"/>
            <a:ext cx="2329759" cy="409796"/>
            <a:chOff x="4138308" y="3861607"/>
            <a:chExt cx="2329759" cy="409796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D50DB7B-F1BF-E287-6D72-3F5E09DC871F}"/>
                </a:ext>
              </a:extLst>
            </p:cNvPr>
            <p:cNvSpPr/>
            <p:nvPr/>
          </p:nvSpPr>
          <p:spPr>
            <a:xfrm>
              <a:off x="4607732" y="3872532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?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7B18067-13F1-77F8-D9D3-A8DEFADB20C4}"/>
                </a:ext>
              </a:extLst>
            </p:cNvPr>
            <p:cNvSpPr/>
            <p:nvPr/>
          </p:nvSpPr>
          <p:spPr>
            <a:xfrm>
              <a:off x="4979799" y="3872532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?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C4A9ADE1-642E-657D-B3CE-7BC169842F64}"/>
                </a:ext>
              </a:extLst>
            </p:cNvPr>
            <p:cNvSpPr/>
            <p:nvPr/>
          </p:nvSpPr>
          <p:spPr>
            <a:xfrm>
              <a:off x="5351866" y="3872533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?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EBAAE64-3A58-6195-433F-9602CFDAE180}"/>
                </a:ext>
              </a:extLst>
            </p:cNvPr>
            <p:cNvSpPr/>
            <p:nvPr/>
          </p:nvSpPr>
          <p:spPr>
            <a:xfrm>
              <a:off x="5723933" y="3874111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?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0583314-ECA0-5181-E34F-B90A3ED69BA1}"/>
                </a:ext>
              </a:extLst>
            </p:cNvPr>
            <p:cNvSpPr/>
            <p:nvPr/>
          </p:nvSpPr>
          <p:spPr>
            <a:xfrm>
              <a:off x="6096000" y="3874112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0B6E9FB1-9E0D-E90A-11B9-7A4FA9334BE4}"/>
                    </a:ext>
                  </a:extLst>
                </p:cNvPr>
                <p:cNvSpPr txBox="1"/>
                <p:nvPr/>
              </p:nvSpPr>
              <p:spPr>
                <a:xfrm>
                  <a:off x="4138308" y="3861607"/>
                  <a:ext cx="4715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0B6E9FB1-9E0D-E90A-11B9-7A4FA9334B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8308" y="3861607"/>
                  <a:ext cx="471539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57">
            <a:extLst>
              <a:ext uri="{FF2B5EF4-FFF2-40B4-BE49-F238E27FC236}">
                <a16:creationId xmlns:a16="http://schemas.microsoft.com/office/drawing/2014/main" id="{42D5E10A-4285-10BB-872A-A07D1469283A}"/>
              </a:ext>
            </a:extLst>
          </p:cNvPr>
          <p:cNvGrpSpPr/>
          <p:nvPr/>
        </p:nvGrpSpPr>
        <p:grpSpPr>
          <a:xfrm>
            <a:off x="2493612" y="2157533"/>
            <a:ext cx="2338471" cy="3207793"/>
            <a:chOff x="592115" y="2530178"/>
            <a:chExt cx="2338471" cy="3207793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758738AC-EE10-3F20-6DE1-00BEAACBB10D}"/>
                </a:ext>
              </a:extLst>
            </p:cNvPr>
            <p:cNvSpPr/>
            <p:nvPr/>
          </p:nvSpPr>
          <p:spPr>
            <a:xfrm>
              <a:off x="1061539" y="254110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F6BA42B2-F53E-2C6A-5160-17245F418AD7}"/>
                </a:ext>
              </a:extLst>
            </p:cNvPr>
            <p:cNvSpPr/>
            <p:nvPr/>
          </p:nvSpPr>
          <p:spPr>
            <a:xfrm>
              <a:off x="1433606" y="254110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9633C6AD-647B-A65E-D623-78DB63D74E7E}"/>
                </a:ext>
              </a:extLst>
            </p:cNvPr>
            <p:cNvSpPr/>
            <p:nvPr/>
          </p:nvSpPr>
          <p:spPr>
            <a:xfrm>
              <a:off x="1805673" y="254110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7C99452E-C7ED-8897-5F0B-A2153342BC6B}"/>
                </a:ext>
              </a:extLst>
            </p:cNvPr>
            <p:cNvSpPr/>
            <p:nvPr/>
          </p:nvSpPr>
          <p:spPr>
            <a:xfrm>
              <a:off x="2177740" y="2542682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21" name="Rectangle 7">
              <a:extLst>
                <a:ext uri="{FF2B5EF4-FFF2-40B4-BE49-F238E27FC236}">
                  <a16:creationId xmlns:a16="http://schemas.microsoft.com/office/drawing/2014/main" id="{0BF66391-A86E-03BC-B45B-6E7E99DDAD81}"/>
                </a:ext>
              </a:extLst>
            </p:cNvPr>
            <p:cNvSpPr/>
            <p:nvPr/>
          </p:nvSpPr>
          <p:spPr>
            <a:xfrm>
              <a:off x="2549807" y="254268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8">
                  <a:extLst>
                    <a:ext uri="{FF2B5EF4-FFF2-40B4-BE49-F238E27FC236}">
                      <a16:creationId xmlns:a16="http://schemas.microsoft.com/office/drawing/2014/main" id="{3A6F2398-97FC-88EB-E567-8188E15FA51F}"/>
                    </a:ext>
                  </a:extLst>
                </p:cNvPr>
                <p:cNvSpPr txBox="1"/>
                <p:nvPr/>
              </p:nvSpPr>
              <p:spPr>
                <a:xfrm>
                  <a:off x="592115" y="2530178"/>
                  <a:ext cx="469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8">
                  <a:extLst>
                    <a:ext uri="{FF2B5EF4-FFF2-40B4-BE49-F238E27FC236}">
                      <a16:creationId xmlns:a16="http://schemas.microsoft.com/office/drawing/2014/main" id="{3A6F2398-97FC-88EB-E567-8188E15FA5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15" y="2530178"/>
                  <a:ext cx="46942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351BE364-D517-E7CF-A4DA-05247A2065C4}"/>
                </a:ext>
              </a:extLst>
            </p:cNvPr>
            <p:cNvSpPr/>
            <p:nvPr/>
          </p:nvSpPr>
          <p:spPr>
            <a:xfrm>
              <a:off x="1061539" y="321708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9BFA7AC3-EBFD-63B1-278E-9DDD5D8BA2A3}"/>
                </a:ext>
              </a:extLst>
            </p:cNvPr>
            <p:cNvSpPr/>
            <p:nvPr/>
          </p:nvSpPr>
          <p:spPr>
            <a:xfrm>
              <a:off x="1433606" y="321708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62ECE0E2-AE2C-076A-F40B-4113604C569B}"/>
                </a:ext>
              </a:extLst>
            </p:cNvPr>
            <p:cNvSpPr/>
            <p:nvPr/>
          </p:nvSpPr>
          <p:spPr>
            <a:xfrm>
              <a:off x="1805673" y="3217086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35" name="Rectangle 12">
              <a:extLst>
                <a:ext uri="{FF2B5EF4-FFF2-40B4-BE49-F238E27FC236}">
                  <a16:creationId xmlns:a16="http://schemas.microsoft.com/office/drawing/2014/main" id="{BEA5B48E-741E-D882-D490-69AA43C67AE4}"/>
                </a:ext>
              </a:extLst>
            </p:cNvPr>
            <p:cNvSpPr/>
            <p:nvPr/>
          </p:nvSpPr>
          <p:spPr>
            <a:xfrm>
              <a:off x="2177740" y="321866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36" name="Rectangle 13">
              <a:extLst>
                <a:ext uri="{FF2B5EF4-FFF2-40B4-BE49-F238E27FC236}">
                  <a16:creationId xmlns:a16="http://schemas.microsoft.com/office/drawing/2014/main" id="{0B0600DC-7DA6-9B6B-F3A7-EB0349DA417E}"/>
                </a:ext>
              </a:extLst>
            </p:cNvPr>
            <p:cNvSpPr/>
            <p:nvPr/>
          </p:nvSpPr>
          <p:spPr>
            <a:xfrm>
              <a:off x="2549807" y="321866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14">
                  <a:extLst>
                    <a:ext uri="{FF2B5EF4-FFF2-40B4-BE49-F238E27FC236}">
                      <a16:creationId xmlns:a16="http://schemas.microsoft.com/office/drawing/2014/main" id="{F379A249-D4C8-96A4-E250-0CFD8EF33B6D}"/>
                    </a:ext>
                  </a:extLst>
                </p:cNvPr>
                <p:cNvSpPr txBox="1"/>
                <p:nvPr/>
              </p:nvSpPr>
              <p:spPr>
                <a:xfrm>
                  <a:off x="592115" y="3206160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14">
                  <a:extLst>
                    <a:ext uri="{FF2B5EF4-FFF2-40B4-BE49-F238E27FC236}">
                      <a16:creationId xmlns:a16="http://schemas.microsoft.com/office/drawing/2014/main" id="{F379A249-D4C8-96A4-E250-0CFD8EF33B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15" y="3206160"/>
                  <a:ext cx="47474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Rectangle 15">
              <a:extLst>
                <a:ext uri="{FF2B5EF4-FFF2-40B4-BE49-F238E27FC236}">
                  <a16:creationId xmlns:a16="http://schemas.microsoft.com/office/drawing/2014/main" id="{ED379C12-A904-DF72-6278-8D73DA565884}"/>
                </a:ext>
              </a:extLst>
            </p:cNvPr>
            <p:cNvSpPr/>
            <p:nvPr/>
          </p:nvSpPr>
          <p:spPr>
            <a:xfrm>
              <a:off x="1061539" y="3918192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39" name="Rectangle 16">
              <a:extLst>
                <a:ext uri="{FF2B5EF4-FFF2-40B4-BE49-F238E27FC236}">
                  <a16:creationId xmlns:a16="http://schemas.microsoft.com/office/drawing/2014/main" id="{7EE884C2-E3FB-B660-5678-6E4067610EEA}"/>
                </a:ext>
              </a:extLst>
            </p:cNvPr>
            <p:cNvSpPr/>
            <p:nvPr/>
          </p:nvSpPr>
          <p:spPr>
            <a:xfrm>
              <a:off x="1433606" y="3918192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3</a:t>
              </a:r>
            </a:p>
          </p:txBody>
        </p:sp>
        <p:sp>
          <p:nvSpPr>
            <p:cNvPr id="40" name="Rectangle 17">
              <a:extLst>
                <a:ext uri="{FF2B5EF4-FFF2-40B4-BE49-F238E27FC236}">
                  <a16:creationId xmlns:a16="http://schemas.microsoft.com/office/drawing/2014/main" id="{2913307C-5426-6B50-C5CB-C0138E8BD9B3}"/>
                </a:ext>
              </a:extLst>
            </p:cNvPr>
            <p:cNvSpPr/>
            <p:nvPr/>
          </p:nvSpPr>
          <p:spPr>
            <a:xfrm>
              <a:off x="1805673" y="3918193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41" name="Rectangle 18">
              <a:extLst>
                <a:ext uri="{FF2B5EF4-FFF2-40B4-BE49-F238E27FC236}">
                  <a16:creationId xmlns:a16="http://schemas.microsoft.com/office/drawing/2014/main" id="{EE021A29-BAB0-E22E-F880-2EB4CBFB7E78}"/>
                </a:ext>
              </a:extLst>
            </p:cNvPr>
            <p:cNvSpPr/>
            <p:nvPr/>
          </p:nvSpPr>
          <p:spPr>
            <a:xfrm>
              <a:off x="2177740" y="3919771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42" name="Rectangle 19">
              <a:extLst>
                <a:ext uri="{FF2B5EF4-FFF2-40B4-BE49-F238E27FC236}">
                  <a16:creationId xmlns:a16="http://schemas.microsoft.com/office/drawing/2014/main" id="{559713FE-5AA1-BEAB-364E-F7060D602E66}"/>
                </a:ext>
              </a:extLst>
            </p:cNvPr>
            <p:cNvSpPr/>
            <p:nvPr/>
          </p:nvSpPr>
          <p:spPr>
            <a:xfrm>
              <a:off x="2549807" y="3919772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4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20">
                  <a:extLst>
                    <a:ext uri="{FF2B5EF4-FFF2-40B4-BE49-F238E27FC236}">
                      <a16:creationId xmlns:a16="http://schemas.microsoft.com/office/drawing/2014/main" id="{F29F2EC6-56CC-FAAB-0283-56F63BE47368}"/>
                    </a:ext>
                  </a:extLst>
                </p:cNvPr>
                <p:cNvSpPr txBox="1"/>
                <p:nvPr/>
              </p:nvSpPr>
              <p:spPr>
                <a:xfrm>
                  <a:off x="592115" y="3907267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20">
                  <a:extLst>
                    <a:ext uri="{FF2B5EF4-FFF2-40B4-BE49-F238E27FC236}">
                      <a16:creationId xmlns:a16="http://schemas.microsoft.com/office/drawing/2014/main" id="{F29F2EC6-56CC-FAAB-0283-56F63BE47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15" y="3907267"/>
                  <a:ext cx="47474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Rectangle 21">
              <a:extLst>
                <a:ext uri="{FF2B5EF4-FFF2-40B4-BE49-F238E27FC236}">
                  <a16:creationId xmlns:a16="http://schemas.microsoft.com/office/drawing/2014/main" id="{D4CF4C87-6AFD-F376-89B2-8C289FBBB1FA}"/>
                </a:ext>
              </a:extLst>
            </p:cNvPr>
            <p:cNvSpPr/>
            <p:nvPr/>
          </p:nvSpPr>
          <p:spPr>
            <a:xfrm>
              <a:off x="1070251" y="533910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45" name="Rectangle 22">
              <a:extLst>
                <a:ext uri="{FF2B5EF4-FFF2-40B4-BE49-F238E27FC236}">
                  <a16:creationId xmlns:a16="http://schemas.microsoft.com/office/drawing/2014/main" id="{4DA87EAA-B424-2677-C088-ECB39AAAA5F0}"/>
                </a:ext>
              </a:extLst>
            </p:cNvPr>
            <p:cNvSpPr/>
            <p:nvPr/>
          </p:nvSpPr>
          <p:spPr>
            <a:xfrm>
              <a:off x="1442318" y="533910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46B47023-DFBD-1461-FEA2-1DDD6E0306E6}"/>
                </a:ext>
              </a:extLst>
            </p:cNvPr>
            <p:cNvSpPr/>
            <p:nvPr/>
          </p:nvSpPr>
          <p:spPr>
            <a:xfrm>
              <a:off x="1814385" y="533910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p:sp>
          <p:nvSpPr>
            <p:cNvPr id="47" name="Rectangle 24">
              <a:extLst>
                <a:ext uri="{FF2B5EF4-FFF2-40B4-BE49-F238E27FC236}">
                  <a16:creationId xmlns:a16="http://schemas.microsoft.com/office/drawing/2014/main" id="{E0A53498-11F8-EA68-8AA4-F414BA2B805D}"/>
                </a:ext>
              </a:extLst>
            </p:cNvPr>
            <p:cNvSpPr/>
            <p:nvPr/>
          </p:nvSpPr>
          <p:spPr>
            <a:xfrm>
              <a:off x="2186452" y="5340679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48" name="Rectangle 25">
              <a:extLst>
                <a:ext uri="{FF2B5EF4-FFF2-40B4-BE49-F238E27FC236}">
                  <a16:creationId xmlns:a16="http://schemas.microsoft.com/office/drawing/2014/main" id="{2CC34865-AB7F-669E-9195-4E183106639B}"/>
                </a:ext>
              </a:extLst>
            </p:cNvPr>
            <p:cNvSpPr/>
            <p:nvPr/>
          </p:nvSpPr>
          <p:spPr>
            <a:xfrm>
              <a:off x="2558519" y="534068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26">
                  <a:extLst>
                    <a:ext uri="{FF2B5EF4-FFF2-40B4-BE49-F238E27FC236}">
                      <a16:creationId xmlns:a16="http://schemas.microsoft.com/office/drawing/2014/main" id="{B741B310-F493-CD95-A3C6-61A1404537D1}"/>
                    </a:ext>
                  </a:extLst>
                </p:cNvPr>
                <p:cNvSpPr txBox="1"/>
                <p:nvPr/>
              </p:nvSpPr>
              <p:spPr>
                <a:xfrm>
                  <a:off x="600827" y="5328175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26">
                  <a:extLst>
                    <a:ext uri="{FF2B5EF4-FFF2-40B4-BE49-F238E27FC236}">
                      <a16:creationId xmlns:a16="http://schemas.microsoft.com/office/drawing/2014/main" id="{B741B310-F493-CD95-A3C6-61A1404537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827" y="5328175"/>
                  <a:ext cx="47474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Rectangle 27">
              <a:extLst>
                <a:ext uri="{FF2B5EF4-FFF2-40B4-BE49-F238E27FC236}">
                  <a16:creationId xmlns:a16="http://schemas.microsoft.com/office/drawing/2014/main" id="{CEEF66F0-D061-FF79-1DBD-D8B692E8B4DD}"/>
                </a:ext>
              </a:extLst>
            </p:cNvPr>
            <p:cNvSpPr/>
            <p:nvPr/>
          </p:nvSpPr>
          <p:spPr>
            <a:xfrm>
              <a:off x="1053772" y="461772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51" name="Rectangle 28">
              <a:extLst>
                <a:ext uri="{FF2B5EF4-FFF2-40B4-BE49-F238E27FC236}">
                  <a16:creationId xmlns:a16="http://schemas.microsoft.com/office/drawing/2014/main" id="{FD97A589-69AF-90C0-3A9D-CB8C2683FCF9}"/>
                </a:ext>
              </a:extLst>
            </p:cNvPr>
            <p:cNvSpPr/>
            <p:nvPr/>
          </p:nvSpPr>
          <p:spPr>
            <a:xfrm>
              <a:off x="1425839" y="461772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52" name="Rectangle 29">
              <a:extLst>
                <a:ext uri="{FF2B5EF4-FFF2-40B4-BE49-F238E27FC236}">
                  <a16:creationId xmlns:a16="http://schemas.microsoft.com/office/drawing/2014/main" id="{BCB447FC-0326-78AD-7C39-0EE51306588A}"/>
                </a:ext>
              </a:extLst>
            </p:cNvPr>
            <p:cNvSpPr/>
            <p:nvPr/>
          </p:nvSpPr>
          <p:spPr>
            <a:xfrm>
              <a:off x="1797906" y="4617722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53" name="Rectangle 30">
              <a:extLst>
                <a:ext uri="{FF2B5EF4-FFF2-40B4-BE49-F238E27FC236}">
                  <a16:creationId xmlns:a16="http://schemas.microsoft.com/office/drawing/2014/main" id="{ABD1DCF8-0CA5-F801-42F4-A17564236EC7}"/>
                </a:ext>
              </a:extLst>
            </p:cNvPr>
            <p:cNvSpPr/>
            <p:nvPr/>
          </p:nvSpPr>
          <p:spPr>
            <a:xfrm>
              <a:off x="2169973" y="461930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54" name="Rectangle 31">
              <a:extLst>
                <a:ext uri="{FF2B5EF4-FFF2-40B4-BE49-F238E27FC236}">
                  <a16:creationId xmlns:a16="http://schemas.microsoft.com/office/drawing/2014/main" id="{C112F642-C837-B18B-114C-33E11E6F7D01}"/>
                </a:ext>
              </a:extLst>
            </p:cNvPr>
            <p:cNvSpPr/>
            <p:nvPr/>
          </p:nvSpPr>
          <p:spPr>
            <a:xfrm>
              <a:off x="2542040" y="461930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32">
                  <a:extLst>
                    <a:ext uri="{FF2B5EF4-FFF2-40B4-BE49-F238E27FC236}">
                      <a16:creationId xmlns:a16="http://schemas.microsoft.com/office/drawing/2014/main" id="{BB95607B-FF95-20EF-B67A-C42331EE2E67}"/>
                    </a:ext>
                  </a:extLst>
                </p:cNvPr>
                <p:cNvSpPr txBox="1"/>
                <p:nvPr/>
              </p:nvSpPr>
              <p:spPr>
                <a:xfrm>
                  <a:off x="600827" y="4617721"/>
                  <a:ext cx="474745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32">
                  <a:extLst>
                    <a:ext uri="{FF2B5EF4-FFF2-40B4-BE49-F238E27FC236}">
                      <a16:creationId xmlns:a16="http://schemas.microsoft.com/office/drawing/2014/main" id="{BB95607B-FF95-20EF-B67A-C42331EE2E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827" y="4617721"/>
                  <a:ext cx="47474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" name="Left Brace 52">
            <a:extLst>
              <a:ext uri="{FF2B5EF4-FFF2-40B4-BE49-F238E27FC236}">
                <a16:creationId xmlns:a16="http://schemas.microsoft.com/office/drawing/2014/main" id="{37E00AFC-12FE-0FEA-9DA1-8768C4F2F095}"/>
              </a:ext>
            </a:extLst>
          </p:cNvPr>
          <p:cNvSpPr/>
          <p:nvPr/>
        </p:nvSpPr>
        <p:spPr>
          <a:xfrm rot="10800000">
            <a:off x="5122463" y="2057751"/>
            <a:ext cx="315305" cy="338643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1C15C9E4-FC33-A46F-5080-5AE8DF0C4E54}"/>
              </a:ext>
            </a:extLst>
          </p:cNvPr>
          <p:cNvSpPr/>
          <p:nvPr/>
        </p:nvSpPr>
        <p:spPr>
          <a:xfrm>
            <a:off x="6472281" y="3291301"/>
            <a:ext cx="2747380" cy="50849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Aggregated Rank</a:t>
            </a:r>
          </a:p>
        </p:txBody>
      </p:sp>
    </p:spTree>
    <p:extLst>
      <p:ext uri="{BB962C8B-B14F-4D97-AF65-F5344CB8AC3E}">
        <p14:creationId xmlns:p14="http://schemas.microsoft.com/office/powerpoint/2010/main" val="2137616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7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6FC6F-9A21-90C2-B874-314EF1DB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6"/>
            <a:ext cx="11597640" cy="75501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Applications of rank aggregation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F79A0F-E0FC-B542-2551-ED320D4E74E5}"/>
              </a:ext>
            </a:extLst>
          </p:cNvPr>
          <p:cNvSpPr/>
          <p:nvPr/>
        </p:nvSpPr>
        <p:spPr>
          <a:xfrm>
            <a:off x="1463040" y="1707109"/>
            <a:ext cx="2301240" cy="172189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042C18-A04A-BEA1-CA4B-6FAA795F3C46}"/>
              </a:ext>
            </a:extLst>
          </p:cNvPr>
          <p:cNvSpPr/>
          <p:nvPr/>
        </p:nvSpPr>
        <p:spPr>
          <a:xfrm>
            <a:off x="3863341" y="1673602"/>
            <a:ext cx="2301240" cy="271996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0E60A8B-A816-153E-8FD0-159A9C2070E4}"/>
              </a:ext>
            </a:extLst>
          </p:cNvPr>
          <p:cNvSpPr/>
          <p:nvPr/>
        </p:nvSpPr>
        <p:spPr>
          <a:xfrm>
            <a:off x="6278880" y="3482570"/>
            <a:ext cx="2301240" cy="220435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2192AB6-EFA9-55C7-64BD-47F127F23059}"/>
              </a:ext>
            </a:extLst>
          </p:cNvPr>
          <p:cNvSpPr/>
          <p:nvPr/>
        </p:nvSpPr>
        <p:spPr>
          <a:xfrm>
            <a:off x="1463040" y="3482570"/>
            <a:ext cx="2301240" cy="220435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00F26F-42A5-DB76-9CB3-7F399941C6DD}"/>
              </a:ext>
            </a:extLst>
          </p:cNvPr>
          <p:cNvSpPr/>
          <p:nvPr/>
        </p:nvSpPr>
        <p:spPr>
          <a:xfrm>
            <a:off x="3863341" y="4541521"/>
            <a:ext cx="2301240" cy="114540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BD28C96-CD3A-05ED-4645-972C691E3BCC}"/>
              </a:ext>
            </a:extLst>
          </p:cNvPr>
          <p:cNvSpPr/>
          <p:nvPr/>
        </p:nvSpPr>
        <p:spPr>
          <a:xfrm>
            <a:off x="6278880" y="1694446"/>
            <a:ext cx="2301240" cy="170629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8BA22E7-9710-CBB2-3850-AAB9E48C71AF}"/>
              </a:ext>
            </a:extLst>
          </p:cNvPr>
          <p:cNvSpPr/>
          <p:nvPr/>
        </p:nvSpPr>
        <p:spPr>
          <a:xfrm>
            <a:off x="8694419" y="1707109"/>
            <a:ext cx="2301240" cy="399383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Graphic 21" descr="Help with solid fill">
            <a:extLst>
              <a:ext uri="{FF2B5EF4-FFF2-40B4-BE49-F238E27FC236}">
                <a16:creationId xmlns:a16="http://schemas.microsoft.com/office/drawing/2014/main" id="{E72DAB39-2E2A-B64E-2724-7962BA874E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3132" y="2056498"/>
            <a:ext cx="914400" cy="914400"/>
          </a:xfrm>
          <a:prstGeom prst="rect">
            <a:avLst/>
          </a:prstGeom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pic>
        <p:nvPicPr>
          <p:cNvPr id="24" name="Graphic 23" descr="Help with solid fill">
            <a:extLst>
              <a:ext uri="{FF2B5EF4-FFF2-40B4-BE49-F238E27FC236}">
                <a16:creationId xmlns:a16="http://schemas.microsoft.com/office/drawing/2014/main" id="{935EB2A1-E0FE-C2A2-7EA2-CB8E590EEF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1222" y="4127547"/>
            <a:ext cx="914400" cy="914400"/>
          </a:xfrm>
          <a:prstGeom prst="rect">
            <a:avLst/>
          </a:prstGeom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pic>
        <p:nvPicPr>
          <p:cNvPr id="26" name="Graphic 25" descr="Help with solid fill">
            <a:extLst>
              <a:ext uri="{FF2B5EF4-FFF2-40B4-BE49-F238E27FC236}">
                <a16:creationId xmlns:a16="http://schemas.microsoft.com/office/drawing/2014/main" id="{8CB72B31-636D-E519-D94E-A7BF212062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1999" y="2726175"/>
            <a:ext cx="914400" cy="914400"/>
          </a:xfrm>
          <a:prstGeom prst="rect">
            <a:avLst/>
          </a:prstGeom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pic>
        <p:nvPicPr>
          <p:cNvPr id="28" name="Graphic 27" descr="Help with solid fill">
            <a:extLst>
              <a:ext uri="{FF2B5EF4-FFF2-40B4-BE49-F238E27FC236}">
                <a16:creationId xmlns:a16="http://schemas.microsoft.com/office/drawing/2014/main" id="{F2E4867C-E3A5-4B73-DE6D-08E6A9F753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1999" y="4661852"/>
            <a:ext cx="914400" cy="914400"/>
          </a:xfrm>
          <a:prstGeom prst="rect">
            <a:avLst/>
          </a:prstGeom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pic>
        <p:nvPicPr>
          <p:cNvPr id="30" name="Graphic 29" descr="Help with solid fill">
            <a:extLst>
              <a:ext uri="{FF2B5EF4-FFF2-40B4-BE49-F238E27FC236}">
                <a16:creationId xmlns:a16="http://schemas.microsoft.com/office/drawing/2014/main" id="{F6AA80D0-E025-DF8F-C7C0-8A0D165623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9919" y="2070056"/>
            <a:ext cx="914400" cy="914400"/>
          </a:xfrm>
          <a:prstGeom prst="rect">
            <a:avLst/>
          </a:prstGeom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pic>
        <p:nvPicPr>
          <p:cNvPr id="32" name="Graphic 31" descr="Help with solid fill">
            <a:extLst>
              <a:ext uri="{FF2B5EF4-FFF2-40B4-BE49-F238E27FC236}">
                <a16:creationId xmlns:a16="http://schemas.microsoft.com/office/drawing/2014/main" id="{A0EF0DD1-D62B-A581-42E6-2132E5611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2300" y="4171482"/>
            <a:ext cx="914400" cy="914400"/>
          </a:xfrm>
          <a:prstGeom prst="rect">
            <a:avLst/>
          </a:prstGeom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pic>
        <p:nvPicPr>
          <p:cNvPr id="34" name="Graphic 33" descr="Help with solid fill">
            <a:extLst>
              <a:ext uri="{FF2B5EF4-FFF2-40B4-BE49-F238E27FC236}">
                <a16:creationId xmlns:a16="http://schemas.microsoft.com/office/drawing/2014/main" id="{25DFE9BF-B2BA-3D2D-794E-BE5513E57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839" y="3213147"/>
            <a:ext cx="914400" cy="914400"/>
          </a:xfrm>
          <a:prstGeom prst="rect">
            <a:avLst/>
          </a:prstGeom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65171088-CCED-F892-C0A8-17F7B814C526}"/>
              </a:ext>
            </a:extLst>
          </p:cNvPr>
          <p:cNvSpPr/>
          <p:nvPr/>
        </p:nvSpPr>
        <p:spPr>
          <a:xfrm>
            <a:off x="1821180" y="2339340"/>
            <a:ext cx="1600200" cy="4982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33E4A07-16CE-9434-C42C-129BC1FD1630}"/>
              </a:ext>
            </a:extLst>
          </p:cNvPr>
          <p:cNvSpPr/>
          <p:nvPr/>
        </p:nvSpPr>
        <p:spPr>
          <a:xfrm>
            <a:off x="1965960" y="2278380"/>
            <a:ext cx="1325880" cy="5592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215F9A"/>
                </a:solidFill>
              </a:rPr>
              <a:t>Elections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EE7E06C-B5B9-DEFD-E946-98FF1E0F6EA4}"/>
              </a:ext>
            </a:extLst>
          </p:cNvPr>
          <p:cNvSpPr/>
          <p:nvPr/>
        </p:nvSpPr>
        <p:spPr>
          <a:xfrm>
            <a:off x="4389120" y="2855910"/>
            <a:ext cx="1325880" cy="5592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215F9A"/>
                </a:solidFill>
              </a:rPr>
              <a:t>Web evaluation systems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640949C-BFF0-4F2E-E1D4-DD9EDAEDDDE1}"/>
              </a:ext>
            </a:extLst>
          </p:cNvPr>
          <p:cNvSpPr/>
          <p:nvPr/>
        </p:nvSpPr>
        <p:spPr>
          <a:xfrm>
            <a:off x="6377942" y="4261914"/>
            <a:ext cx="2301239" cy="5592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rgbClr val="215F9A"/>
                </a:solidFill>
              </a:rPr>
              <a:t>Recommendation Systems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ABC770F-5F92-24F1-4ABD-4EF00A5B595F}"/>
              </a:ext>
            </a:extLst>
          </p:cNvPr>
          <p:cNvSpPr/>
          <p:nvPr/>
        </p:nvSpPr>
        <p:spPr>
          <a:xfrm>
            <a:off x="6797040" y="2186551"/>
            <a:ext cx="1325880" cy="5592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215F9A"/>
                </a:solidFill>
              </a:rPr>
              <a:t>Search engines</a:t>
            </a:r>
          </a:p>
        </p:txBody>
      </p:sp>
    </p:spTree>
    <p:extLst>
      <p:ext uri="{BB962C8B-B14F-4D97-AF65-F5344CB8AC3E}">
        <p14:creationId xmlns:p14="http://schemas.microsoft.com/office/powerpoint/2010/main" val="3752529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6" dur="2000" fill="hold"/>
                                        <p:tgtEl>
                                          <p:spTgt spid="3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2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8" dur="2000" fill="hold"/>
                                        <p:tgtEl>
                                          <p:spTgt spid="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0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36" grpId="0"/>
      <p:bldP spid="38" grpId="0"/>
      <p:bldP spid="40" grpId="0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10847-13D2-6C46-F2FB-9AD875960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3D253-3A9F-15F9-69AC-C9ADC2251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72026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Consensus </a:t>
            </a:r>
            <a:r>
              <a:rPr lang="en-US" dirty="0" err="1">
                <a:solidFill>
                  <a:schemeClr val="bg1"/>
                </a:solidFill>
              </a:rPr>
              <a:t>Clusterings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CF8C34-9DC2-6010-880D-A0A9FBF33E75}"/>
              </a:ext>
            </a:extLst>
          </p:cNvPr>
          <p:cNvGrpSpPr/>
          <p:nvPr/>
        </p:nvGrpSpPr>
        <p:grpSpPr>
          <a:xfrm>
            <a:off x="282802" y="1767766"/>
            <a:ext cx="1938680" cy="1452281"/>
            <a:chOff x="410136" y="1580030"/>
            <a:chExt cx="4524935" cy="3348318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AA97C74-76C3-6822-6A62-74E406C56AB6}"/>
                </a:ext>
              </a:extLst>
            </p:cNvPr>
            <p:cNvSpPr/>
            <p:nvPr/>
          </p:nvSpPr>
          <p:spPr>
            <a:xfrm>
              <a:off x="410136" y="1580030"/>
              <a:ext cx="4524935" cy="334831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59090B8-B7C6-8F8B-C02E-B6EBA7F7D291}"/>
                </a:ext>
              </a:extLst>
            </p:cNvPr>
            <p:cNvSpPr/>
            <p:nvPr/>
          </p:nvSpPr>
          <p:spPr>
            <a:xfrm>
              <a:off x="1815354" y="18825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F52B925-2FC0-35CC-50CD-83343E01B98F}"/>
                </a:ext>
              </a:extLst>
            </p:cNvPr>
            <p:cNvSpPr/>
            <p:nvPr/>
          </p:nvSpPr>
          <p:spPr>
            <a:xfrm>
              <a:off x="690283" y="28799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6642588-C155-93F2-BE65-45A70B10461D}"/>
                </a:ext>
              </a:extLst>
            </p:cNvPr>
            <p:cNvSpPr/>
            <p:nvPr/>
          </p:nvSpPr>
          <p:spPr>
            <a:xfrm>
              <a:off x="1498508" y="32446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24191B1-D287-DC6F-AA82-221F3745C726}"/>
                </a:ext>
              </a:extLst>
            </p:cNvPr>
            <p:cNvSpPr/>
            <p:nvPr/>
          </p:nvSpPr>
          <p:spPr>
            <a:xfrm>
              <a:off x="1855696" y="25594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52AE5E2-C69E-7E7A-F07F-700702DA97C5}"/>
                </a:ext>
              </a:extLst>
            </p:cNvPr>
            <p:cNvSpPr/>
            <p:nvPr/>
          </p:nvSpPr>
          <p:spPr>
            <a:xfrm>
              <a:off x="2058523" y="31970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5F5B075-DBC8-DAEE-EB7E-9B216CE9531F}"/>
                </a:ext>
              </a:extLst>
            </p:cNvPr>
            <p:cNvSpPr/>
            <p:nvPr/>
          </p:nvSpPr>
          <p:spPr>
            <a:xfrm>
              <a:off x="2615454" y="22079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AB33EFF-143F-932D-F4BA-405CE80F6FA9}"/>
                </a:ext>
              </a:extLst>
            </p:cNvPr>
            <p:cNvSpPr/>
            <p:nvPr/>
          </p:nvSpPr>
          <p:spPr>
            <a:xfrm>
              <a:off x="3910854" y="24451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9279D2A-432A-5A62-B93B-25ACE677BEFA}"/>
                </a:ext>
              </a:extLst>
            </p:cNvPr>
            <p:cNvSpPr/>
            <p:nvPr/>
          </p:nvSpPr>
          <p:spPr>
            <a:xfrm>
              <a:off x="969312" y="37943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6267C03-AB76-132D-C217-E27D01D22A67}"/>
                </a:ext>
              </a:extLst>
            </p:cNvPr>
            <p:cNvSpPr/>
            <p:nvPr/>
          </p:nvSpPr>
          <p:spPr>
            <a:xfrm>
              <a:off x="4372537" y="31398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B326E3E-CB33-4D54-33E4-1D4E2D04CBB9}"/>
                </a:ext>
              </a:extLst>
            </p:cNvPr>
            <p:cNvSpPr/>
            <p:nvPr/>
          </p:nvSpPr>
          <p:spPr>
            <a:xfrm>
              <a:off x="3173507" y="28563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70A83F2-1ED2-5BB6-2596-14696ABAA289}"/>
                </a:ext>
              </a:extLst>
            </p:cNvPr>
            <p:cNvSpPr/>
            <p:nvPr/>
          </p:nvSpPr>
          <p:spPr>
            <a:xfrm>
              <a:off x="3796554" y="30827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1EB5C80-24C0-7A91-9DD0-3FD7385BEC6E}"/>
                </a:ext>
              </a:extLst>
            </p:cNvPr>
            <p:cNvSpPr/>
            <p:nvPr/>
          </p:nvSpPr>
          <p:spPr>
            <a:xfrm>
              <a:off x="2920254" y="4365812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6D19AD3-FBC6-3B06-1528-0CDE12FED1FB}"/>
                </a:ext>
              </a:extLst>
            </p:cNvPr>
            <p:cNvSpPr/>
            <p:nvPr/>
          </p:nvSpPr>
          <p:spPr>
            <a:xfrm>
              <a:off x="2863104" y="39209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94681BD-9B61-D7CB-90B5-B43D80D0AC10}"/>
                </a:ext>
              </a:extLst>
            </p:cNvPr>
            <p:cNvSpPr/>
            <p:nvPr/>
          </p:nvSpPr>
          <p:spPr>
            <a:xfrm>
              <a:off x="3238502" y="405653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8F84678-B559-6218-0038-112145CC3782}"/>
                </a:ext>
              </a:extLst>
            </p:cNvPr>
            <p:cNvSpPr/>
            <p:nvPr/>
          </p:nvSpPr>
          <p:spPr>
            <a:xfrm>
              <a:off x="3339354" y="179784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A13C5D3-2101-2F99-7391-C6D70C3CF5DE}"/>
              </a:ext>
            </a:extLst>
          </p:cNvPr>
          <p:cNvSpPr txBox="1"/>
          <p:nvPr/>
        </p:nvSpPr>
        <p:spPr>
          <a:xfrm>
            <a:off x="546862" y="1238314"/>
            <a:ext cx="1470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Ground set V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4D1520E2-2F2F-D37E-6E43-5FCC85D0B910}"/>
              </a:ext>
            </a:extLst>
          </p:cNvPr>
          <p:cNvGrpSpPr/>
          <p:nvPr/>
        </p:nvGrpSpPr>
        <p:grpSpPr>
          <a:xfrm>
            <a:off x="3319017" y="1125528"/>
            <a:ext cx="1938680" cy="1452281"/>
            <a:chOff x="410136" y="1580030"/>
            <a:chExt cx="4524935" cy="3348318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2AE80706-7B99-B722-6F2D-36DC49CB43E3}"/>
                </a:ext>
              </a:extLst>
            </p:cNvPr>
            <p:cNvSpPr/>
            <p:nvPr/>
          </p:nvSpPr>
          <p:spPr>
            <a:xfrm>
              <a:off x="410136" y="1580030"/>
              <a:ext cx="4524935" cy="334831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D909C3B4-19BD-C1F0-F0B4-9ADC3D2C86F0}"/>
                </a:ext>
              </a:extLst>
            </p:cNvPr>
            <p:cNvSpPr/>
            <p:nvPr/>
          </p:nvSpPr>
          <p:spPr>
            <a:xfrm>
              <a:off x="1815354" y="18825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CE16D0B-8401-4B11-3CF7-6394A0706C3B}"/>
                </a:ext>
              </a:extLst>
            </p:cNvPr>
            <p:cNvSpPr/>
            <p:nvPr/>
          </p:nvSpPr>
          <p:spPr>
            <a:xfrm>
              <a:off x="690283" y="28799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E1F9B433-F9E4-A5AF-DE88-4464ED5B3329}"/>
                </a:ext>
              </a:extLst>
            </p:cNvPr>
            <p:cNvSpPr/>
            <p:nvPr/>
          </p:nvSpPr>
          <p:spPr>
            <a:xfrm>
              <a:off x="1498508" y="32446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2F57654F-9C65-6311-84EB-95B231F4F3E6}"/>
                </a:ext>
              </a:extLst>
            </p:cNvPr>
            <p:cNvSpPr/>
            <p:nvPr/>
          </p:nvSpPr>
          <p:spPr>
            <a:xfrm>
              <a:off x="1855696" y="25594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406F171A-1B00-ECD0-2E73-D6875EC8E915}"/>
                </a:ext>
              </a:extLst>
            </p:cNvPr>
            <p:cNvSpPr/>
            <p:nvPr/>
          </p:nvSpPr>
          <p:spPr>
            <a:xfrm>
              <a:off x="2058523" y="31970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C23DEFE5-6128-7E8A-9E86-641365279D06}"/>
                </a:ext>
              </a:extLst>
            </p:cNvPr>
            <p:cNvSpPr/>
            <p:nvPr/>
          </p:nvSpPr>
          <p:spPr>
            <a:xfrm>
              <a:off x="2615454" y="22079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3AAF8B17-BAD1-6A29-578A-3E025DE0C836}"/>
                </a:ext>
              </a:extLst>
            </p:cNvPr>
            <p:cNvSpPr/>
            <p:nvPr/>
          </p:nvSpPr>
          <p:spPr>
            <a:xfrm>
              <a:off x="3910854" y="24451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1ECB51E7-76C5-82ED-D8FD-EB7B7018F5B8}"/>
                </a:ext>
              </a:extLst>
            </p:cNvPr>
            <p:cNvSpPr/>
            <p:nvPr/>
          </p:nvSpPr>
          <p:spPr>
            <a:xfrm>
              <a:off x="969312" y="37943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13E05CF2-40CE-9D3F-88ED-72CC3845E17D}"/>
                </a:ext>
              </a:extLst>
            </p:cNvPr>
            <p:cNvSpPr/>
            <p:nvPr/>
          </p:nvSpPr>
          <p:spPr>
            <a:xfrm>
              <a:off x="4372537" y="31398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5A88B985-86DD-04C1-FD48-ACE8EB870E57}"/>
                </a:ext>
              </a:extLst>
            </p:cNvPr>
            <p:cNvSpPr/>
            <p:nvPr/>
          </p:nvSpPr>
          <p:spPr>
            <a:xfrm>
              <a:off x="3173507" y="28563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8E3506B0-CCEA-5891-C735-24A0E51F91DF}"/>
                </a:ext>
              </a:extLst>
            </p:cNvPr>
            <p:cNvSpPr/>
            <p:nvPr/>
          </p:nvSpPr>
          <p:spPr>
            <a:xfrm>
              <a:off x="3796554" y="30827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FC0D4DC4-A6AE-BADB-6D35-E9599AB2EB5D}"/>
                </a:ext>
              </a:extLst>
            </p:cNvPr>
            <p:cNvSpPr/>
            <p:nvPr/>
          </p:nvSpPr>
          <p:spPr>
            <a:xfrm>
              <a:off x="2920254" y="4365812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684725EF-2D41-728E-6E1A-90C3E96798D0}"/>
                </a:ext>
              </a:extLst>
            </p:cNvPr>
            <p:cNvSpPr/>
            <p:nvPr/>
          </p:nvSpPr>
          <p:spPr>
            <a:xfrm>
              <a:off x="2863104" y="39209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EE16F12-2F20-9AA9-8FB4-4736315B1E53}"/>
                </a:ext>
              </a:extLst>
            </p:cNvPr>
            <p:cNvSpPr/>
            <p:nvPr/>
          </p:nvSpPr>
          <p:spPr>
            <a:xfrm>
              <a:off x="3238502" y="405653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B3A472A7-C6E6-FE20-9C0A-22B0728DE789}"/>
                </a:ext>
              </a:extLst>
            </p:cNvPr>
            <p:cNvSpPr/>
            <p:nvPr/>
          </p:nvSpPr>
          <p:spPr>
            <a:xfrm>
              <a:off x="3339354" y="179784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E95E961-F7F9-048D-6CD2-3BEE3AE7F678}"/>
              </a:ext>
            </a:extLst>
          </p:cNvPr>
          <p:cNvGrpSpPr/>
          <p:nvPr/>
        </p:nvGrpSpPr>
        <p:grpSpPr>
          <a:xfrm>
            <a:off x="3319017" y="2690494"/>
            <a:ext cx="1938680" cy="1452281"/>
            <a:chOff x="410136" y="1580030"/>
            <a:chExt cx="4524935" cy="3348318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161502CE-83F4-19EF-7C9D-5499323E1283}"/>
                </a:ext>
              </a:extLst>
            </p:cNvPr>
            <p:cNvSpPr/>
            <p:nvPr/>
          </p:nvSpPr>
          <p:spPr>
            <a:xfrm>
              <a:off x="410136" y="1580030"/>
              <a:ext cx="4524935" cy="334831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97F4A0A0-E2A6-7D2D-9FEB-B42D774AE191}"/>
                </a:ext>
              </a:extLst>
            </p:cNvPr>
            <p:cNvSpPr/>
            <p:nvPr/>
          </p:nvSpPr>
          <p:spPr>
            <a:xfrm>
              <a:off x="1815354" y="18825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C1CEDBD6-C859-0AF7-83CB-0F5618C41904}"/>
                </a:ext>
              </a:extLst>
            </p:cNvPr>
            <p:cNvSpPr/>
            <p:nvPr/>
          </p:nvSpPr>
          <p:spPr>
            <a:xfrm>
              <a:off x="690283" y="28799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7F6C59B9-F558-0D14-B43F-6D64E34C26B7}"/>
                </a:ext>
              </a:extLst>
            </p:cNvPr>
            <p:cNvSpPr/>
            <p:nvPr/>
          </p:nvSpPr>
          <p:spPr>
            <a:xfrm>
              <a:off x="1498508" y="32446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3A296399-0794-103A-2F43-0172FC8DC878}"/>
                </a:ext>
              </a:extLst>
            </p:cNvPr>
            <p:cNvSpPr/>
            <p:nvPr/>
          </p:nvSpPr>
          <p:spPr>
            <a:xfrm>
              <a:off x="1855696" y="25594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0E40BE8A-8187-278D-BF66-2ADF2ADDE940}"/>
                </a:ext>
              </a:extLst>
            </p:cNvPr>
            <p:cNvSpPr/>
            <p:nvPr/>
          </p:nvSpPr>
          <p:spPr>
            <a:xfrm>
              <a:off x="2058523" y="31970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391BDFDD-283D-B334-E5B5-F99AE1AFBCBB}"/>
                </a:ext>
              </a:extLst>
            </p:cNvPr>
            <p:cNvSpPr/>
            <p:nvPr/>
          </p:nvSpPr>
          <p:spPr>
            <a:xfrm>
              <a:off x="2615454" y="22079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25437967-59F4-0ED3-0EA2-8091CE6A81F6}"/>
                </a:ext>
              </a:extLst>
            </p:cNvPr>
            <p:cNvSpPr/>
            <p:nvPr/>
          </p:nvSpPr>
          <p:spPr>
            <a:xfrm>
              <a:off x="3910854" y="24451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21933B0C-862E-33DB-0CE8-6CDFA9539C3E}"/>
                </a:ext>
              </a:extLst>
            </p:cNvPr>
            <p:cNvSpPr/>
            <p:nvPr/>
          </p:nvSpPr>
          <p:spPr>
            <a:xfrm>
              <a:off x="969312" y="37943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6D9478D-D1CA-45AB-B9A0-D699256CF786}"/>
                </a:ext>
              </a:extLst>
            </p:cNvPr>
            <p:cNvSpPr/>
            <p:nvPr/>
          </p:nvSpPr>
          <p:spPr>
            <a:xfrm>
              <a:off x="4372537" y="31398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89E3B9D7-8865-BD58-35BE-4B22F79956F4}"/>
                </a:ext>
              </a:extLst>
            </p:cNvPr>
            <p:cNvSpPr/>
            <p:nvPr/>
          </p:nvSpPr>
          <p:spPr>
            <a:xfrm>
              <a:off x="3173507" y="28563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27EE5887-76C0-4779-D257-72F9C6260B5E}"/>
                </a:ext>
              </a:extLst>
            </p:cNvPr>
            <p:cNvSpPr/>
            <p:nvPr/>
          </p:nvSpPr>
          <p:spPr>
            <a:xfrm>
              <a:off x="3796554" y="30827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34B70A45-0983-093B-8896-A863FAA37346}"/>
                </a:ext>
              </a:extLst>
            </p:cNvPr>
            <p:cNvSpPr/>
            <p:nvPr/>
          </p:nvSpPr>
          <p:spPr>
            <a:xfrm>
              <a:off x="2920254" y="4365812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F877F3F8-A64E-33EA-AF45-610F95D31576}"/>
                </a:ext>
              </a:extLst>
            </p:cNvPr>
            <p:cNvSpPr/>
            <p:nvPr/>
          </p:nvSpPr>
          <p:spPr>
            <a:xfrm>
              <a:off x="2863104" y="39209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D70BD64D-526F-B113-D864-A2B4F2777878}"/>
                </a:ext>
              </a:extLst>
            </p:cNvPr>
            <p:cNvSpPr/>
            <p:nvPr/>
          </p:nvSpPr>
          <p:spPr>
            <a:xfrm>
              <a:off x="3238502" y="405653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26A06D55-6A5B-E7F5-76E1-C29645B479C1}"/>
                </a:ext>
              </a:extLst>
            </p:cNvPr>
            <p:cNvSpPr/>
            <p:nvPr/>
          </p:nvSpPr>
          <p:spPr>
            <a:xfrm>
              <a:off x="3339354" y="179784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1E65C47B-F21D-9250-3257-7FB6EB104EB8}"/>
              </a:ext>
            </a:extLst>
          </p:cNvPr>
          <p:cNvGrpSpPr/>
          <p:nvPr/>
        </p:nvGrpSpPr>
        <p:grpSpPr>
          <a:xfrm>
            <a:off x="3294531" y="4612342"/>
            <a:ext cx="1938680" cy="1452281"/>
            <a:chOff x="410136" y="1580030"/>
            <a:chExt cx="4524935" cy="3348318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8213F3A6-FCA8-13F5-D0AC-7EB38BD01DE3}"/>
                </a:ext>
              </a:extLst>
            </p:cNvPr>
            <p:cNvSpPr/>
            <p:nvPr/>
          </p:nvSpPr>
          <p:spPr>
            <a:xfrm>
              <a:off x="410136" y="1580030"/>
              <a:ext cx="4524935" cy="334831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52605358-9593-9E11-F46B-C769EA8D24A1}"/>
                </a:ext>
              </a:extLst>
            </p:cNvPr>
            <p:cNvSpPr/>
            <p:nvPr/>
          </p:nvSpPr>
          <p:spPr>
            <a:xfrm>
              <a:off x="1815354" y="18825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EDC09FA4-DEF3-D5A9-B622-7EFF66F45674}"/>
                </a:ext>
              </a:extLst>
            </p:cNvPr>
            <p:cNvSpPr/>
            <p:nvPr/>
          </p:nvSpPr>
          <p:spPr>
            <a:xfrm>
              <a:off x="690283" y="28799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08FBF027-D66A-C043-A9EC-38E731637312}"/>
                </a:ext>
              </a:extLst>
            </p:cNvPr>
            <p:cNvSpPr/>
            <p:nvPr/>
          </p:nvSpPr>
          <p:spPr>
            <a:xfrm>
              <a:off x="1498508" y="32446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9AFF3192-99BB-B452-1244-AB14A091E1E7}"/>
                </a:ext>
              </a:extLst>
            </p:cNvPr>
            <p:cNvSpPr/>
            <p:nvPr/>
          </p:nvSpPr>
          <p:spPr>
            <a:xfrm>
              <a:off x="1855696" y="25594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47629E43-87E1-5C7E-FA10-D9ED52B051CC}"/>
                </a:ext>
              </a:extLst>
            </p:cNvPr>
            <p:cNvSpPr/>
            <p:nvPr/>
          </p:nvSpPr>
          <p:spPr>
            <a:xfrm>
              <a:off x="2058523" y="31970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6DB4F6E5-3F41-02EC-F5F0-F62C96D95C04}"/>
                </a:ext>
              </a:extLst>
            </p:cNvPr>
            <p:cNvSpPr/>
            <p:nvPr/>
          </p:nvSpPr>
          <p:spPr>
            <a:xfrm>
              <a:off x="2615454" y="22079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AF265994-B126-7C98-CDA6-76E4C0FAF3F1}"/>
                </a:ext>
              </a:extLst>
            </p:cNvPr>
            <p:cNvSpPr/>
            <p:nvPr/>
          </p:nvSpPr>
          <p:spPr>
            <a:xfrm>
              <a:off x="3910854" y="24451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D2FF2C6C-0EA0-0EF1-3BC2-D5527C7040C9}"/>
                </a:ext>
              </a:extLst>
            </p:cNvPr>
            <p:cNvSpPr/>
            <p:nvPr/>
          </p:nvSpPr>
          <p:spPr>
            <a:xfrm>
              <a:off x="969312" y="37943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0C4CEBEE-82A9-2BB5-08E8-5419F2063C90}"/>
                </a:ext>
              </a:extLst>
            </p:cNvPr>
            <p:cNvSpPr/>
            <p:nvPr/>
          </p:nvSpPr>
          <p:spPr>
            <a:xfrm>
              <a:off x="4372537" y="31398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C091A902-8AD2-39E7-84A8-8C82F5C07707}"/>
                </a:ext>
              </a:extLst>
            </p:cNvPr>
            <p:cNvSpPr/>
            <p:nvPr/>
          </p:nvSpPr>
          <p:spPr>
            <a:xfrm>
              <a:off x="3173507" y="28563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4B5A3CE3-07BF-7C28-7FD4-E8B26E99DD0B}"/>
                </a:ext>
              </a:extLst>
            </p:cNvPr>
            <p:cNvSpPr/>
            <p:nvPr/>
          </p:nvSpPr>
          <p:spPr>
            <a:xfrm>
              <a:off x="3796554" y="30827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A10A6055-5ED5-7C9D-0B6C-A41325AA2551}"/>
                </a:ext>
              </a:extLst>
            </p:cNvPr>
            <p:cNvSpPr/>
            <p:nvPr/>
          </p:nvSpPr>
          <p:spPr>
            <a:xfrm>
              <a:off x="2920254" y="4365812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1B8EBD62-831F-E580-12D5-0FC420702F6D}"/>
                </a:ext>
              </a:extLst>
            </p:cNvPr>
            <p:cNvSpPr/>
            <p:nvPr/>
          </p:nvSpPr>
          <p:spPr>
            <a:xfrm>
              <a:off x="2863104" y="39209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E8A1F4BA-03A7-75B2-CB63-6679A66FCA66}"/>
                </a:ext>
              </a:extLst>
            </p:cNvPr>
            <p:cNvSpPr/>
            <p:nvPr/>
          </p:nvSpPr>
          <p:spPr>
            <a:xfrm>
              <a:off x="3238502" y="405653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7698AB8E-3776-99DB-8B8F-86855CD617E1}"/>
                </a:ext>
              </a:extLst>
            </p:cNvPr>
            <p:cNvSpPr/>
            <p:nvPr/>
          </p:nvSpPr>
          <p:spPr>
            <a:xfrm>
              <a:off x="3339354" y="179784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4" name="Oval 193">
            <a:extLst>
              <a:ext uri="{FF2B5EF4-FFF2-40B4-BE49-F238E27FC236}">
                <a16:creationId xmlns:a16="http://schemas.microsoft.com/office/drawing/2014/main" id="{2F2C9869-3AA3-6443-050E-94C24A71B32D}"/>
              </a:ext>
            </a:extLst>
          </p:cNvPr>
          <p:cNvSpPr/>
          <p:nvPr/>
        </p:nvSpPr>
        <p:spPr>
          <a:xfrm>
            <a:off x="3333887" y="1456917"/>
            <a:ext cx="860927" cy="77564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5C6E00B6-0FC1-750C-56B1-E541804B260B}"/>
              </a:ext>
            </a:extLst>
          </p:cNvPr>
          <p:cNvSpPr/>
          <p:nvPr/>
        </p:nvSpPr>
        <p:spPr>
          <a:xfrm rot="1661916">
            <a:off x="3831952" y="1203108"/>
            <a:ext cx="1499766" cy="637123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BBCCAE7B-00BA-18F3-B7CC-6B6AA20FBA2E}"/>
              </a:ext>
            </a:extLst>
          </p:cNvPr>
          <p:cNvSpPr/>
          <p:nvPr/>
        </p:nvSpPr>
        <p:spPr>
          <a:xfrm>
            <a:off x="4206072" y="1977964"/>
            <a:ext cx="552577" cy="57458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EF9D57BF-3FE7-A6D2-866B-C5E39C07D1F1}"/>
              </a:ext>
            </a:extLst>
          </p:cNvPr>
          <p:cNvSpPr/>
          <p:nvPr/>
        </p:nvSpPr>
        <p:spPr>
          <a:xfrm rot="19819332">
            <a:off x="3111019" y="2825081"/>
            <a:ext cx="1683669" cy="7631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58DE3399-4CD4-97C1-446B-031A5C815E14}"/>
              </a:ext>
            </a:extLst>
          </p:cNvPr>
          <p:cNvSpPr/>
          <p:nvPr/>
        </p:nvSpPr>
        <p:spPr>
          <a:xfrm rot="18334945">
            <a:off x="3872187" y="3125039"/>
            <a:ext cx="1683669" cy="7631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64EDE164-A1E8-9168-813B-8C66746F551A}"/>
              </a:ext>
            </a:extLst>
          </p:cNvPr>
          <p:cNvSpPr/>
          <p:nvPr/>
        </p:nvSpPr>
        <p:spPr>
          <a:xfrm>
            <a:off x="3321686" y="5071849"/>
            <a:ext cx="552577" cy="5745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EBF082C3-1309-FF66-73DE-0081CA22DAC7}"/>
              </a:ext>
            </a:extLst>
          </p:cNvPr>
          <p:cNvSpPr/>
          <p:nvPr/>
        </p:nvSpPr>
        <p:spPr>
          <a:xfrm>
            <a:off x="4402422" y="4901371"/>
            <a:ext cx="830789" cy="5745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164488B5-EE5E-8D9B-61B5-666F9FA93F05}"/>
              </a:ext>
            </a:extLst>
          </p:cNvPr>
          <p:cNvSpPr/>
          <p:nvPr/>
        </p:nvSpPr>
        <p:spPr>
          <a:xfrm>
            <a:off x="4093686" y="5460108"/>
            <a:ext cx="552577" cy="5745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A5640C2C-1986-87CC-A4F6-294BDEE5460F}"/>
              </a:ext>
            </a:extLst>
          </p:cNvPr>
          <p:cNvSpPr/>
          <p:nvPr/>
        </p:nvSpPr>
        <p:spPr>
          <a:xfrm rot="19798342">
            <a:off x="3707123" y="4571918"/>
            <a:ext cx="1004005" cy="5745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A065D62F-BC1E-4462-C0AE-6D7432D2704D}"/>
              </a:ext>
            </a:extLst>
          </p:cNvPr>
          <p:cNvSpPr/>
          <p:nvPr/>
        </p:nvSpPr>
        <p:spPr>
          <a:xfrm>
            <a:off x="3904481" y="5242213"/>
            <a:ext cx="300136" cy="35067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0" name="Left Brace 229">
            <a:extLst>
              <a:ext uri="{FF2B5EF4-FFF2-40B4-BE49-F238E27FC236}">
                <a16:creationId xmlns:a16="http://schemas.microsoft.com/office/drawing/2014/main" id="{717ECC1E-AAC8-C569-A104-B3EF174AB76F}"/>
              </a:ext>
            </a:extLst>
          </p:cNvPr>
          <p:cNvSpPr/>
          <p:nvPr/>
        </p:nvSpPr>
        <p:spPr>
          <a:xfrm>
            <a:off x="2653533" y="1125528"/>
            <a:ext cx="524643" cy="5140801"/>
          </a:xfrm>
          <a:prstGeom prst="leftBrace">
            <a:avLst>
              <a:gd name="adj1" fmla="val 74973"/>
              <a:gd name="adj2" fmla="val 492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EFF89782-B57A-325D-467C-57C9449E5E25}"/>
              </a:ext>
            </a:extLst>
          </p:cNvPr>
          <p:cNvSpPr txBox="1"/>
          <p:nvPr/>
        </p:nvSpPr>
        <p:spPr>
          <a:xfrm>
            <a:off x="1713369" y="3459572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6A630114-7505-3543-E4E1-5AF135567DC1}"/>
              </a:ext>
            </a:extLst>
          </p:cNvPr>
          <p:cNvGrpSpPr/>
          <p:nvPr/>
        </p:nvGrpSpPr>
        <p:grpSpPr>
          <a:xfrm>
            <a:off x="6199094" y="1754352"/>
            <a:ext cx="3137241" cy="1452281"/>
            <a:chOff x="6145306" y="2887525"/>
            <a:chExt cx="3137241" cy="1452281"/>
          </a:xfrm>
        </p:grpSpPr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AAC77932-AF5F-6AEC-364F-48E8974B255B}"/>
                </a:ext>
              </a:extLst>
            </p:cNvPr>
            <p:cNvSpPr txBox="1"/>
            <p:nvPr/>
          </p:nvSpPr>
          <p:spPr>
            <a:xfrm>
              <a:off x="6145306" y="3429000"/>
              <a:ext cx="889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</a:t>
              </a:r>
            </a:p>
          </p:txBody>
        </p: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0185CFA8-1E58-D165-509E-02D890DA2E86}"/>
                </a:ext>
              </a:extLst>
            </p:cNvPr>
            <p:cNvGrpSpPr/>
            <p:nvPr/>
          </p:nvGrpSpPr>
          <p:grpSpPr>
            <a:xfrm>
              <a:off x="7343867" y="2887525"/>
              <a:ext cx="1938680" cy="1452281"/>
              <a:chOff x="410136" y="1580030"/>
              <a:chExt cx="4524935" cy="3348318"/>
            </a:xfrm>
          </p:grpSpPr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BA62D7C2-A619-2048-5B6C-B6D98D52C6C4}"/>
                  </a:ext>
                </a:extLst>
              </p:cNvPr>
              <p:cNvSpPr/>
              <p:nvPr/>
            </p:nvSpPr>
            <p:spPr>
              <a:xfrm>
                <a:off x="410136" y="1580030"/>
                <a:ext cx="4524935" cy="3348318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EF82EB94-08DF-27FC-20ED-9263C692E46D}"/>
                  </a:ext>
                </a:extLst>
              </p:cNvPr>
              <p:cNvSpPr/>
              <p:nvPr/>
            </p:nvSpPr>
            <p:spPr>
              <a:xfrm>
                <a:off x="1815354" y="1882589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D89A0200-A714-6423-8E3D-2FC275B17F97}"/>
                  </a:ext>
                </a:extLst>
              </p:cNvPr>
              <p:cNvSpPr/>
              <p:nvPr/>
            </p:nvSpPr>
            <p:spPr>
              <a:xfrm>
                <a:off x="690283" y="2879913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F58E705D-E7E6-8A82-1307-2ECC50E9E35D}"/>
                  </a:ext>
                </a:extLst>
              </p:cNvPr>
              <p:cNvSpPr/>
              <p:nvPr/>
            </p:nvSpPr>
            <p:spPr>
              <a:xfrm>
                <a:off x="1498508" y="3244664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D87C3B00-3380-4ACE-F919-63F2476EE2EE}"/>
                  </a:ext>
                </a:extLst>
              </p:cNvPr>
              <p:cNvSpPr/>
              <p:nvPr/>
            </p:nvSpPr>
            <p:spPr>
              <a:xfrm>
                <a:off x="1855696" y="2559425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0691A9C3-CA12-4285-4B18-91265AA8FFFF}"/>
                  </a:ext>
                </a:extLst>
              </p:cNvPr>
              <p:cNvSpPr/>
              <p:nvPr/>
            </p:nvSpPr>
            <p:spPr>
              <a:xfrm>
                <a:off x="2058523" y="3197039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0D1208AE-BD55-D22B-433D-165611DACBBA}"/>
                  </a:ext>
                </a:extLst>
              </p:cNvPr>
              <p:cNvSpPr/>
              <p:nvPr/>
            </p:nvSpPr>
            <p:spPr>
              <a:xfrm>
                <a:off x="2615454" y="2207981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E5047430-7D9C-C99F-3679-7BC5F945BEB4}"/>
                  </a:ext>
                </a:extLst>
              </p:cNvPr>
              <p:cNvSpPr/>
              <p:nvPr/>
            </p:nvSpPr>
            <p:spPr>
              <a:xfrm>
                <a:off x="3910854" y="2445125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id="{0B30FAFD-836C-2025-B135-F9057926D259}"/>
                  </a:ext>
                </a:extLst>
              </p:cNvPr>
              <p:cNvSpPr/>
              <p:nvPr/>
            </p:nvSpPr>
            <p:spPr>
              <a:xfrm>
                <a:off x="969312" y="3794313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537A73C6-7532-9E99-53D3-C6DBFBB225D9}"/>
                  </a:ext>
                </a:extLst>
              </p:cNvPr>
              <p:cNvSpPr/>
              <p:nvPr/>
            </p:nvSpPr>
            <p:spPr>
              <a:xfrm>
                <a:off x="4372537" y="3139889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5C326B58-FD34-7133-C676-ECEB896CA838}"/>
                  </a:ext>
                </a:extLst>
              </p:cNvPr>
              <p:cNvSpPr/>
              <p:nvPr/>
            </p:nvSpPr>
            <p:spPr>
              <a:xfrm>
                <a:off x="3173507" y="2856381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48DAABB4-D058-C9E9-7A83-54D0F0D43E9D}"/>
                  </a:ext>
                </a:extLst>
              </p:cNvPr>
              <p:cNvSpPr/>
              <p:nvPr/>
            </p:nvSpPr>
            <p:spPr>
              <a:xfrm>
                <a:off x="3796554" y="3082739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id="{18C2D7A7-DD7A-C48A-E5D1-643280E5784B}"/>
                  </a:ext>
                </a:extLst>
              </p:cNvPr>
              <p:cNvSpPr/>
              <p:nvPr/>
            </p:nvSpPr>
            <p:spPr>
              <a:xfrm>
                <a:off x="2920254" y="4365812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5465052D-21BE-17C4-6680-64FBE6482490}"/>
                  </a:ext>
                </a:extLst>
              </p:cNvPr>
              <p:cNvSpPr/>
              <p:nvPr/>
            </p:nvSpPr>
            <p:spPr>
              <a:xfrm>
                <a:off x="2863104" y="3920939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" name="Oval 247">
                <a:extLst>
                  <a:ext uri="{FF2B5EF4-FFF2-40B4-BE49-F238E27FC236}">
                    <a16:creationId xmlns:a16="http://schemas.microsoft.com/office/drawing/2014/main" id="{637CA8B8-A7AF-93EE-CD59-ABFBD9A9A5A6}"/>
                  </a:ext>
                </a:extLst>
              </p:cNvPr>
              <p:cNvSpPr/>
              <p:nvPr/>
            </p:nvSpPr>
            <p:spPr>
              <a:xfrm>
                <a:off x="3238502" y="4056531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700FD261-DE57-9508-759B-21322FD10FFD}"/>
                  </a:ext>
                </a:extLst>
              </p:cNvPr>
              <p:cNvSpPr/>
              <p:nvPr/>
            </p:nvSpPr>
            <p:spPr>
              <a:xfrm>
                <a:off x="3339354" y="1797844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09ED2F25-FEE8-73C1-CEE0-25380E348C70}"/>
                </a:ext>
              </a:extLst>
            </p:cNvPr>
            <p:cNvSpPr/>
            <p:nvPr/>
          </p:nvSpPr>
          <p:spPr>
            <a:xfrm rot="19168148">
              <a:off x="7113563" y="2968512"/>
              <a:ext cx="1805186" cy="709374"/>
            </a:xfrm>
            <a:prstGeom prst="ellipse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CEF5B5A3-DB55-9B50-46E8-48CB780E8B27}"/>
                </a:ext>
              </a:extLst>
            </p:cNvPr>
            <p:cNvSpPr/>
            <p:nvPr/>
          </p:nvSpPr>
          <p:spPr>
            <a:xfrm>
              <a:off x="8513988" y="3166782"/>
              <a:ext cx="764483" cy="631550"/>
            </a:xfrm>
            <a:prstGeom prst="ellipse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C5B46717-9824-2CD4-0011-4C9F8DB5F265}"/>
                </a:ext>
              </a:extLst>
            </p:cNvPr>
            <p:cNvSpPr/>
            <p:nvPr/>
          </p:nvSpPr>
          <p:spPr>
            <a:xfrm>
              <a:off x="8232536" y="3798332"/>
              <a:ext cx="467711" cy="506278"/>
            </a:xfrm>
            <a:prstGeom prst="ellipse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BC73727C-2D13-CA71-A7BE-652E0163AFDC}"/>
                  </a:ext>
                </a:extLst>
              </p:cNvPr>
              <p:cNvSpPr txBox="1"/>
              <p:nvPr/>
            </p:nvSpPr>
            <p:spPr>
              <a:xfrm>
                <a:off x="6155201" y="3631780"/>
                <a:ext cx="5617699" cy="9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Clusterings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𝒞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𝒞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dist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𝒞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𝒞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=| 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⊂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are</m:t>
                      </m:r>
                      <m:r>
                        <a:rPr lang="en-US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not</m:t>
                      </m:r>
                      <m:r>
                        <a:rPr lang="en-US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coclustered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in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𝒞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𝒞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′} 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BC73727C-2D13-CA71-A7BE-652E0163A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201" y="3631780"/>
                <a:ext cx="5617699" cy="916982"/>
              </a:xfrm>
              <a:prstGeom prst="rect">
                <a:avLst/>
              </a:prstGeom>
              <a:blipFill>
                <a:blip r:embed="rId2"/>
                <a:stretch>
                  <a:fillRect l="-977" t="-333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3792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46BCC-042C-2D3B-DDC6-AFE168DF5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07749-1AA2-30FF-C735-7F395B865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72026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Consensus </a:t>
            </a:r>
            <a:r>
              <a:rPr lang="en-US" dirty="0" err="1">
                <a:solidFill>
                  <a:schemeClr val="bg1"/>
                </a:solidFill>
              </a:rPr>
              <a:t>Clusterings</a:t>
            </a:r>
            <a:r>
              <a:rPr lang="en-US" dirty="0">
                <a:solidFill>
                  <a:schemeClr val="bg1"/>
                </a:solidFill>
              </a:rPr>
              <a:t>: Applications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E4BE47B-934C-9DDD-0D4A-DBB4C7E19775}"/>
              </a:ext>
            </a:extLst>
          </p:cNvPr>
          <p:cNvGrpSpPr/>
          <p:nvPr/>
        </p:nvGrpSpPr>
        <p:grpSpPr>
          <a:xfrm>
            <a:off x="4166665" y="1281434"/>
            <a:ext cx="7107935" cy="5311465"/>
            <a:chOff x="2445442" y="1308329"/>
            <a:chExt cx="7107935" cy="531146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57324BB-EDC5-9901-12F9-8BA29B278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51092" b="-1970"/>
            <a:stretch>
              <a:fillRect/>
            </a:stretch>
          </p:blipFill>
          <p:spPr>
            <a:xfrm>
              <a:off x="2445442" y="1431867"/>
              <a:ext cx="3077937" cy="5187927"/>
            </a:xfrm>
            <a:prstGeom prst="rect">
              <a:avLst/>
            </a:prstGeom>
          </p:spPr>
        </p:pic>
        <p:pic>
          <p:nvPicPr>
            <p:cNvPr id="15" name="Picture 14" descr="Figure 1">
              <a:extLst>
                <a:ext uri="{FF2B5EF4-FFF2-40B4-BE49-F238E27FC236}">
                  <a16:creationId xmlns:a16="http://schemas.microsoft.com/office/drawing/2014/main" id="{252649F0-297A-1346-6037-DCE9EF5B3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622" t="62540"/>
            <a:stretch>
              <a:fillRect/>
            </a:stretch>
          </p:blipFill>
          <p:spPr>
            <a:xfrm>
              <a:off x="6475440" y="3353715"/>
              <a:ext cx="3077937" cy="1926771"/>
            </a:xfrm>
            <a:prstGeom prst="rect">
              <a:avLst/>
            </a:prstGeom>
          </p:spPr>
        </p:pic>
        <p:pic>
          <p:nvPicPr>
            <p:cNvPr id="19" name="Picture 18" descr="Figure 1">
              <a:extLst>
                <a:ext uri="{FF2B5EF4-FFF2-40B4-BE49-F238E27FC236}">
                  <a16:creationId xmlns:a16="http://schemas.microsoft.com/office/drawing/2014/main" id="{FD7AEA4A-6E7B-01BD-F20E-E63276D9D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845" t="-1896" r="777" b="91429"/>
            <a:stretch>
              <a:fillRect/>
            </a:stretch>
          </p:blipFill>
          <p:spPr>
            <a:xfrm>
              <a:off x="6287081" y="1308329"/>
              <a:ext cx="3077938" cy="53837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57FC521-66E0-0310-1CF1-8C1D003DE080}"/>
              </a:ext>
            </a:extLst>
          </p:cNvPr>
          <p:cNvSpPr txBox="1"/>
          <p:nvPr/>
        </p:nvSpPr>
        <p:spPr>
          <a:xfrm>
            <a:off x="3886201" y="6512863"/>
            <a:ext cx="8202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“Consensus clustering in complex networks,” in Sci Rep 2, vol. 335, 2012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96C12D-D18F-7686-7F7D-98D92647AF7A}"/>
              </a:ext>
            </a:extLst>
          </p:cNvPr>
          <p:cNvSpPr txBox="1"/>
          <p:nvPr/>
        </p:nvSpPr>
        <p:spPr>
          <a:xfrm>
            <a:off x="652182" y="1819804"/>
            <a:ext cx="32340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Aggregate results from different run of heuristics, randomized algorithms:</a:t>
            </a:r>
          </a:p>
          <a:p>
            <a:pPr marL="285750" indent="-285750">
              <a:buFontTx/>
              <a:buChar char="-"/>
            </a:pPr>
            <a:r>
              <a:rPr lang="en-US" dirty="0"/>
              <a:t>Community detection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Gene classification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80118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D1F64-38F1-DEE7-175E-FFB4E63DD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C7D16-F5B5-8C20-6D61-37E5F4F9D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72026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Focus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A38C83-893E-9D0C-AFCB-8B4441AE60F7}"/>
              </a:ext>
            </a:extLst>
          </p:cNvPr>
          <p:cNvSpPr txBox="1"/>
          <p:nvPr/>
        </p:nvSpPr>
        <p:spPr>
          <a:xfrm>
            <a:off x="535646" y="1425388"/>
            <a:ext cx="2260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 (Optimization)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39357-B9F9-4AD5-C5C4-8B7E8A19C3C8}"/>
              </a:ext>
            </a:extLst>
          </p:cNvPr>
          <p:cNvSpPr txBox="1"/>
          <p:nvPr/>
        </p:nvSpPr>
        <p:spPr>
          <a:xfrm>
            <a:off x="519963" y="2820307"/>
            <a:ext cx="2068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 2 (Scalability)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396E5D-90E9-CFEB-46EE-4656DABB71C6}"/>
              </a:ext>
            </a:extLst>
          </p:cNvPr>
          <p:cNvSpPr txBox="1"/>
          <p:nvPr/>
        </p:nvSpPr>
        <p:spPr>
          <a:xfrm>
            <a:off x="519963" y="5432612"/>
            <a:ext cx="1823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3 (Fairness)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69AC5-9461-40A0-2E03-B9567C44E816}"/>
              </a:ext>
            </a:extLst>
          </p:cNvPr>
          <p:cNvSpPr txBox="1"/>
          <p:nvPr/>
        </p:nvSpPr>
        <p:spPr>
          <a:xfrm>
            <a:off x="535646" y="1610054"/>
            <a:ext cx="3298467" cy="1125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dirty="0"/>
              <a:t>Approximation Factor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dirty="0"/>
              <a:t>Hardness (of approximation)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B5A706-E9C0-9483-5DA1-A5682CA2A8F9}"/>
              </a:ext>
            </a:extLst>
          </p:cNvPr>
          <p:cNvSpPr txBox="1"/>
          <p:nvPr/>
        </p:nvSpPr>
        <p:spPr>
          <a:xfrm>
            <a:off x="535646" y="3189639"/>
            <a:ext cx="5856219" cy="22337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Distributed (Massively Parallel Computation (MPC), …)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Streaming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Online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Dynamic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E6A3CA-D2B8-63FE-5578-78B2DB4A904D}"/>
              </a:ext>
            </a:extLst>
          </p:cNvPr>
          <p:cNvSpPr txBox="1"/>
          <p:nvPr/>
        </p:nvSpPr>
        <p:spPr>
          <a:xfrm>
            <a:off x="535646" y="5792724"/>
            <a:ext cx="2974789" cy="571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Task 1 + Task 2 + Fairness</a:t>
            </a:r>
          </a:p>
        </p:txBody>
      </p:sp>
    </p:spTree>
    <p:extLst>
      <p:ext uri="{BB962C8B-B14F-4D97-AF65-F5344CB8AC3E}">
        <p14:creationId xmlns:p14="http://schemas.microsoft.com/office/powerpoint/2010/main" val="2745136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7C152-AAE6-0BDE-CC92-E59F26562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3C7AA-A113-5D81-6079-14977CD78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72026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Highlighted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7AEDBAE1-6556-CE46-F35A-D3E28438FCAA}"/>
                  </a:ext>
                </a:extLst>
              </p:cNvPr>
              <p:cNvSpPr/>
              <p:nvPr/>
            </p:nvSpPr>
            <p:spPr>
              <a:xfrm>
                <a:off x="535646" y="1494845"/>
                <a:ext cx="11264090" cy="882595"/>
              </a:xfrm>
              <a:prstGeom prst="roundRect">
                <a:avLst/>
              </a:prstGeom>
              <a:solidFill>
                <a:srgbClr val="CDE0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rounds MPC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(2−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-approx. algorithm for Ulam rank aggregation [CD</a:t>
                </a:r>
                <a:r>
                  <a:rPr lang="en-US" b="1" dirty="0">
                    <a:solidFill>
                      <a:srgbClr val="FF0000"/>
                    </a:solidFill>
                  </a:rPr>
                  <a:t>N</a:t>
                </a:r>
                <a:r>
                  <a:rPr lang="en-US" dirty="0">
                    <a:solidFill>
                      <a:schemeClr val="tx1"/>
                    </a:solidFill>
                  </a:rPr>
                  <a:t>, ICALP 26]</a:t>
                </a: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7AEDBAE1-6556-CE46-F35A-D3E28438FC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46" y="1494845"/>
                <a:ext cx="11264090" cy="88259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6E718106-D68B-CDCD-CE03-D52C31918548}"/>
                  </a:ext>
                </a:extLst>
              </p:cNvPr>
              <p:cNvSpPr/>
              <p:nvPr/>
            </p:nvSpPr>
            <p:spPr>
              <a:xfrm>
                <a:off x="535646" y="2704769"/>
                <a:ext cx="11264090" cy="882595"/>
              </a:xfrm>
              <a:prstGeom prst="roundRect">
                <a:avLst/>
              </a:prstGeom>
              <a:solidFill>
                <a:srgbClr val="CDE0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-approx.  for Closest Fair </a:t>
                </a:r>
                <a:r>
                  <a:rPr lang="en-US" dirty="0" err="1">
                    <a:solidFill>
                      <a:schemeClr val="tx1"/>
                    </a:solidFill>
                  </a:rPr>
                  <a:t>Cls</a:t>
                </a:r>
                <a:r>
                  <a:rPr lang="en-US" dirty="0">
                    <a:solidFill>
                      <a:schemeClr val="tx1"/>
                    </a:solidFill>
                  </a:rPr>
                  <a:t>. and Fair Cons. </a:t>
                </a:r>
                <a:r>
                  <a:rPr lang="en-US" dirty="0" err="1">
                    <a:solidFill>
                      <a:schemeClr val="tx1"/>
                    </a:solidFill>
                  </a:rPr>
                  <a:t>Cls</a:t>
                </a:r>
                <a:r>
                  <a:rPr lang="en-US" dirty="0">
                    <a:solidFill>
                      <a:schemeClr val="tx1"/>
                    </a:solidFill>
                  </a:rPr>
                  <a:t>. in 2 color settings 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[CCD</a:t>
                </a:r>
                <a:r>
                  <a:rPr lang="en-US" b="1" dirty="0">
                    <a:solidFill>
                      <a:srgbClr val="FF0000"/>
                    </a:solidFill>
                  </a:rPr>
                  <a:t>N</a:t>
                </a:r>
                <a:r>
                  <a:rPr lang="en-US" dirty="0">
                    <a:solidFill>
                      <a:schemeClr val="tx1"/>
                    </a:solidFill>
                  </a:rPr>
                  <a:t>N, COLT 25]</a:t>
                </a:r>
              </a:p>
            </p:txBody>
          </p:sp>
        </mc:Choice>
        <mc:Fallback xmlns=""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6E718106-D68B-CDCD-CE03-D52C319185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46" y="2704769"/>
                <a:ext cx="11264090" cy="88259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76D257B-6821-76A6-F4E8-B0CCC21FF67F}"/>
                  </a:ext>
                </a:extLst>
              </p:cNvPr>
              <p:cNvSpPr/>
              <p:nvPr/>
            </p:nvSpPr>
            <p:spPr>
              <a:xfrm>
                <a:off x="535646" y="3914693"/>
                <a:ext cx="11264090" cy="882595"/>
              </a:xfrm>
              <a:prstGeom prst="roundRect">
                <a:avLst/>
              </a:prstGeom>
              <a:solidFill>
                <a:srgbClr val="CDE0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-approx.  for Closest Fair </a:t>
                </a:r>
                <a:r>
                  <a:rPr lang="en-US" dirty="0" err="1">
                    <a:solidFill>
                      <a:schemeClr val="tx1"/>
                    </a:solidFill>
                  </a:rPr>
                  <a:t>Cls</a:t>
                </a:r>
                <a:r>
                  <a:rPr lang="en-US" dirty="0">
                    <a:solidFill>
                      <a:schemeClr val="tx1"/>
                    </a:solidFill>
                  </a:rPr>
                  <a:t>. in multiple color settings[CCD</a:t>
                </a:r>
                <a:r>
                  <a:rPr lang="en-US" b="1" dirty="0">
                    <a:solidFill>
                      <a:srgbClr val="FF0000"/>
                    </a:solidFill>
                  </a:rPr>
                  <a:t>N</a:t>
                </a:r>
                <a:r>
                  <a:rPr lang="en-US" dirty="0">
                    <a:solidFill>
                      <a:schemeClr val="tx1"/>
                    </a:solidFill>
                  </a:rPr>
                  <a:t>, AAAI 26]</a:t>
                </a: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76D257B-6821-76A6-F4E8-B0CCC21FF6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46" y="3914693"/>
                <a:ext cx="11264090" cy="88259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4A97D8B-CA23-B452-C1E0-A311A03381ED}"/>
              </a:ext>
            </a:extLst>
          </p:cNvPr>
          <p:cNvSpPr/>
          <p:nvPr/>
        </p:nvSpPr>
        <p:spPr>
          <a:xfrm>
            <a:off x="535646" y="5283643"/>
            <a:ext cx="11264090" cy="882595"/>
          </a:xfrm>
          <a:prstGeom prst="roundRect">
            <a:avLst/>
          </a:prstGeom>
          <a:solidFill>
            <a:srgbClr val="CDE0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Streaming &amp; Improved approx. for Fair Cons. </a:t>
            </a:r>
            <a:r>
              <a:rPr lang="en-US" dirty="0" err="1">
                <a:solidFill>
                  <a:schemeClr val="tx1"/>
                </a:solidFill>
              </a:rPr>
              <a:t>Cls</a:t>
            </a:r>
            <a:r>
              <a:rPr lang="en-US" dirty="0">
                <a:solidFill>
                  <a:schemeClr val="tx1"/>
                </a:solidFill>
              </a:rPr>
              <a:t>. [CCD</a:t>
            </a:r>
            <a:r>
              <a:rPr lang="en-US" b="1" dirty="0">
                <a:solidFill>
                  <a:srgbClr val="FF0000"/>
                </a:solidFill>
              </a:rPr>
              <a:t>N</a:t>
            </a:r>
            <a:r>
              <a:rPr lang="en-US" dirty="0">
                <a:solidFill>
                  <a:schemeClr val="tx1"/>
                </a:solidFill>
              </a:rPr>
              <a:t>, AAMAS 26]</a:t>
            </a:r>
          </a:p>
        </p:txBody>
      </p:sp>
    </p:spTree>
    <p:extLst>
      <p:ext uri="{BB962C8B-B14F-4D97-AF65-F5344CB8AC3E}">
        <p14:creationId xmlns:p14="http://schemas.microsoft.com/office/powerpoint/2010/main" val="4041735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5FF7A-A72E-B276-2314-916251492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D692E-4A7E-54DF-BCC0-12517C1DC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135591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Scalable and Unified Framework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to Weighted Rank Aggregation (ICALP 26)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9161EE-766F-B944-BAD0-7F0DDB9991D3}"/>
              </a:ext>
            </a:extLst>
          </p:cNvPr>
          <p:cNvSpPr/>
          <p:nvPr/>
        </p:nvSpPr>
        <p:spPr>
          <a:xfrm>
            <a:off x="1804848" y="1948849"/>
            <a:ext cx="3757153" cy="468712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15F9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42C4B8-509C-5D4C-33AC-BE73B28A2D5F}"/>
              </a:ext>
            </a:extLst>
          </p:cNvPr>
          <p:cNvSpPr txBox="1"/>
          <p:nvPr/>
        </p:nvSpPr>
        <p:spPr>
          <a:xfrm>
            <a:off x="2183790" y="2288236"/>
            <a:ext cx="2999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>
                <a:gradFill flip="none" rotWithShape="1">
                  <a:gsLst>
                    <a:gs pos="0">
                      <a:srgbClr val="002060"/>
                    </a:gs>
                    <a:gs pos="51000">
                      <a:schemeClr val="accent4">
                        <a:lumMod val="97000"/>
                        <a:lumOff val="3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</a:rPr>
              <a:t>A new unified framework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E2ADD1D-3B99-01CF-457F-AE9E8202E302}"/>
              </a:ext>
            </a:extLst>
          </p:cNvPr>
          <p:cNvSpPr/>
          <p:nvPr/>
        </p:nvSpPr>
        <p:spPr>
          <a:xfrm>
            <a:off x="5943433" y="1948849"/>
            <a:ext cx="4203608" cy="468712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15F9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18F5B89-B948-2661-84B5-D1CBB18B23EC}"/>
                  </a:ext>
                </a:extLst>
              </p:cNvPr>
              <p:cNvSpPr txBox="1"/>
              <p:nvPr/>
            </p:nvSpPr>
            <p:spPr>
              <a:xfrm>
                <a:off x="6279201" y="2149992"/>
                <a:ext cx="353267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gradFill flip="none" rotWithShape="1">
                      <a:gsLst>
                        <a:gs pos="0">
                          <a:srgbClr val="002060"/>
                        </a:gs>
                        <a:gs pos="51000">
                          <a:schemeClr val="accent4">
                            <a:lumMod val="97000"/>
                            <a:lumOff val="3000"/>
                          </a:schemeClr>
                        </a:gs>
                        <a:gs pos="100000">
                          <a:schemeClr val="accent4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  <a:tileRect/>
                    </a:gradFill>
                  </a:defRPr>
                </a:lvl1pPr>
              </a:lstStyle>
              <a:p>
                <a:r>
                  <a:rPr lang="en-US">
                    <a:solidFill>
                      <a:srgbClr val="00B050"/>
                    </a:solidFill>
                  </a:rPr>
                  <a:t>MPC-friendly</a:t>
                </a:r>
                <a:r>
                  <a:rPr lang="en-US"/>
                  <a:t> Local algorithms (aggregating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18F5B89-B948-2661-84B5-D1CBB18B2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9201" y="2149992"/>
                <a:ext cx="3532670" cy="646331"/>
              </a:xfrm>
              <a:prstGeom prst="rect">
                <a:avLst/>
              </a:prstGeom>
              <a:blipFill>
                <a:blip r:embed="rId2"/>
                <a:stretch>
                  <a:fillRect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ED7237A0-F2CA-6530-1FD4-8A467C6DDC3A}"/>
                  </a:ext>
                </a:extLst>
              </p:cNvPr>
              <p:cNvSpPr/>
              <p:nvPr/>
            </p:nvSpPr>
            <p:spPr>
              <a:xfrm>
                <a:off x="2265988" y="2810342"/>
                <a:ext cx="2834871" cy="1598833"/>
              </a:xfrm>
              <a:prstGeom prst="roundRect">
                <a:avLst/>
              </a:prstGeom>
              <a:solidFill>
                <a:srgbClr val="ECF3F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Either </a:t>
                </a:r>
                <a14:m>
                  <m:oMath xmlns:m="http://schemas.openxmlformats.org/officeDocument/2006/math">
                    <m:r>
                      <a:rPr lang="en-US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∃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>
                    <a:solidFill>
                      <a:srgbClr val="215F9A"/>
                    </a:solidFill>
                  </a:rPr>
                  <a:t> close to a median</a:t>
                </a: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ED7237A0-F2CA-6530-1FD4-8A467C6DDC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5988" y="2810342"/>
                <a:ext cx="2834871" cy="159883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F02995EA-3FE8-F253-3A2C-1761C21684D7}"/>
                  </a:ext>
                </a:extLst>
              </p:cNvPr>
              <p:cNvSpPr/>
              <p:nvPr/>
            </p:nvSpPr>
            <p:spPr>
              <a:xfrm>
                <a:off x="2265987" y="4553808"/>
                <a:ext cx="2834871" cy="189884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Or </a:t>
                </a:r>
                <a14:m>
                  <m:oMath xmlns:m="http://schemas.openxmlformats.org/officeDocument/2006/math">
                    <m:r>
                      <a:rPr lang="en-US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∃ </m:t>
                    </m:r>
                    <m:r>
                      <m:rPr>
                        <m:sty m:val="p"/>
                      </m:rPr>
                      <a:rPr lang="en-US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US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>
                    <a:solidFill>
                      <a:srgbClr val="215F9A"/>
                    </a:solidFill>
                  </a:rPr>
                  <a:t> : a good approximation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med</m:t>
                    </m:r>
                    <m:d>
                      <m:dPr>
                        <m:ctrlPr>
                          <a:rPr lang="en-US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215F9A"/>
                    </a:solidFill>
                  </a:rPr>
                  <a:t> (local solution) is close to a median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Local – global property</a:t>
                </a: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F02995EA-3FE8-F253-3A2C-1761C2168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5987" y="4553808"/>
                <a:ext cx="2834871" cy="189884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07F6B4F-E8E6-20EF-9C4E-97A0E21948D4}"/>
              </a:ext>
            </a:extLst>
          </p:cNvPr>
          <p:cNvSpPr/>
          <p:nvPr/>
        </p:nvSpPr>
        <p:spPr>
          <a:xfrm>
            <a:off x="6279202" y="2810343"/>
            <a:ext cx="1645927" cy="159883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>
                <a:solidFill>
                  <a:srgbClr val="215F9A"/>
                </a:solidFill>
              </a:rPr>
              <a:t>Ulam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C11C3BC-3DE0-D9A3-1B52-D351C351AAE1}"/>
              </a:ext>
            </a:extLst>
          </p:cNvPr>
          <p:cNvSpPr/>
          <p:nvPr/>
        </p:nvSpPr>
        <p:spPr>
          <a:xfrm>
            <a:off x="6279201" y="4555795"/>
            <a:ext cx="1645927" cy="1598833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15F9A"/>
                </a:solidFill>
              </a:rPr>
              <a:t>Hamming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516865C-7285-2191-2AA1-0669A5727E25}"/>
              </a:ext>
            </a:extLst>
          </p:cNvPr>
          <p:cNvSpPr/>
          <p:nvPr/>
        </p:nvSpPr>
        <p:spPr>
          <a:xfrm>
            <a:off x="8091718" y="2810342"/>
            <a:ext cx="1645927" cy="159883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15F9A"/>
                </a:solidFill>
              </a:rPr>
              <a:t>Kendall-tau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CB012C2-DB8E-1D0B-9425-0CDF03A53D32}"/>
              </a:ext>
            </a:extLst>
          </p:cNvPr>
          <p:cNvSpPr/>
          <p:nvPr/>
        </p:nvSpPr>
        <p:spPr>
          <a:xfrm>
            <a:off x="8091717" y="4555794"/>
            <a:ext cx="1645927" cy="1598833"/>
          </a:xfrm>
          <a:prstGeom prst="roundRect">
            <a:avLst/>
          </a:prstGeom>
          <a:solidFill>
            <a:srgbClr val="CDE0F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15F9A"/>
                </a:solidFill>
              </a:rPr>
              <a:t>Spearman-Footrule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FE05B207-36BC-5B51-8283-EBA195366F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30168" y="3718545"/>
                <a:ext cx="10789920" cy="1147730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>
                    <a:solidFill>
                      <a:srgbClr val="002060"/>
                    </a:solidFill>
                  </a:rPr>
                  <a:t>Input: a set of permutations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lit/>
                      </m:rP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000" dirty="0">
                  <a:solidFill>
                    <a:srgbClr val="002060"/>
                  </a:solidFill>
                </a:endParaRPr>
              </a:p>
              <a:p>
                <a:r>
                  <a:rPr lang="en-US" sz="2000" dirty="0">
                    <a:solidFill>
                      <a:srgbClr val="002060"/>
                    </a:solidFill>
                  </a:rPr>
                  <a:t>Output: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med</m:t>
                    </m:r>
                    <m:d>
                      <m:dPr>
                        <m:ctrlPr>
                          <a:rPr lang="en-US" sz="20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d>
                    <m:r>
                      <a:rPr lang="en-US" sz="20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≝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2060"/>
                    </a:solidFill>
                  </a:rPr>
                  <a:t>minimizing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obj</m:t>
                    </m:r>
                    <m:r>
                      <a:rPr lang="en-US" sz="20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ctrlP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sz="20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sz="20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FE05B207-36BC-5B51-8283-EBA195366F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30168" y="3718545"/>
                <a:ext cx="10789920" cy="1147730"/>
              </a:xfrm>
              <a:blipFill>
                <a:blip r:embed="rId5"/>
                <a:stretch>
                  <a:fillRect l="-508" t="-10638" b="-31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1415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6C6AC"/>
                                      </p:to>
                                    </p:animClr>
                                    <p:set>
                                      <p:cBhvr>
                                        <p:cTn id="6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6C6AC"/>
                                      </p:to>
                                    </p:animClr>
                                    <p:set>
                                      <p:cBhvr>
                                        <p:cTn id="7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6C6AC"/>
                                      </p:to>
                                    </p:animClr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9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2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5" dur="indefinite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8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1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animBg="1"/>
      <p:bldP spid="12" grpId="0" uiExpand="1"/>
      <p:bldP spid="16" grpId="0" uiExpand="1" animBg="1"/>
      <p:bldP spid="17" grpId="0" uiExpand="1"/>
      <p:bldP spid="18" grpId="0" uiExpand="1" animBg="1"/>
      <p:bldP spid="18" grpId="1" uiExpand="1" animBg="1"/>
      <p:bldP spid="19" grpId="0" uiExpand="1" animBg="1"/>
      <p:bldP spid="19" grpId="1" uiExpand="1" animBg="1"/>
      <p:bldP spid="20" grpId="0" uiExpand="1" animBg="1"/>
      <p:bldP spid="21" grpId="0" uiExpand="1" animBg="1"/>
      <p:bldP spid="21" grpId="1" uiExpand="1" animBg="1"/>
      <p:bldP spid="22" grpId="0" uiExpand="1" animBg="1"/>
      <p:bldP spid="22" grpId="1" uiExpand="1" animBg="1"/>
      <p:bldP spid="23" grpId="0" uiExpand="1" animBg="1"/>
      <p:bldP spid="23" grpId="1" uiExpand="1" animBg="1"/>
      <p:bldP spid="2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C5483-B41A-AE54-FB2E-2B47CFB71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57B99-8C0A-9CB1-A5AB-D342AC741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135591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Toward Fair Representation: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Consensus and Clustering (COLT 25)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960E5CD-8CB8-1FB7-3165-E9B91C3EBB79}"/>
              </a:ext>
            </a:extLst>
          </p:cNvPr>
          <p:cNvGrpSpPr/>
          <p:nvPr/>
        </p:nvGrpSpPr>
        <p:grpSpPr>
          <a:xfrm>
            <a:off x="701902" y="2359437"/>
            <a:ext cx="1938680" cy="1452281"/>
            <a:chOff x="410136" y="1580030"/>
            <a:chExt cx="4524935" cy="334831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A36D918-45F9-42A2-34F9-2887F993215F}"/>
                </a:ext>
              </a:extLst>
            </p:cNvPr>
            <p:cNvSpPr/>
            <p:nvPr/>
          </p:nvSpPr>
          <p:spPr>
            <a:xfrm>
              <a:off x="410136" y="1580030"/>
              <a:ext cx="4524935" cy="334831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578919B-8647-1EBD-0D75-DA6D88325806}"/>
                </a:ext>
              </a:extLst>
            </p:cNvPr>
            <p:cNvSpPr/>
            <p:nvPr/>
          </p:nvSpPr>
          <p:spPr>
            <a:xfrm>
              <a:off x="1815354" y="18825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014F248-ED8C-CE03-72F8-31CD58138C4E}"/>
                </a:ext>
              </a:extLst>
            </p:cNvPr>
            <p:cNvSpPr/>
            <p:nvPr/>
          </p:nvSpPr>
          <p:spPr>
            <a:xfrm>
              <a:off x="690283" y="28799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D9F2FEC-2042-3288-3550-AF58F2497485}"/>
                </a:ext>
              </a:extLst>
            </p:cNvPr>
            <p:cNvSpPr/>
            <p:nvPr/>
          </p:nvSpPr>
          <p:spPr>
            <a:xfrm>
              <a:off x="1498508" y="32446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D6328C2-5E4C-F665-8D93-1B5D0D2D51AF}"/>
                </a:ext>
              </a:extLst>
            </p:cNvPr>
            <p:cNvSpPr/>
            <p:nvPr/>
          </p:nvSpPr>
          <p:spPr>
            <a:xfrm>
              <a:off x="1855696" y="25594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88464B7-1627-080F-7751-BA6D8A9C558E}"/>
                </a:ext>
              </a:extLst>
            </p:cNvPr>
            <p:cNvSpPr/>
            <p:nvPr/>
          </p:nvSpPr>
          <p:spPr>
            <a:xfrm>
              <a:off x="2058523" y="31970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C5E6FC3-1F43-B127-9C05-3F6D0FB274A1}"/>
                </a:ext>
              </a:extLst>
            </p:cNvPr>
            <p:cNvSpPr/>
            <p:nvPr/>
          </p:nvSpPr>
          <p:spPr>
            <a:xfrm>
              <a:off x="2615454" y="22079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DB84675-DE13-0E9E-163A-E1E08BC418ED}"/>
                </a:ext>
              </a:extLst>
            </p:cNvPr>
            <p:cNvSpPr/>
            <p:nvPr/>
          </p:nvSpPr>
          <p:spPr>
            <a:xfrm>
              <a:off x="3910854" y="24451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CA9CE7A-5DEA-790C-05A4-019F276F118F}"/>
                </a:ext>
              </a:extLst>
            </p:cNvPr>
            <p:cNvSpPr/>
            <p:nvPr/>
          </p:nvSpPr>
          <p:spPr>
            <a:xfrm>
              <a:off x="969312" y="37943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DCF20FC-086A-A453-5F51-5B5B33CAB0E8}"/>
                </a:ext>
              </a:extLst>
            </p:cNvPr>
            <p:cNvSpPr/>
            <p:nvPr/>
          </p:nvSpPr>
          <p:spPr>
            <a:xfrm>
              <a:off x="4372537" y="31398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53FFCD0-C701-8D92-1695-0F0679D36F37}"/>
                </a:ext>
              </a:extLst>
            </p:cNvPr>
            <p:cNvSpPr/>
            <p:nvPr/>
          </p:nvSpPr>
          <p:spPr>
            <a:xfrm>
              <a:off x="3173507" y="28563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05AC7AD-D58F-9273-64C4-F9DA82D24EAF}"/>
                </a:ext>
              </a:extLst>
            </p:cNvPr>
            <p:cNvSpPr/>
            <p:nvPr/>
          </p:nvSpPr>
          <p:spPr>
            <a:xfrm>
              <a:off x="3796554" y="30827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8DD8A15-AC3D-F5F6-21F5-9EF21CC2179A}"/>
                </a:ext>
              </a:extLst>
            </p:cNvPr>
            <p:cNvSpPr/>
            <p:nvPr/>
          </p:nvSpPr>
          <p:spPr>
            <a:xfrm>
              <a:off x="2920254" y="4365812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9C83C22-9190-8E23-BCD3-D3203AD6D71F}"/>
                </a:ext>
              </a:extLst>
            </p:cNvPr>
            <p:cNvSpPr/>
            <p:nvPr/>
          </p:nvSpPr>
          <p:spPr>
            <a:xfrm>
              <a:off x="2863104" y="39209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8565C4E-03CD-E84D-8155-D0EEBC169E70}"/>
                </a:ext>
              </a:extLst>
            </p:cNvPr>
            <p:cNvSpPr/>
            <p:nvPr/>
          </p:nvSpPr>
          <p:spPr>
            <a:xfrm>
              <a:off x="3238502" y="405653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FE0198D-F9F6-83D7-A525-4B23A95ACD31}"/>
                </a:ext>
              </a:extLst>
            </p:cNvPr>
            <p:cNvSpPr/>
            <p:nvPr/>
          </p:nvSpPr>
          <p:spPr>
            <a:xfrm>
              <a:off x="3339354" y="179784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C57DA4C9-6E99-1F63-45D4-7FCB085FFCE7}"/>
              </a:ext>
            </a:extLst>
          </p:cNvPr>
          <p:cNvSpPr txBox="1"/>
          <p:nvPr/>
        </p:nvSpPr>
        <p:spPr>
          <a:xfrm>
            <a:off x="965962" y="1829985"/>
            <a:ext cx="1470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Ground set V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9313AA9-018A-D172-E8E4-32892E748D3C}"/>
              </a:ext>
            </a:extLst>
          </p:cNvPr>
          <p:cNvGrpSpPr/>
          <p:nvPr/>
        </p:nvGrpSpPr>
        <p:grpSpPr>
          <a:xfrm>
            <a:off x="3738117" y="1717199"/>
            <a:ext cx="1938680" cy="1452281"/>
            <a:chOff x="410136" y="1580030"/>
            <a:chExt cx="4524935" cy="334831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05089D5-58D9-941F-CE6C-A16C2BE0AA40}"/>
                </a:ext>
              </a:extLst>
            </p:cNvPr>
            <p:cNvSpPr/>
            <p:nvPr/>
          </p:nvSpPr>
          <p:spPr>
            <a:xfrm>
              <a:off x="410136" y="1580030"/>
              <a:ext cx="4524935" cy="334831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8A61014-57ED-1A4A-E1BA-0A5519D3A0B2}"/>
                </a:ext>
              </a:extLst>
            </p:cNvPr>
            <p:cNvSpPr/>
            <p:nvPr/>
          </p:nvSpPr>
          <p:spPr>
            <a:xfrm>
              <a:off x="1815354" y="18825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9D62B31-D8CE-DA06-480C-5E0217E5CD49}"/>
                </a:ext>
              </a:extLst>
            </p:cNvPr>
            <p:cNvSpPr/>
            <p:nvPr/>
          </p:nvSpPr>
          <p:spPr>
            <a:xfrm>
              <a:off x="690283" y="28799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A57D69D-8505-2FF4-84C6-AD63311494DD}"/>
                </a:ext>
              </a:extLst>
            </p:cNvPr>
            <p:cNvSpPr/>
            <p:nvPr/>
          </p:nvSpPr>
          <p:spPr>
            <a:xfrm>
              <a:off x="1498508" y="32446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4FD3694-519C-4EE5-66F5-BCB17DDEC690}"/>
                </a:ext>
              </a:extLst>
            </p:cNvPr>
            <p:cNvSpPr/>
            <p:nvPr/>
          </p:nvSpPr>
          <p:spPr>
            <a:xfrm>
              <a:off x="1855696" y="25594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D93F310-AA5B-31AF-FAA9-88580313BD1E}"/>
                </a:ext>
              </a:extLst>
            </p:cNvPr>
            <p:cNvSpPr/>
            <p:nvPr/>
          </p:nvSpPr>
          <p:spPr>
            <a:xfrm>
              <a:off x="2058523" y="31970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72C4897-0130-AB29-1A69-7D85A1ABE57F}"/>
                </a:ext>
              </a:extLst>
            </p:cNvPr>
            <p:cNvSpPr/>
            <p:nvPr/>
          </p:nvSpPr>
          <p:spPr>
            <a:xfrm>
              <a:off x="2615454" y="22079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1318737-3953-2686-ED1F-E4D236473BF4}"/>
                </a:ext>
              </a:extLst>
            </p:cNvPr>
            <p:cNvSpPr/>
            <p:nvPr/>
          </p:nvSpPr>
          <p:spPr>
            <a:xfrm>
              <a:off x="3910854" y="24451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01775B6-00D1-D516-C77D-5C1ABA3CA94E}"/>
                </a:ext>
              </a:extLst>
            </p:cNvPr>
            <p:cNvSpPr/>
            <p:nvPr/>
          </p:nvSpPr>
          <p:spPr>
            <a:xfrm>
              <a:off x="969312" y="37943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49D2748-D875-76A1-EF2E-2E220DEB6F44}"/>
                </a:ext>
              </a:extLst>
            </p:cNvPr>
            <p:cNvSpPr/>
            <p:nvPr/>
          </p:nvSpPr>
          <p:spPr>
            <a:xfrm>
              <a:off x="4372537" y="31398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C71675D-576B-2815-461B-1653CC4F2D40}"/>
                </a:ext>
              </a:extLst>
            </p:cNvPr>
            <p:cNvSpPr/>
            <p:nvPr/>
          </p:nvSpPr>
          <p:spPr>
            <a:xfrm>
              <a:off x="3173507" y="28563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9167207-6AAF-D9FF-D8E6-DABD3DA611D2}"/>
                </a:ext>
              </a:extLst>
            </p:cNvPr>
            <p:cNvSpPr/>
            <p:nvPr/>
          </p:nvSpPr>
          <p:spPr>
            <a:xfrm>
              <a:off x="3796554" y="30827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6E1AD6D-5B0A-54C4-8189-94B1B49A1C13}"/>
                </a:ext>
              </a:extLst>
            </p:cNvPr>
            <p:cNvSpPr/>
            <p:nvPr/>
          </p:nvSpPr>
          <p:spPr>
            <a:xfrm>
              <a:off x="2920254" y="4365812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89386EB-30CA-7992-B1B3-886804CE878B}"/>
                </a:ext>
              </a:extLst>
            </p:cNvPr>
            <p:cNvSpPr/>
            <p:nvPr/>
          </p:nvSpPr>
          <p:spPr>
            <a:xfrm>
              <a:off x="2863104" y="39209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F79A557-ADF7-561B-EDA7-94B5C0A57AA7}"/>
                </a:ext>
              </a:extLst>
            </p:cNvPr>
            <p:cNvSpPr/>
            <p:nvPr/>
          </p:nvSpPr>
          <p:spPr>
            <a:xfrm>
              <a:off x="3238502" y="405653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1D17865-0852-1D3E-AEE8-D8AB2BCE8C46}"/>
                </a:ext>
              </a:extLst>
            </p:cNvPr>
            <p:cNvSpPr/>
            <p:nvPr/>
          </p:nvSpPr>
          <p:spPr>
            <a:xfrm>
              <a:off x="3339354" y="179784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7531662-EC46-A552-8453-A593E6EF9414}"/>
              </a:ext>
            </a:extLst>
          </p:cNvPr>
          <p:cNvGrpSpPr/>
          <p:nvPr/>
        </p:nvGrpSpPr>
        <p:grpSpPr>
          <a:xfrm>
            <a:off x="3738117" y="3282165"/>
            <a:ext cx="1938680" cy="1452281"/>
            <a:chOff x="410136" y="1580030"/>
            <a:chExt cx="4524935" cy="3348318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A22AF33-F800-56EC-841C-51370063BA18}"/>
                </a:ext>
              </a:extLst>
            </p:cNvPr>
            <p:cNvSpPr/>
            <p:nvPr/>
          </p:nvSpPr>
          <p:spPr>
            <a:xfrm>
              <a:off x="410136" y="1580030"/>
              <a:ext cx="4524935" cy="334831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16FB3F2-211E-3391-0DE9-EADF96D35405}"/>
                </a:ext>
              </a:extLst>
            </p:cNvPr>
            <p:cNvSpPr/>
            <p:nvPr/>
          </p:nvSpPr>
          <p:spPr>
            <a:xfrm>
              <a:off x="1815354" y="18825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23D3205-741C-0A4E-D91C-617FA2299013}"/>
                </a:ext>
              </a:extLst>
            </p:cNvPr>
            <p:cNvSpPr/>
            <p:nvPr/>
          </p:nvSpPr>
          <p:spPr>
            <a:xfrm>
              <a:off x="690283" y="28799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5D64375-D90E-10BF-298C-CA231F02763C}"/>
                </a:ext>
              </a:extLst>
            </p:cNvPr>
            <p:cNvSpPr/>
            <p:nvPr/>
          </p:nvSpPr>
          <p:spPr>
            <a:xfrm>
              <a:off x="1498508" y="32446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595882FF-A6FD-EFCC-404F-B508063E52D2}"/>
                </a:ext>
              </a:extLst>
            </p:cNvPr>
            <p:cNvSpPr/>
            <p:nvPr/>
          </p:nvSpPr>
          <p:spPr>
            <a:xfrm>
              <a:off x="1855696" y="25594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5318208-AEB1-DFD8-2C5A-60B96C4D90FF}"/>
                </a:ext>
              </a:extLst>
            </p:cNvPr>
            <p:cNvSpPr/>
            <p:nvPr/>
          </p:nvSpPr>
          <p:spPr>
            <a:xfrm>
              <a:off x="2058523" y="31970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ED2FC10-5947-6EB8-DCB5-79AA931D2818}"/>
                </a:ext>
              </a:extLst>
            </p:cNvPr>
            <p:cNvSpPr/>
            <p:nvPr/>
          </p:nvSpPr>
          <p:spPr>
            <a:xfrm>
              <a:off x="2615454" y="22079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B567481-89B8-3E47-2547-D69E5BD0D2CA}"/>
                </a:ext>
              </a:extLst>
            </p:cNvPr>
            <p:cNvSpPr/>
            <p:nvPr/>
          </p:nvSpPr>
          <p:spPr>
            <a:xfrm>
              <a:off x="3910854" y="24451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9CDFE647-30C0-5A0B-E63F-07A1D0AB1440}"/>
                </a:ext>
              </a:extLst>
            </p:cNvPr>
            <p:cNvSpPr/>
            <p:nvPr/>
          </p:nvSpPr>
          <p:spPr>
            <a:xfrm>
              <a:off x="969312" y="37943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DC0D269B-E76C-5268-3F2F-E5B91E13D7A8}"/>
                </a:ext>
              </a:extLst>
            </p:cNvPr>
            <p:cNvSpPr/>
            <p:nvPr/>
          </p:nvSpPr>
          <p:spPr>
            <a:xfrm>
              <a:off x="4372537" y="31398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E77DD09-24DF-AAA7-2BF7-3B842708C743}"/>
                </a:ext>
              </a:extLst>
            </p:cNvPr>
            <p:cNvSpPr/>
            <p:nvPr/>
          </p:nvSpPr>
          <p:spPr>
            <a:xfrm>
              <a:off x="3173507" y="28563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B63B061-A56F-4FB2-17DA-D65BCD7EBADF}"/>
                </a:ext>
              </a:extLst>
            </p:cNvPr>
            <p:cNvSpPr/>
            <p:nvPr/>
          </p:nvSpPr>
          <p:spPr>
            <a:xfrm>
              <a:off x="3796554" y="30827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C4FF4C84-6359-CA70-DC95-1931DBE82D9E}"/>
                </a:ext>
              </a:extLst>
            </p:cNvPr>
            <p:cNvSpPr/>
            <p:nvPr/>
          </p:nvSpPr>
          <p:spPr>
            <a:xfrm>
              <a:off x="2920254" y="4365812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A5038152-DBD3-6EC5-07F0-2A49ED658C42}"/>
                </a:ext>
              </a:extLst>
            </p:cNvPr>
            <p:cNvSpPr/>
            <p:nvPr/>
          </p:nvSpPr>
          <p:spPr>
            <a:xfrm>
              <a:off x="2863104" y="39209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FA968AA1-CAD5-7042-5A77-779E57728533}"/>
                </a:ext>
              </a:extLst>
            </p:cNvPr>
            <p:cNvSpPr/>
            <p:nvPr/>
          </p:nvSpPr>
          <p:spPr>
            <a:xfrm>
              <a:off x="3238502" y="405653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40BCFA1-A799-7C7D-6D4B-731DAD231A20}"/>
                </a:ext>
              </a:extLst>
            </p:cNvPr>
            <p:cNvSpPr/>
            <p:nvPr/>
          </p:nvSpPr>
          <p:spPr>
            <a:xfrm>
              <a:off x="3339354" y="179784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6969ED2-D2F5-C7FE-0436-EBA259875DF3}"/>
              </a:ext>
            </a:extLst>
          </p:cNvPr>
          <p:cNvGrpSpPr/>
          <p:nvPr/>
        </p:nvGrpSpPr>
        <p:grpSpPr>
          <a:xfrm>
            <a:off x="3713631" y="5204013"/>
            <a:ext cx="1938680" cy="1452281"/>
            <a:chOff x="410136" y="1580030"/>
            <a:chExt cx="4524935" cy="3348318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A5D62626-4C67-48A8-31E2-A5BC95DB16CA}"/>
                </a:ext>
              </a:extLst>
            </p:cNvPr>
            <p:cNvSpPr/>
            <p:nvPr/>
          </p:nvSpPr>
          <p:spPr>
            <a:xfrm>
              <a:off x="410136" y="1580030"/>
              <a:ext cx="4524935" cy="334831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804555E-2EC1-9AD3-6C85-A9EB370A4FE7}"/>
                </a:ext>
              </a:extLst>
            </p:cNvPr>
            <p:cNvSpPr/>
            <p:nvPr/>
          </p:nvSpPr>
          <p:spPr>
            <a:xfrm>
              <a:off x="1815354" y="18825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CF47226-24C2-192F-080E-E55DAE03935E}"/>
                </a:ext>
              </a:extLst>
            </p:cNvPr>
            <p:cNvSpPr/>
            <p:nvPr/>
          </p:nvSpPr>
          <p:spPr>
            <a:xfrm>
              <a:off x="690283" y="28799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0EDA3684-EDB8-B6FB-5564-F3C976BA1CB7}"/>
                </a:ext>
              </a:extLst>
            </p:cNvPr>
            <p:cNvSpPr/>
            <p:nvPr/>
          </p:nvSpPr>
          <p:spPr>
            <a:xfrm>
              <a:off x="1498508" y="32446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3B1A51C8-8128-9C13-307F-6ECB2326D198}"/>
                </a:ext>
              </a:extLst>
            </p:cNvPr>
            <p:cNvSpPr/>
            <p:nvPr/>
          </p:nvSpPr>
          <p:spPr>
            <a:xfrm>
              <a:off x="1855696" y="25594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54FD8646-4503-3C8F-92A7-8B953BC6C15F}"/>
                </a:ext>
              </a:extLst>
            </p:cNvPr>
            <p:cNvSpPr/>
            <p:nvPr/>
          </p:nvSpPr>
          <p:spPr>
            <a:xfrm>
              <a:off x="2058523" y="31970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DB8D0096-B8CF-C579-7661-DA2F0DDA98E9}"/>
                </a:ext>
              </a:extLst>
            </p:cNvPr>
            <p:cNvSpPr/>
            <p:nvPr/>
          </p:nvSpPr>
          <p:spPr>
            <a:xfrm>
              <a:off x="2615454" y="22079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BDF23238-889E-B213-F2C8-E83322BE4495}"/>
                </a:ext>
              </a:extLst>
            </p:cNvPr>
            <p:cNvSpPr/>
            <p:nvPr/>
          </p:nvSpPr>
          <p:spPr>
            <a:xfrm>
              <a:off x="3910854" y="24451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44AF9027-A96A-29AE-74ED-C76E32D8B8E9}"/>
                </a:ext>
              </a:extLst>
            </p:cNvPr>
            <p:cNvSpPr/>
            <p:nvPr/>
          </p:nvSpPr>
          <p:spPr>
            <a:xfrm>
              <a:off x="969312" y="37943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AAB910BC-8F92-6EC4-9EBF-875BE4568B74}"/>
                </a:ext>
              </a:extLst>
            </p:cNvPr>
            <p:cNvSpPr/>
            <p:nvPr/>
          </p:nvSpPr>
          <p:spPr>
            <a:xfrm>
              <a:off x="4372537" y="31398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74829E8B-5680-8CB2-4FD4-622E747F7AB6}"/>
                </a:ext>
              </a:extLst>
            </p:cNvPr>
            <p:cNvSpPr/>
            <p:nvPr/>
          </p:nvSpPr>
          <p:spPr>
            <a:xfrm>
              <a:off x="3173507" y="28563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63D095E3-CB8C-5F87-1927-F34D168F0B52}"/>
                </a:ext>
              </a:extLst>
            </p:cNvPr>
            <p:cNvSpPr/>
            <p:nvPr/>
          </p:nvSpPr>
          <p:spPr>
            <a:xfrm>
              <a:off x="3796554" y="30827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9C28455E-7954-8FDD-B285-7D5C13E4E1F4}"/>
                </a:ext>
              </a:extLst>
            </p:cNvPr>
            <p:cNvSpPr/>
            <p:nvPr/>
          </p:nvSpPr>
          <p:spPr>
            <a:xfrm>
              <a:off x="2920254" y="4365812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688D19C5-F021-4CF5-616E-84968B3B8F79}"/>
                </a:ext>
              </a:extLst>
            </p:cNvPr>
            <p:cNvSpPr/>
            <p:nvPr/>
          </p:nvSpPr>
          <p:spPr>
            <a:xfrm>
              <a:off x="2863104" y="39209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3B982B9B-6075-4195-E402-ECA624DB60EB}"/>
                </a:ext>
              </a:extLst>
            </p:cNvPr>
            <p:cNvSpPr/>
            <p:nvPr/>
          </p:nvSpPr>
          <p:spPr>
            <a:xfrm>
              <a:off x="3238502" y="405653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B110F46-4B0A-9B94-DE29-F8B71AE88B18}"/>
                </a:ext>
              </a:extLst>
            </p:cNvPr>
            <p:cNvSpPr/>
            <p:nvPr/>
          </p:nvSpPr>
          <p:spPr>
            <a:xfrm>
              <a:off x="3339354" y="179784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9" name="Oval 88">
            <a:extLst>
              <a:ext uri="{FF2B5EF4-FFF2-40B4-BE49-F238E27FC236}">
                <a16:creationId xmlns:a16="http://schemas.microsoft.com/office/drawing/2014/main" id="{2745E35E-B69B-65CF-87D7-E2D44C6DF10F}"/>
              </a:ext>
            </a:extLst>
          </p:cNvPr>
          <p:cNvSpPr/>
          <p:nvPr/>
        </p:nvSpPr>
        <p:spPr>
          <a:xfrm>
            <a:off x="3752987" y="2048588"/>
            <a:ext cx="860927" cy="77564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20DA6C66-3827-BBB7-EA06-EDFC7AB2CC8C}"/>
              </a:ext>
            </a:extLst>
          </p:cNvPr>
          <p:cNvSpPr/>
          <p:nvPr/>
        </p:nvSpPr>
        <p:spPr>
          <a:xfrm>
            <a:off x="4625172" y="2569635"/>
            <a:ext cx="552577" cy="57458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F7E333B4-0944-0B0F-F3ED-30203B825553}"/>
              </a:ext>
            </a:extLst>
          </p:cNvPr>
          <p:cNvSpPr/>
          <p:nvPr/>
        </p:nvSpPr>
        <p:spPr>
          <a:xfrm rot="19819332">
            <a:off x="3530119" y="3416752"/>
            <a:ext cx="1683669" cy="7631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88110D67-7743-C011-8C58-FE585267B880}"/>
              </a:ext>
            </a:extLst>
          </p:cNvPr>
          <p:cNvSpPr/>
          <p:nvPr/>
        </p:nvSpPr>
        <p:spPr>
          <a:xfrm rot="18334945">
            <a:off x="4291287" y="3716710"/>
            <a:ext cx="1683669" cy="7631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3D933C0-FFA8-5E01-27AE-19D1F207E052}"/>
              </a:ext>
            </a:extLst>
          </p:cNvPr>
          <p:cNvSpPr/>
          <p:nvPr/>
        </p:nvSpPr>
        <p:spPr>
          <a:xfrm>
            <a:off x="3740786" y="5663520"/>
            <a:ext cx="552577" cy="5745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8B603A08-E60C-3F2D-4E4E-C08E1CC3D5EB}"/>
              </a:ext>
            </a:extLst>
          </p:cNvPr>
          <p:cNvSpPr/>
          <p:nvPr/>
        </p:nvSpPr>
        <p:spPr>
          <a:xfrm>
            <a:off x="4821522" y="5493042"/>
            <a:ext cx="830789" cy="5745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9FD6160B-B257-EDCD-2F46-C9FC173A75A9}"/>
              </a:ext>
            </a:extLst>
          </p:cNvPr>
          <p:cNvSpPr/>
          <p:nvPr/>
        </p:nvSpPr>
        <p:spPr>
          <a:xfrm>
            <a:off x="4512786" y="6051779"/>
            <a:ext cx="552577" cy="5745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0B645485-8B68-BA7F-1EA1-BC889ED1216B}"/>
              </a:ext>
            </a:extLst>
          </p:cNvPr>
          <p:cNvSpPr/>
          <p:nvPr/>
        </p:nvSpPr>
        <p:spPr>
          <a:xfrm rot="19798342">
            <a:off x="4126223" y="5163589"/>
            <a:ext cx="1004005" cy="5745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60F6CA19-E7A0-7D1E-2AEA-C17AFA0D3690}"/>
              </a:ext>
            </a:extLst>
          </p:cNvPr>
          <p:cNvSpPr/>
          <p:nvPr/>
        </p:nvSpPr>
        <p:spPr>
          <a:xfrm>
            <a:off x="4323581" y="5833884"/>
            <a:ext cx="300136" cy="35067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Left Brace 97">
            <a:extLst>
              <a:ext uri="{FF2B5EF4-FFF2-40B4-BE49-F238E27FC236}">
                <a16:creationId xmlns:a16="http://schemas.microsoft.com/office/drawing/2014/main" id="{1473B2FE-BDF0-6E8E-D9C3-CC5D9B73E9FF}"/>
              </a:ext>
            </a:extLst>
          </p:cNvPr>
          <p:cNvSpPr/>
          <p:nvPr/>
        </p:nvSpPr>
        <p:spPr>
          <a:xfrm>
            <a:off x="3072633" y="1717199"/>
            <a:ext cx="524643" cy="5140801"/>
          </a:xfrm>
          <a:prstGeom prst="leftBrace">
            <a:avLst>
              <a:gd name="adj1" fmla="val 74973"/>
              <a:gd name="adj2" fmla="val 492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761FAC5-CE92-08D1-CABF-DA341CD23360}"/>
              </a:ext>
            </a:extLst>
          </p:cNvPr>
          <p:cNvSpPr txBox="1"/>
          <p:nvPr/>
        </p:nvSpPr>
        <p:spPr>
          <a:xfrm>
            <a:off x="2132469" y="4051243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859F2E7-B1A2-43BF-172A-2AA43F6D190F}"/>
              </a:ext>
            </a:extLst>
          </p:cNvPr>
          <p:cNvGrpSpPr/>
          <p:nvPr/>
        </p:nvGrpSpPr>
        <p:grpSpPr>
          <a:xfrm>
            <a:off x="6618194" y="2346023"/>
            <a:ext cx="3137241" cy="1452281"/>
            <a:chOff x="6145306" y="2887525"/>
            <a:chExt cx="3137241" cy="1452281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68631FA9-656B-1594-BF23-CCDCB067F79F}"/>
                </a:ext>
              </a:extLst>
            </p:cNvPr>
            <p:cNvSpPr txBox="1"/>
            <p:nvPr/>
          </p:nvSpPr>
          <p:spPr>
            <a:xfrm>
              <a:off x="6145306" y="3429000"/>
              <a:ext cx="889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</a:t>
              </a: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C27ECA3F-57CE-71A3-5058-72D6D18CD861}"/>
                </a:ext>
              </a:extLst>
            </p:cNvPr>
            <p:cNvGrpSpPr/>
            <p:nvPr/>
          </p:nvGrpSpPr>
          <p:grpSpPr>
            <a:xfrm>
              <a:off x="7343867" y="2887525"/>
              <a:ext cx="1938680" cy="1452281"/>
              <a:chOff x="410136" y="1580030"/>
              <a:chExt cx="4524935" cy="3348318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96EDAF85-CB81-2A4C-3BE1-FF87DFAC7650}"/>
                  </a:ext>
                </a:extLst>
              </p:cNvPr>
              <p:cNvSpPr/>
              <p:nvPr/>
            </p:nvSpPr>
            <p:spPr>
              <a:xfrm>
                <a:off x="410136" y="1580030"/>
                <a:ext cx="4524935" cy="3348318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C621307E-A23F-DD37-D24A-7753DDCD415B}"/>
                  </a:ext>
                </a:extLst>
              </p:cNvPr>
              <p:cNvSpPr/>
              <p:nvPr/>
            </p:nvSpPr>
            <p:spPr>
              <a:xfrm>
                <a:off x="1815354" y="1882589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39B35099-A0FA-0F54-98B7-DE8459F902A5}"/>
                  </a:ext>
                </a:extLst>
              </p:cNvPr>
              <p:cNvSpPr/>
              <p:nvPr/>
            </p:nvSpPr>
            <p:spPr>
              <a:xfrm>
                <a:off x="690283" y="2879913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EBF3CE10-A1C7-05EB-1826-8560C75EF9ED}"/>
                  </a:ext>
                </a:extLst>
              </p:cNvPr>
              <p:cNvSpPr/>
              <p:nvPr/>
            </p:nvSpPr>
            <p:spPr>
              <a:xfrm>
                <a:off x="1498508" y="3244664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F3612481-43F5-9853-0C57-5A3022410D50}"/>
                  </a:ext>
                </a:extLst>
              </p:cNvPr>
              <p:cNvSpPr/>
              <p:nvPr/>
            </p:nvSpPr>
            <p:spPr>
              <a:xfrm>
                <a:off x="1855696" y="2559425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ED1A39B8-72BE-D3A2-3163-6BC00D99EB3E}"/>
                  </a:ext>
                </a:extLst>
              </p:cNvPr>
              <p:cNvSpPr/>
              <p:nvPr/>
            </p:nvSpPr>
            <p:spPr>
              <a:xfrm>
                <a:off x="2058523" y="3197039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A6FE8E2E-2F81-6A16-C531-978F8493385F}"/>
                  </a:ext>
                </a:extLst>
              </p:cNvPr>
              <p:cNvSpPr/>
              <p:nvPr/>
            </p:nvSpPr>
            <p:spPr>
              <a:xfrm>
                <a:off x="2615454" y="2207981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0CF62807-0328-55FF-BB62-294A4AAE84B9}"/>
                  </a:ext>
                </a:extLst>
              </p:cNvPr>
              <p:cNvSpPr/>
              <p:nvPr/>
            </p:nvSpPr>
            <p:spPr>
              <a:xfrm>
                <a:off x="3910854" y="2445125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747F0603-7395-7F75-8392-E58969C01369}"/>
                  </a:ext>
                </a:extLst>
              </p:cNvPr>
              <p:cNvSpPr/>
              <p:nvPr/>
            </p:nvSpPr>
            <p:spPr>
              <a:xfrm>
                <a:off x="969312" y="3794313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6B28D6D2-9810-F5DB-2BA1-5CEFCA43C9E6}"/>
                  </a:ext>
                </a:extLst>
              </p:cNvPr>
              <p:cNvSpPr/>
              <p:nvPr/>
            </p:nvSpPr>
            <p:spPr>
              <a:xfrm>
                <a:off x="4372537" y="3139889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AFFAD883-3440-F46D-5E7C-92CC86575F47}"/>
                  </a:ext>
                </a:extLst>
              </p:cNvPr>
              <p:cNvSpPr/>
              <p:nvPr/>
            </p:nvSpPr>
            <p:spPr>
              <a:xfrm>
                <a:off x="3173507" y="2856381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2B47DEDD-0ACB-C157-622A-0A49C58F018B}"/>
                  </a:ext>
                </a:extLst>
              </p:cNvPr>
              <p:cNvSpPr/>
              <p:nvPr/>
            </p:nvSpPr>
            <p:spPr>
              <a:xfrm>
                <a:off x="3796554" y="3082739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DE070498-0277-103F-B04E-86329A49C9FE}"/>
                  </a:ext>
                </a:extLst>
              </p:cNvPr>
              <p:cNvSpPr/>
              <p:nvPr/>
            </p:nvSpPr>
            <p:spPr>
              <a:xfrm>
                <a:off x="2920254" y="4365812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03843D8E-2AAA-23FD-9957-B99F3BD784EE}"/>
                  </a:ext>
                </a:extLst>
              </p:cNvPr>
              <p:cNvSpPr/>
              <p:nvPr/>
            </p:nvSpPr>
            <p:spPr>
              <a:xfrm>
                <a:off x="2863104" y="3920939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1435546D-5807-6C3A-A7D7-682B47A4B93B}"/>
                  </a:ext>
                </a:extLst>
              </p:cNvPr>
              <p:cNvSpPr/>
              <p:nvPr/>
            </p:nvSpPr>
            <p:spPr>
              <a:xfrm>
                <a:off x="3238502" y="4056531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07A66373-79D2-74F1-F40F-FC0B5BED3235}"/>
                  </a:ext>
                </a:extLst>
              </p:cNvPr>
              <p:cNvSpPr/>
              <p:nvPr/>
            </p:nvSpPr>
            <p:spPr>
              <a:xfrm>
                <a:off x="3339354" y="1797844"/>
                <a:ext cx="114300" cy="1143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7C8337D6-9950-F820-6063-D0F8A5566C47}"/>
                </a:ext>
              </a:extLst>
            </p:cNvPr>
            <p:cNvSpPr/>
            <p:nvPr/>
          </p:nvSpPr>
          <p:spPr>
            <a:xfrm rot="19168148">
              <a:off x="7113563" y="2968512"/>
              <a:ext cx="1805186" cy="709374"/>
            </a:xfrm>
            <a:prstGeom prst="ellipse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7D3720F4-D768-5609-A380-1AF7D94B6B66}"/>
                </a:ext>
              </a:extLst>
            </p:cNvPr>
            <p:cNvSpPr/>
            <p:nvPr/>
          </p:nvSpPr>
          <p:spPr>
            <a:xfrm>
              <a:off x="8513988" y="3166782"/>
              <a:ext cx="764483" cy="631550"/>
            </a:xfrm>
            <a:prstGeom prst="ellipse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FCD5F56F-A88A-26C6-AEB4-E6AFBDABBB3E}"/>
                </a:ext>
              </a:extLst>
            </p:cNvPr>
            <p:cNvSpPr/>
            <p:nvPr/>
          </p:nvSpPr>
          <p:spPr>
            <a:xfrm>
              <a:off x="8232536" y="3798332"/>
              <a:ext cx="467711" cy="506278"/>
            </a:xfrm>
            <a:prstGeom prst="ellipse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3" name="Oval 142">
            <a:extLst>
              <a:ext uri="{FF2B5EF4-FFF2-40B4-BE49-F238E27FC236}">
                <a16:creationId xmlns:a16="http://schemas.microsoft.com/office/drawing/2014/main" id="{CFCC5976-94BD-3101-7633-56BDB4A40299}"/>
              </a:ext>
            </a:extLst>
          </p:cNvPr>
          <p:cNvSpPr/>
          <p:nvPr/>
        </p:nvSpPr>
        <p:spPr>
          <a:xfrm rot="1661916">
            <a:off x="4245590" y="1762955"/>
            <a:ext cx="1499766" cy="637123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930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EDB8-D7E7-08FB-5622-96294359E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roup 209">
            <a:extLst>
              <a:ext uri="{FF2B5EF4-FFF2-40B4-BE49-F238E27FC236}">
                <a16:creationId xmlns:a16="http://schemas.microsoft.com/office/drawing/2014/main" id="{69DFF3AD-5B82-9251-F61F-14E8B25D5D0F}"/>
              </a:ext>
            </a:extLst>
          </p:cNvPr>
          <p:cNvGrpSpPr/>
          <p:nvPr/>
        </p:nvGrpSpPr>
        <p:grpSpPr>
          <a:xfrm>
            <a:off x="7812679" y="2350843"/>
            <a:ext cx="1938680" cy="1452281"/>
            <a:chOff x="410136" y="1580030"/>
            <a:chExt cx="4524935" cy="3348318"/>
          </a:xfrm>
        </p:grpSpPr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489CD599-F989-CA98-3177-D6C9D38679BD}"/>
                </a:ext>
              </a:extLst>
            </p:cNvPr>
            <p:cNvSpPr/>
            <p:nvPr/>
          </p:nvSpPr>
          <p:spPr>
            <a:xfrm>
              <a:off x="410136" y="1580030"/>
              <a:ext cx="4524935" cy="334831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72008079-CE85-77E1-3179-6C000EFB6BC7}"/>
                </a:ext>
              </a:extLst>
            </p:cNvPr>
            <p:cNvSpPr/>
            <p:nvPr/>
          </p:nvSpPr>
          <p:spPr>
            <a:xfrm>
              <a:off x="1815354" y="18825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AC6A6B55-B816-B53D-D75F-B4F371806594}"/>
                </a:ext>
              </a:extLst>
            </p:cNvPr>
            <p:cNvSpPr/>
            <p:nvPr/>
          </p:nvSpPr>
          <p:spPr>
            <a:xfrm>
              <a:off x="690283" y="28799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CC662CB0-D490-13E1-FA88-6A6664F9997B}"/>
                </a:ext>
              </a:extLst>
            </p:cNvPr>
            <p:cNvSpPr/>
            <p:nvPr/>
          </p:nvSpPr>
          <p:spPr>
            <a:xfrm>
              <a:off x="1498508" y="32446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24947B48-88CF-73AF-4113-D7BCDB9CDA21}"/>
                </a:ext>
              </a:extLst>
            </p:cNvPr>
            <p:cNvSpPr/>
            <p:nvPr/>
          </p:nvSpPr>
          <p:spPr>
            <a:xfrm>
              <a:off x="1855696" y="2559425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CC1B6839-CCBB-6ED8-5E22-899CAC8AA0F6}"/>
                </a:ext>
              </a:extLst>
            </p:cNvPr>
            <p:cNvSpPr/>
            <p:nvPr/>
          </p:nvSpPr>
          <p:spPr>
            <a:xfrm>
              <a:off x="2058523" y="31970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ED9978C5-E6A3-9BCC-4D53-1B7DB93F3D80}"/>
                </a:ext>
              </a:extLst>
            </p:cNvPr>
            <p:cNvSpPr/>
            <p:nvPr/>
          </p:nvSpPr>
          <p:spPr>
            <a:xfrm>
              <a:off x="2615454" y="22079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8FAA017B-58D7-01BC-F76B-9AB53D8F2E1B}"/>
                </a:ext>
              </a:extLst>
            </p:cNvPr>
            <p:cNvSpPr/>
            <p:nvPr/>
          </p:nvSpPr>
          <p:spPr>
            <a:xfrm>
              <a:off x="3910854" y="24451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6DD73E54-338C-FDFB-D458-412769DD3EE5}"/>
                </a:ext>
              </a:extLst>
            </p:cNvPr>
            <p:cNvSpPr/>
            <p:nvPr/>
          </p:nvSpPr>
          <p:spPr>
            <a:xfrm>
              <a:off x="969312" y="3794313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BAAE9436-C1BF-CBF6-7B7C-502B6879EB2D}"/>
                </a:ext>
              </a:extLst>
            </p:cNvPr>
            <p:cNvSpPr/>
            <p:nvPr/>
          </p:nvSpPr>
          <p:spPr>
            <a:xfrm>
              <a:off x="4372537" y="3139889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87A2484F-92F0-7579-C7D6-DBEA130478D3}"/>
                </a:ext>
              </a:extLst>
            </p:cNvPr>
            <p:cNvSpPr/>
            <p:nvPr/>
          </p:nvSpPr>
          <p:spPr>
            <a:xfrm>
              <a:off x="3173507" y="2856381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C6F4A13B-D61B-D0DF-AA0E-B46F8FC3B0A0}"/>
                </a:ext>
              </a:extLst>
            </p:cNvPr>
            <p:cNvSpPr/>
            <p:nvPr/>
          </p:nvSpPr>
          <p:spPr>
            <a:xfrm>
              <a:off x="3796554" y="30827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C5A38296-0D26-E600-0B30-7273F53A05C3}"/>
                </a:ext>
              </a:extLst>
            </p:cNvPr>
            <p:cNvSpPr/>
            <p:nvPr/>
          </p:nvSpPr>
          <p:spPr>
            <a:xfrm>
              <a:off x="2920254" y="4365812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B41A5AC2-1D17-6752-0B67-C8B5478AA757}"/>
                </a:ext>
              </a:extLst>
            </p:cNvPr>
            <p:cNvSpPr/>
            <p:nvPr/>
          </p:nvSpPr>
          <p:spPr>
            <a:xfrm>
              <a:off x="2863104" y="39209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1CB2801E-4107-7A0D-8C30-904D9CD71DDE}"/>
                </a:ext>
              </a:extLst>
            </p:cNvPr>
            <p:cNvSpPr/>
            <p:nvPr/>
          </p:nvSpPr>
          <p:spPr>
            <a:xfrm>
              <a:off x="3238502" y="405653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EE5B8AFD-BA5A-2B0B-4300-0BA5C1557B64}"/>
                </a:ext>
              </a:extLst>
            </p:cNvPr>
            <p:cNvSpPr/>
            <p:nvPr/>
          </p:nvSpPr>
          <p:spPr>
            <a:xfrm>
              <a:off x="3339354" y="179784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4AA4186-9B73-B291-879C-97DD834AFDF4}"/>
              </a:ext>
            </a:extLst>
          </p:cNvPr>
          <p:cNvGrpSpPr/>
          <p:nvPr/>
        </p:nvGrpSpPr>
        <p:grpSpPr>
          <a:xfrm>
            <a:off x="3752987" y="5163196"/>
            <a:ext cx="1938680" cy="1452281"/>
            <a:chOff x="410136" y="1580030"/>
            <a:chExt cx="4524935" cy="3348318"/>
          </a:xfrm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99A3DE63-7D34-3A14-0812-5A9509CA324F}"/>
                </a:ext>
              </a:extLst>
            </p:cNvPr>
            <p:cNvSpPr/>
            <p:nvPr/>
          </p:nvSpPr>
          <p:spPr>
            <a:xfrm>
              <a:off x="410136" y="1580030"/>
              <a:ext cx="4524935" cy="334831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6F774891-B150-6231-1006-7F40AEB3E30E}"/>
                </a:ext>
              </a:extLst>
            </p:cNvPr>
            <p:cNvSpPr/>
            <p:nvPr/>
          </p:nvSpPr>
          <p:spPr>
            <a:xfrm>
              <a:off x="1815354" y="18825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306A6DE8-A9DA-BE61-50A2-3D9D46194704}"/>
                </a:ext>
              </a:extLst>
            </p:cNvPr>
            <p:cNvSpPr/>
            <p:nvPr/>
          </p:nvSpPr>
          <p:spPr>
            <a:xfrm>
              <a:off x="690283" y="28799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E9873F8E-E2AE-CF79-B360-DC7882A0FE74}"/>
                </a:ext>
              </a:extLst>
            </p:cNvPr>
            <p:cNvSpPr/>
            <p:nvPr/>
          </p:nvSpPr>
          <p:spPr>
            <a:xfrm>
              <a:off x="1498508" y="32446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246A8C92-6A1B-9870-7A60-5AAE8493B4B2}"/>
                </a:ext>
              </a:extLst>
            </p:cNvPr>
            <p:cNvSpPr/>
            <p:nvPr/>
          </p:nvSpPr>
          <p:spPr>
            <a:xfrm>
              <a:off x="1855696" y="2559425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50747450-DC52-425D-9875-2EB3CDA071EE}"/>
                </a:ext>
              </a:extLst>
            </p:cNvPr>
            <p:cNvSpPr/>
            <p:nvPr/>
          </p:nvSpPr>
          <p:spPr>
            <a:xfrm>
              <a:off x="2058523" y="31970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C8B66F3B-99F8-5447-44BD-C1D674F62C55}"/>
                </a:ext>
              </a:extLst>
            </p:cNvPr>
            <p:cNvSpPr/>
            <p:nvPr/>
          </p:nvSpPr>
          <p:spPr>
            <a:xfrm>
              <a:off x="2615454" y="22079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F96B00CD-A667-7753-EFBF-90B7DC080B2A}"/>
                </a:ext>
              </a:extLst>
            </p:cNvPr>
            <p:cNvSpPr/>
            <p:nvPr/>
          </p:nvSpPr>
          <p:spPr>
            <a:xfrm>
              <a:off x="3910854" y="24451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B315012-D967-3C72-A5CA-38325DA6A7B4}"/>
                </a:ext>
              </a:extLst>
            </p:cNvPr>
            <p:cNvSpPr/>
            <p:nvPr/>
          </p:nvSpPr>
          <p:spPr>
            <a:xfrm>
              <a:off x="969312" y="3794313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2534A859-ACEF-6936-6A0E-C1A86E3AECBE}"/>
                </a:ext>
              </a:extLst>
            </p:cNvPr>
            <p:cNvSpPr/>
            <p:nvPr/>
          </p:nvSpPr>
          <p:spPr>
            <a:xfrm>
              <a:off x="4372537" y="3139889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845A951E-1D37-6B36-E664-449F0E1C8004}"/>
                </a:ext>
              </a:extLst>
            </p:cNvPr>
            <p:cNvSpPr/>
            <p:nvPr/>
          </p:nvSpPr>
          <p:spPr>
            <a:xfrm>
              <a:off x="3173507" y="2856381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D2B92E33-50FD-B2F2-E8D2-0F313B4E0353}"/>
                </a:ext>
              </a:extLst>
            </p:cNvPr>
            <p:cNvSpPr/>
            <p:nvPr/>
          </p:nvSpPr>
          <p:spPr>
            <a:xfrm>
              <a:off x="3796554" y="30827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4FEC459C-5079-DD6A-57D0-A4E2DC500E29}"/>
                </a:ext>
              </a:extLst>
            </p:cNvPr>
            <p:cNvSpPr/>
            <p:nvPr/>
          </p:nvSpPr>
          <p:spPr>
            <a:xfrm>
              <a:off x="2920254" y="4365812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72D06DA9-E2C5-B84B-725C-397335C8A0BB}"/>
                </a:ext>
              </a:extLst>
            </p:cNvPr>
            <p:cNvSpPr/>
            <p:nvPr/>
          </p:nvSpPr>
          <p:spPr>
            <a:xfrm>
              <a:off x="2863104" y="39209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D129EF8-5F44-63EC-7ED0-D630A5ADC404}"/>
                </a:ext>
              </a:extLst>
            </p:cNvPr>
            <p:cNvSpPr/>
            <p:nvPr/>
          </p:nvSpPr>
          <p:spPr>
            <a:xfrm>
              <a:off x="3238502" y="405653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60C7F530-F925-66D7-091E-F8F9AE5AC888}"/>
                </a:ext>
              </a:extLst>
            </p:cNvPr>
            <p:cNvSpPr/>
            <p:nvPr/>
          </p:nvSpPr>
          <p:spPr>
            <a:xfrm>
              <a:off x="3339354" y="179784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74A245A-0166-3BB7-746E-4DB7AC390496}"/>
              </a:ext>
            </a:extLst>
          </p:cNvPr>
          <p:cNvGrpSpPr/>
          <p:nvPr/>
        </p:nvGrpSpPr>
        <p:grpSpPr>
          <a:xfrm>
            <a:off x="3740786" y="3299452"/>
            <a:ext cx="1938680" cy="1452281"/>
            <a:chOff x="410136" y="1580030"/>
            <a:chExt cx="4524935" cy="3348318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AFE6AEA-94C2-1C9F-8AA0-319A72F133DB}"/>
                </a:ext>
              </a:extLst>
            </p:cNvPr>
            <p:cNvSpPr/>
            <p:nvPr/>
          </p:nvSpPr>
          <p:spPr>
            <a:xfrm>
              <a:off x="410136" y="1580030"/>
              <a:ext cx="4524935" cy="334831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B61E1E01-4EEA-BCA6-9B79-CA2DE6846B82}"/>
                </a:ext>
              </a:extLst>
            </p:cNvPr>
            <p:cNvSpPr/>
            <p:nvPr/>
          </p:nvSpPr>
          <p:spPr>
            <a:xfrm>
              <a:off x="1815354" y="18825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0FFA1AA0-6ECA-AF2C-193D-67ACBE0FE72C}"/>
                </a:ext>
              </a:extLst>
            </p:cNvPr>
            <p:cNvSpPr/>
            <p:nvPr/>
          </p:nvSpPr>
          <p:spPr>
            <a:xfrm>
              <a:off x="690283" y="28799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A914A812-96C6-6527-1E2B-6949176DCB9E}"/>
                </a:ext>
              </a:extLst>
            </p:cNvPr>
            <p:cNvSpPr/>
            <p:nvPr/>
          </p:nvSpPr>
          <p:spPr>
            <a:xfrm>
              <a:off x="1498508" y="32446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26EE7638-6434-C396-3C3B-68DC61B35D5C}"/>
                </a:ext>
              </a:extLst>
            </p:cNvPr>
            <p:cNvSpPr/>
            <p:nvPr/>
          </p:nvSpPr>
          <p:spPr>
            <a:xfrm>
              <a:off x="1855696" y="2559425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6347A994-C08A-95CB-1EC8-6EBA3331F823}"/>
                </a:ext>
              </a:extLst>
            </p:cNvPr>
            <p:cNvSpPr/>
            <p:nvPr/>
          </p:nvSpPr>
          <p:spPr>
            <a:xfrm>
              <a:off x="2058523" y="31970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1C7D4860-DAF1-D0EC-238C-8B6BE28F0041}"/>
                </a:ext>
              </a:extLst>
            </p:cNvPr>
            <p:cNvSpPr/>
            <p:nvPr/>
          </p:nvSpPr>
          <p:spPr>
            <a:xfrm>
              <a:off x="2615454" y="22079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854B1730-8FD6-1054-22EF-F7BA62E16C21}"/>
                </a:ext>
              </a:extLst>
            </p:cNvPr>
            <p:cNvSpPr/>
            <p:nvPr/>
          </p:nvSpPr>
          <p:spPr>
            <a:xfrm>
              <a:off x="3910854" y="24451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4F4AD1C9-EBDB-41FB-F3B5-E3184EED8F4B}"/>
                </a:ext>
              </a:extLst>
            </p:cNvPr>
            <p:cNvSpPr/>
            <p:nvPr/>
          </p:nvSpPr>
          <p:spPr>
            <a:xfrm>
              <a:off x="969312" y="3794313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261F01AE-910E-50C4-1E0F-92ED5689A3B7}"/>
                </a:ext>
              </a:extLst>
            </p:cNvPr>
            <p:cNvSpPr/>
            <p:nvPr/>
          </p:nvSpPr>
          <p:spPr>
            <a:xfrm>
              <a:off x="4372537" y="3139889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0674AE53-1665-EA1F-415A-F7623035F047}"/>
                </a:ext>
              </a:extLst>
            </p:cNvPr>
            <p:cNvSpPr/>
            <p:nvPr/>
          </p:nvSpPr>
          <p:spPr>
            <a:xfrm>
              <a:off x="3173507" y="2856381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BE302C38-5A43-ABAC-2E5B-7F85EB82CDA1}"/>
                </a:ext>
              </a:extLst>
            </p:cNvPr>
            <p:cNvSpPr/>
            <p:nvPr/>
          </p:nvSpPr>
          <p:spPr>
            <a:xfrm>
              <a:off x="3796554" y="30827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5099FEFE-7A1D-8F4D-22A3-689B193499C5}"/>
                </a:ext>
              </a:extLst>
            </p:cNvPr>
            <p:cNvSpPr/>
            <p:nvPr/>
          </p:nvSpPr>
          <p:spPr>
            <a:xfrm>
              <a:off x="2920254" y="4365812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C7BABF24-5FC3-F9BE-C89A-869F56BA2A1D}"/>
                </a:ext>
              </a:extLst>
            </p:cNvPr>
            <p:cNvSpPr/>
            <p:nvPr/>
          </p:nvSpPr>
          <p:spPr>
            <a:xfrm>
              <a:off x="2863104" y="39209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2736F6B1-A068-75A1-3D13-1BFD3ED5FAFD}"/>
                </a:ext>
              </a:extLst>
            </p:cNvPr>
            <p:cNvSpPr/>
            <p:nvPr/>
          </p:nvSpPr>
          <p:spPr>
            <a:xfrm>
              <a:off x="3238502" y="405653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53BCADAD-5034-264A-7F57-5BC26D5179D3}"/>
                </a:ext>
              </a:extLst>
            </p:cNvPr>
            <p:cNvSpPr/>
            <p:nvPr/>
          </p:nvSpPr>
          <p:spPr>
            <a:xfrm>
              <a:off x="3339354" y="179784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8FAE2C91-381F-777B-1785-1FF7279D6C63}"/>
              </a:ext>
            </a:extLst>
          </p:cNvPr>
          <p:cNvGrpSpPr/>
          <p:nvPr/>
        </p:nvGrpSpPr>
        <p:grpSpPr>
          <a:xfrm>
            <a:off x="3732594" y="1710267"/>
            <a:ext cx="1938680" cy="1452281"/>
            <a:chOff x="410136" y="1580030"/>
            <a:chExt cx="4524935" cy="3348318"/>
          </a:xfrm>
        </p:grpSpPr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8DA4D720-E7DE-D896-5886-194BF48B4DD4}"/>
                </a:ext>
              </a:extLst>
            </p:cNvPr>
            <p:cNvSpPr/>
            <p:nvPr/>
          </p:nvSpPr>
          <p:spPr>
            <a:xfrm>
              <a:off x="410136" y="1580030"/>
              <a:ext cx="4524935" cy="334831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041BE2C9-F206-0338-5353-7349B86B40C6}"/>
                </a:ext>
              </a:extLst>
            </p:cNvPr>
            <p:cNvSpPr/>
            <p:nvPr/>
          </p:nvSpPr>
          <p:spPr>
            <a:xfrm>
              <a:off x="1815354" y="18825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60DBA7D5-A91B-2257-2253-B321BB1FB612}"/>
                </a:ext>
              </a:extLst>
            </p:cNvPr>
            <p:cNvSpPr/>
            <p:nvPr/>
          </p:nvSpPr>
          <p:spPr>
            <a:xfrm>
              <a:off x="690283" y="28799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80BBF157-6CA1-A472-5DE2-9393140861AB}"/>
                </a:ext>
              </a:extLst>
            </p:cNvPr>
            <p:cNvSpPr/>
            <p:nvPr/>
          </p:nvSpPr>
          <p:spPr>
            <a:xfrm>
              <a:off x="1498508" y="32446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F167A49A-1BE0-5562-B363-9B87756C748B}"/>
                </a:ext>
              </a:extLst>
            </p:cNvPr>
            <p:cNvSpPr/>
            <p:nvPr/>
          </p:nvSpPr>
          <p:spPr>
            <a:xfrm>
              <a:off x="1855696" y="2559425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295483FE-2B8F-6045-4255-90FBAD2C4DD0}"/>
                </a:ext>
              </a:extLst>
            </p:cNvPr>
            <p:cNvSpPr/>
            <p:nvPr/>
          </p:nvSpPr>
          <p:spPr>
            <a:xfrm>
              <a:off x="2058523" y="31970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5397D188-C7CA-CD8E-D518-8D6B8F0587AF}"/>
                </a:ext>
              </a:extLst>
            </p:cNvPr>
            <p:cNvSpPr/>
            <p:nvPr/>
          </p:nvSpPr>
          <p:spPr>
            <a:xfrm>
              <a:off x="2615454" y="22079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69C38B13-4803-CB65-EA4E-C8A5528E1FFB}"/>
                </a:ext>
              </a:extLst>
            </p:cNvPr>
            <p:cNvSpPr/>
            <p:nvPr/>
          </p:nvSpPr>
          <p:spPr>
            <a:xfrm>
              <a:off x="3910854" y="24451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F1CBBF17-B716-BF51-B225-7FE178991184}"/>
                </a:ext>
              </a:extLst>
            </p:cNvPr>
            <p:cNvSpPr/>
            <p:nvPr/>
          </p:nvSpPr>
          <p:spPr>
            <a:xfrm>
              <a:off x="969312" y="3794313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055AAABE-F3C6-6800-14F1-2CB6945AFC4E}"/>
                </a:ext>
              </a:extLst>
            </p:cNvPr>
            <p:cNvSpPr/>
            <p:nvPr/>
          </p:nvSpPr>
          <p:spPr>
            <a:xfrm>
              <a:off x="4372537" y="3139889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60B5F08C-B17D-45B0-DC0D-B9FB15E5984B}"/>
                </a:ext>
              </a:extLst>
            </p:cNvPr>
            <p:cNvSpPr/>
            <p:nvPr/>
          </p:nvSpPr>
          <p:spPr>
            <a:xfrm>
              <a:off x="3173507" y="2856381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1742375C-3E43-6674-FEAA-858B6948B384}"/>
                </a:ext>
              </a:extLst>
            </p:cNvPr>
            <p:cNvSpPr/>
            <p:nvPr/>
          </p:nvSpPr>
          <p:spPr>
            <a:xfrm>
              <a:off x="3796554" y="30827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FE5256B4-4B89-137B-BE1C-CC84C01C1397}"/>
                </a:ext>
              </a:extLst>
            </p:cNvPr>
            <p:cNvSpPr/>
            <p:nvPr/>
          </p:nvSpPr>
          <p:spPr>
            <a:xfrm>
              <a:off x="2920254" y="4365812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7BFCCBC9-D0FB-05D3-B07B-5D6E1BF19D9A}"/>
                </a:ext>
              </a:extLst>
            </p:cNvPr>
            <p:cNvSpPr/>
            <p:nvPr/>
          </p:nvSpPr>
          <p:spPr>
            <a:xfrm>
              <a:off x="2863104" y="39209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BB47F357-2E5F-350F-0053-EE0B10987C61}"/>
                </a:ext>
              </a:extLst>
            </p:cNvPr>
            <p:cNvSpPr/>
            <p:nvPr/>
          </p:nvSpPr>
          <p:spPr>
            <a:xfrm>
              <a:off x="3238502" y="405653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F483E166-1195-92EE-CCF4-CAD2D222AC65}"/>
                </a:ext>
              </a:extLst>
            </p:cNvPr>
            <p:cNvSpPr/>
            <p:nvPr/>
          </p:nvSpPr>
          <p:spPr>
            <a:xfrm>
              <a:off x="3339354" y="179784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C79D4AD-3F08-1BC3-D804-886AA8855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135591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Toward Fair Representation: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Consensus and Clustering (COLT 25)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FB6C77-1B17-E62C-EB3F-64EB2135F9D9}"/>
              </a:ext>
            </a:extLst>
          </p:cNvPr>
          <p:cNvSpPr txBox="1"/>
          <p:nvPr/>
        </p:nvSpPr>
        <p:spPr>
          <a:xfrm>
            <a:off x="965962" y="1829985"/>
            <a:ext cx="1470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Ground set V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974659A-456A-962B-A326-9A2BB8B98D92}"/>
              </a:ext>
            </a:extLst>
          </p:cNvPr>
          <p:cNvSpPr/>
          <p:nvPr/>
        </p:nvSpPr>
        <p:spPr>
          <a:xfrm>
            <a:off x="3752987" y="2048588"/>
            <a:ext cx="860927" cy="77564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0685AE4E-8184-2433-C8B6-2088797A4E1B}"/>
              </a:ext>
            </a:extLst>
          </p:cNvPr>
          <p:cNvSpPr/>
          <p:nvPr/>
        </p:nvSpPr>
        <p:spPr>
          <a:xfrm>
            <a:off x="4625172" y="2569635"/>
            <a:ext cx="552577" cy="57458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2959FF38-A76C-7CF1-88B0-E6F96F440C32}"/>
              </a:ext>
            </a:extLst>
          </p:cNvPr>
          <p:cNvSpPr/>
          <p:nvPr/>
        </p:nvSpPr>
        <p:spPr>
          <a:xfrm rot="19819332">
            <a:off x="3530119" y="3416752"/>
            <a:ext cx="1683669" cy="7631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236FDFDB-5EB5-38D8-6E4C-2578807F1437}"/>
              </a:ext>
            </a:extLst>
          </p:cNvPr>
          <p:cNvSpPr/>
          <p:nvPr/>
        </p:nvSpPr>
        <p:spPr>
          <a:xfrm rot="18334945">
            <a:off x="4291287" y="3716710"/>
            <a:ext cx="1683669" cy="7631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CF7DE0C-31EC-69B6-DACA-D74191AF1B22}"/>
              </a:ext>
            </a:extLst>
          </p:cNvPr>
          <p:cNvSpPr/>
          <p:nvPr/>
        </p:nvSpPr>
        <p:spPr>
          <a:xfrm>
            <a:off x="3740786" y="5663520"/>
            <a:ext cx="552577" cy="5745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44C391C5-CAF7-C7DF-0FF6-BD24311E96A5}"/>
              </a:ext>
            </a:extLst>
          </p:cNvPr>
          <p:cNvSpPr/>
          <p:nvPr/>
        </p:nvSpPr>
        <p:spPr>
          <a:xfrm>
            <a:off x="4821522" y="5493042"/>
            <a:ext cx="830789" cy="5745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751BAC34-44E7-815E-226B-A8B0C42FE3D0}"/>
              </a:ext>
            </a:extLst>
          </p:cNvPr>
          <p:cNvSpPr/>
          <p:nvPr/>
        </p:nvSpPr>
        <p:spPr>
          <a:xfrm>
            <a:off x="4512786" y="6051779"/>
            <a:ext cx="552577" cy="5745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3D36D1DA-DC37-BD3F-3086-A7A0DB8E6B2B}"/>
              </a:ext>
            </a:extLst>
          </p:cNvPr>
          <p:cNvSpPr/>
          <p:nvPr/>
        </p:nvSpPr>
        <p:spPr>
          <a:xfrm rot="19798342">
            <a:off x="4126223" y="5163589"/>
            <a:ext cx="1004005" cy="5745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908AABE0-830C-9480-608F-3E09BC9F44B3}"/>
              </a:ext>
            </a:extLst>
          </p:cNvPr>
          <p:cNvSpPr/>
          <p:nvPr/>
        </p:nvSpPr>
        <p:spPr>
          <a:xfrm>
            <a:off x="4323581" y="5833884"/>
            <a:ext cx="300136" cy="35067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Left Brace 97">
            <a:extLst>
              <a:ext uri="{FF2B5EF4-FFF2-40B4-BE49-F238E27FC236}">
                <a16:creationId xmlns:a16="http://schemas.microsoft.com/office/drawing/2014/main" id="{C04AA0A7-CB21-AC4E-ED46-23E321123D3B}"/>
              </a:ext>
            </a:extLst>
          </p:cNvPr>
          <p:cNvSpPr/>
          <p:nvPr/>
        </p:nvSpPr>
        <p:spPr>
          <a:xfrm>
            <a:off x="3072633" y="1717199"/>
            <a:ext cx="524643" cy="5140801"/>
          </a:xfrm>
          <a:prstGeom prst="leftBrace">
            <a:avLst>
              <a:gd name="adj1" fmla="val 74973"/>
              <a:gd name="adj2" fmla="val 492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43A456D-BCB8-CF90-439B-9ECC127687E3}"/>
              </a:ext>
            </a:extLst>
          </p:cNvPr>
          <p:cNvSpPr txBox="1"/>
          <p:nvPr/>
        </p:nvSpPr>
        <p:spPr>
          <a:xfrm>
            <a:off x="2132469" y="4051243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96D953DA-E1C0-F1AF-4266-68CF4BB8666F}"/>
              </a:ext>
            </a:extLst>
          </p:cNvPr>
          <p:cNvGrpSpPr/>
          <p:nvPr/>
        </p:nvGrpSpPr>
        <p:grpSpPr>
          <a:xfrm>
            <a:off x="6618194" y="2427010"/>
            <a:ext cx="3133165" cy="1336098"/>
            <a:chOff x="6145306" y="2968512"/>
            <a:chExt cx="3133165" cy="1336098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B121748F-39C6-4419-35A4-FB80D66C0298}"/>
                </a:ext>
              </a:extLst>
            </p:cNvPr>
            <p:cNvSpPr txBox="1"/>
            <p:nvPr/>
          </p:nvSpPr>
          <p:spPr>
            <a:xfrm>
              <a:off x="6145306" y="3429000"/>
              <a:ext cx="889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DDE0A4FA-F623-AFF2-5050-BCCB65E8CCC4}"/>
                </a:ext>
              </a:extLst>
            </p:cNvPr>
            <p:cNvSpPr/>
            <p:nvPr/>
          </p:nvSpPr>
          <p:spPr>
            <a:xfrm rot="19168148">
              <a:off x="7113563" y="2968512"/>
              <a:ext cx="1805186" cy="709374"/>
            </a:xfrm>
            <a:prstGeom prst="ellipse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4BC04285-A292-0F78-400C-33BC3F24F2AB}"/>
                </a:ext>
              </a:extLst>
            </p:cNvPr>
            <p:cNvSpPr/>
            <p:nvPr/>
          </p:nvSpPr>
          <p:spPr>
            <a:xfrm>
              <a:off x="8513988" y="3166782"/>
              <a:ext cx="764483" cy="631550"/>
            </a:xfrm>
            <a:prstGeom prst="ellipse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761D7193-04A4-E53E-D205-2901A3961DD8}"/>
                </a:ext>
              </a:extLst>
            </p:cNvPr>
            <p:cNvSpPr/>
            <p:nvPr/>
          </p:nvSpPr>
          <p:spPr>
            <a:xfrm>
              <a:off x="8232536" y="3798332"/>
              <a:ext cx="467711" cy="506278"/>
            </a:xfrm>
            <a:prstGeom prst="ellipse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3" name="Oval 142">
            <a:extLst>
              <a:ext uri="{FF2B5EF4-FFF2-40B4-BE49-F238E27FC236}">
                <a16:creationId xmlns:a16="http://schemas.microsoft.com/office/drawing/2014/main" id="{F0677C22-CC08-6D27-5648-905CF0F9DCE6}"/>
              </a:ext>
            </a:extLst>
          </p:cNvPr>
          <p:cNvSpPr/>
          <p:nvPr/>
        </p:nvSpPr>
        <p:spPr>
          <a:xfrm rot="1661916">
            <a:off x="4245590" y="1762955"/>
            <a:ext cx="1499766" cy="637123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57BBF450-340A-5342-860E-94147AD8EE97}"/>
              </a:ext>
            </a:extLst>
          </p:cNvPr>
          <p:cNvGrpSpPr/>
          <p:nvPr/>
        </p:nvGrpSpPr>
        <p:grpSpPr>
          <a:xfrm>
            <a:off x="709399" y="2379455"/>
            <a:ext cx="1938680" cy="1452281"/>
            <a:chOff x="410136" y="1580030"/>
            <a:chExt cx="4524935" cy="3348318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C5FE9AAD-BD33-7E89-1CA5-2E8CA6E7CA5D}"/>
                </a:ext>
              </a:extLst>
            </p:cNvPr>
            <p:cNvSpPr/>
            <p:nvPr/>
          </p:nvSpPr>
          <p:spPr>
            <a:xfrm>
              <a:off x="410136" y="1580030"/>
              <a:ext cx="4524935" cy="334831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F0501B2B-7829-0FC2-A62C-F2C7FB1BD2B3}"/>
                </a:ext>
              </a:extLst>
            </p:cNvPr>
            <p:cNvSpPr/>
            <p:nvPr/>
          </p:nvSpPr>
          <p:spPr>
            <a:xfrm>
              <a:off x="1815354" y="18825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F86FFD2E-0FD9-98E1-C256-40A54F9B86B8}"/>
                </a:ext>
              </a:extLst>
            </p:cNvPr>
            <p:cNvSpPr/>
            <p:nvPr/>
          </p:nvSpPr>
          <p:spPr>
            <a:xfrm>
              <a:off x="690283" y="28799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C807294E-1FF7-23C5-C9F5-B2B52FC5C431}"/>
                </a:ext>
              </a:extLst>
            </p:cNvPr>
            <p:cNvSpPr/>
            <p:nvPr/>
          </p:nvSpPr>
          <p:spPr>
            <a:xfrm>
              <a:off x="1498508" y="32446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44AA23FE-4E88-D0AA-54EF-B1CF2EAF15E8}"/>
                </a:ext>
              </a:extLst>
            </p:cNvPr>
            <p:cNvSpPr/>
            <p:nvPr/>
          </p:nvSpPr>
          <p:spPr>
            <a:xfrm>
              <a:off x="1855696" y="2559425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6EAE5BC3-E31F-274E-B875-2F3D5281FE27}"/>
                </a:ext>
              </a:extLst>
            </p:cNvPr>
            <p:cNvSpPr/>
            <p:nvPr/>
          </p:nvSpPr>
          <p:spPr>
            <a:xfrm>
              <a:off x="2058523" y="31970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E4256426-C61B-C78E-413B-E1BBE4C37B9C}"/>
                </a:ext>
              </a:extLst>
            </p:cNvPr>
            <p:cNvSpPr/>
            <p:nvPr/>
          </p:nvSpPr>
          <p:spPr>
            <a:xfrm>
              <a:off x="2615454" y="22079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3243B76B-2667-158C-9929-48AA0E1B79E2}"/>
                </a:ext>
              </a:extLst>
            </p:cNvPr>
            <p:cNvSpPr/>
            <p:nvPr/>
          </p:nvSpPr>
          <p:spPr>
            <a:xfrm>
              <a:off x="3910854" y="24451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F465CF54-A3DC-084A-6811-05A1F3263546}"/>
                </a:ext>
              </a:extLst>
            </p:cNvPr>
            <p:cNvSpPr/>
            <p:nvPr/>
          </p:nvSpPr>
          <p:spPr>
            <a:xfrm>
              <a:off x="969312" y="3794313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C4602CB9-0369-9DE8-41F3-3A5307E2AE4E}"/>
                </a:ext>
              </a:extLst>
            </p:cNvPr>
            <p:cNvSpPr/>
            <p:nvPr/>
          </p:nvSpPr>
          <p:spPr>
            <a:xfrm>
              <a:off x="4372537" y="3139889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E0031E9C-4BCB-E919-6DDA-33B550784614}"/>
                </a:ext>
              </a:extLst>
            </p:cNvPr>
            <p:cNvSpPr/>
            <p:nvPr/>
          </p:nvSpPr>
          <p:spPr>
            <a:xfrm>
              <a:off x="3173507" y="2856381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EE508A17-E7CB-7C1A-1062-A7ADD7955A0B}"/>
                </a:ext>
              </a:extLst>
            </p:cNvPr>
            <p:cNvSpPr/>
            <p:nvPr/>
          </p:nvSpPr>
          <p:spPr>
            <a:xfrm>
              <a:off x="3796554" y="30827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84EC5DB0-9D48-B826-C572-3312B47374C3}"/>
                </a:ext>
              </a:extLst>
            </p:cNvPr>
            <p:cNvSpPr/>
            <p:nvPr/>
          </p:nvSpPr>
          <p:spPr>
            <a:xfrm>
              <a:off x="2920254" y="4365812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0CD37D4C-D8A2-A64A-8509-8E424D4C8C75}"/>
                </a:ext>
              </a:extLst>
            </p:cNvPr>
            <p:cNvSpPr/>
            <p:nvPr/>
          </p:nvSpPr>
          <p:spPr>
            <a:xfrm>
              <a:off x="2863104" y="39209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279BFFDF-2A2F-E553-1DEE-DA10FB177C3E}"/>
                </a:ext>
              </a:extLst>
            </p:cNvPr>
            <p:cNvSpPr/>
            <p:nvPr/>
          </p:nvSpPr>
          <p:spPr>
            <a:xfrm>
              <a:off x="3238502" y="405653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58D543A6-14D1-8C10-5C21-D26B7C3E208F}"/>
                </a:ext>
              </a:extLst>
            </p:cNvPr>
            <p:cNvSpPr/>
            <p:nvPr/>
          </p:nvSpPr>
          <p:spPr>
            <a:xfrm>
              <a:off x="3339354" y="179784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1" name="&quot;Not Allowed&quot; Symbol 230">
            <a:extLst>
              <a:ext uri="{FF2B5EF4-FFF2-40B4-BE49-F238E27FC236}">
                <a16:creationId xmlns:a16="http://schemas.microsoft.com/office/drawing/2014/main" id="{BFBA8B29-E1BD-1222-1519-11D04A45AF97}"/>
              </a:ext>
            </a:extLst>
          </p:cNvPr>
          <p:cNvSpPr/>
          <p:nvPr/>
        </p:nvSpPr>
        <p:spPr>
          <a:xfrm>
            <a:off x="7895442" y="2143329"/>
            <a:ext cx="1840641" cy="1813324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2BABC74F-BE0C-29E6-B63F-1162B86C0C1E}"/>
              </a:ext>
            </a:extLst>
          </p:cNvPr>
          <p:cNvGrpSpPr/>
          <p:nvPr/>
        </p:nvGrpSpPr>
        <p:grpSpPr>
          <a:xfrm>
            <a:off x="7126639" y="4235909"/>
            <a:ext cx="4667696" cy="2050591"/>
            <a:chOff x="322729" y="4587141"/>
            <a:chExt cx="2947603" cy="602449"/>
          </a:xfrm>
        </p:grpSpPr>
        <p:sp>
          <p:nvSpPr>
            <p:cNvPr id="233" name="Scroll: Vertical 232">
              <a:extLst>
                <a:ext uri="{FF2B5EF4-FFF2-40B4-BE49-F238E27FC236}">
                  <a16:creationId xmlns:a16="http://schemas.microsoft.com/office/drawing/2014/main" id="{806D9945-D452-4993-ABEF-202F19DEFF1F}"/>
                </a:ext>
              </a:extLst>
            </p:cNvPr>
            <p:cNvSpPr/>
            <p:nvPr/>
          </p:nvSpPr>
          <p:spPr>
            <a:xfrm>
              <a:off x="322729" y="4587141"/>
              <a:ext cx="2947603" cy="602449"/>
            </a:xfrm>
            <a:prstGeom prst="verticalScroll">
              <a:avLst>
                <a:gd name="adj" fmla="val 25000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2308F326-861B-17D2-1DE7-AE910E234498}"/>
                    </a:ext>
                  </a:extLst>
                </p:cNvPr>
                <p:cNvSpPr txBox="1"/>
                <p:nvPr/>
              </p:nvSpPr>
              <p:spPr>
                <a:xfrm>
                  <a:off x="782269" y="4742957"/>
                  <a:ext cx="1567074" cy="1085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Red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Blue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2308F326-861B-17D2-1DE7-AE910E2344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269" y="4742957"/>
                  <a:ext cx="1567074" cy="108507"/>
                </a:xfrm>
                <a:prstGeom prst="rect">
                  <a:avLst/>
                </a:prstGeom>
                <a:blipFill>
                  <a:blip r:embed="rId2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9A3BFA25-7348-0F40-7222-D75F8B6068C6}"/>
                  </a:ext>
                </a:extLst>
              </p:cNvPr>
              <p:cNvSpPr txBox="1"/>
              <p:nvPr/>
            </p:nvSpPr>
            <p:spPr>
              <a:xfrm>
                <a:off x="7895442" y="5169876"/>
                <a:ext cx="316902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Every cluster in the </a:t>
                </a:r>
                <a:r>
                  <a:rPr lang="en-US" b="1" i="1" dirty="0"/>
                  <a:t>OUTPUT</a:t>
                </a:r>
                <a:r>
                  <a:rPr lang="en-US" dirty="0"/>
                  <a:t> must maintain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9A3BFA25-7348-0F40-7222-D75F8B606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5442" y="5169876"/>
                <a:ext cx="3169022" cy="646331"/>
              </a:xfrm>
              <a:prstGeom prst="rect">
                <a:avLst/>
              </a:prstGeom>
              <a:blipFill>
                <a:blip r:embed="rId3"/>
                <a:stretch>
                  <a:fillRect l="-1538" t="-377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3071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" grpId="0" animBg="1"/>
      <p:bldP spid="24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8EB66-1640-93A3-A081-CA19549F6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oup 177">
            <a:extLst>
              <a:ext uri="{FF2B5EF4-FFF2-40B4-BE49-F238E27FC236}">
                <a16:creationId xmlns:a16="http://schemas.microsoft.com/office/drawing/2014/main" id="{04830B86-D0B5-0356-CF06-A2E7B4381570}"/>
              </a:ext>
            </a:extLst>
          </p:cNvPr>
          <p:cNvGrpSpPr/>
          <p:nvPr/>
        </p:nvGrpSpPr>
        <p:grpSpPr>
          <a:xfrm>
            <a:off x="3752987" y="5163196"/>
            <a:ext cx="1938680" cy="1452281"/>
            <a:chOff x="410136" y="1580030"/>
            <a:chExt cx="4524935" cy="3348318"/>
          </a:xfrm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2B3C77E6-A19D-183C-873F-3347365B0493}"/>
                </a:ext>
              </a:extLst>
            </p:cNvPr>
            <p:cNvSpPr/>
            <p:nvPr/>
          </p:nvSpPr>
          <p:spPr>
            <a:xfrm>
              <a:off x="410136" y="1580030"/>
              <a:ext cx="4524935" cy="334831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02D86411-FB32-7BD0-212A-0ACEB1F56C99}"/>
                </a:ext>
              </a:extLst>
            </p:cNvPr>
            <p:cNvSpPr/>
            <p:nvPr/>
          </p:nvSpPr>
          <p:spPr>
            <a:xfrm>
              <a:off x="1815354" y="18825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A2DFB14E-B79C-7F3C-CD01-C99B9A050545}"/>
                </a:ext>
              </a:extLst>
            </p:cNvPr>
            <p:cNvSpPr/>
            <p:nvPr/>
          </p:nvSpPr>
          <p:spPr>
            <a:xfrm>
              <a:off x="690283" y="28799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4051F701-689F-2407-E119-CFD26FB0EC7E}"/>
                </a:ext>
              </a:extLst>
            </p:cNvPr>
            <p:cNvSpPr/>
            <p:nvPr/>
          </p:nvSpPr>
          <p:spPr>
            <a:xfrm>
              <a:off x="1498508" y="32446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F6D6433A-CF91-1AB5-2B65-2AB0E0C1434B}"/>
                </a:ext>
              </a:extLst>
            </p:cNvPr>
            <p:cNvSpPr/>
            <p:nvPr/>
          </p:nvSpPr>
          <p:spPr>
            <a:xfrm>
              <a:off x="1855696" y="2559425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99246CC7-1BAC-CB9D-961E-D628976128B2}"/>
                </a:ext>
              </a:extLst>
            </p:cNvPr>
            <p:cNvSpPr/>
            <p:nvPr/>
          </p:nvSpPr>
          <p:spPr>
            <a:xfrm>
              <a:off x="2058523" y="31970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50A1F0CB-6DAA-3959-4A0A-062C263B660F}"/>
                </a:ext>
              </a:extLst>
            </p:cNvPr>
            <p:cNvSpPr/>
            <p:nvPr/>
          </p:nvSpPr>
          <p:spPr>
            <a:xfrm>
              <a:off x="2615454" y="22079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2F86C9CF-7AA7-310C-0DAD-8A5097BCC59C}"/>
                </a:ext>
              </a:extLst>
            </p:cNvPr>
            <p:cNvSpPr/>
            <p:nvPr/>
          </p:nvSpPr>
          <p:spPr>
            <a:xfrm>
              <a:off x="3910854" y="24451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EC0A8198-BA94-9BB0-3637-AE0162FEC5BD}"/>
                </a:ext>
              </a:extLst>
            </p:cNvPr>
            <p:cNvSpPr/>
            <p:nvPr/>
          </p:nvSpPr>
          <p:spPr>
            <a:xfrm>
              <a:off x="969312" y="3794313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1D14D124-D128-6F17-586F-D40B83EA0485}"/>
                </a:ext>
              </a:extLst>
            </p:cNvPr>
            <p:cNvSpPr/>
            <p:nvPr/>
          </p:nvSpPr>
          <p:spPr>
            <a:xfrm>
              <a:off x="4372537" y="3139889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2F582548-6A18-810D-B9D1-9765E5BF280F}"/>
                </a:ext>
              </a:extLst>
            </p:cNvPr>
            <p:cNvSpPr/>
            <p:nvPr/>
          </p:nvSpPr>
          <p:spPr>
            <a:xfrm>
              <a:off x="3173507" y="2856381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1B44ABC7-9497-A3DD-0043-25EE8D8E1A5E}"/>
                </a:ext>
              </a:extLst>
            </p:cNvPr>
            <p:cNvSpPr/>
            <p:nvPr/>
          </p:nvSpPr>
          <p:spPr>
            <a:xfrm>
              <a:off x="3796554" y="30827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DDA4B1B6-F60B-79ED-C6A0-9E514005D791}"/>
                </a:ext>
              </a:extLst>
            </p:cNvPr>
            <p:cNvSpPr/>
            <p:nvPr/>
          </p:nvSpPr>
          <p:spPr>
            <a:xfrm>
              <a:off x="2920254" y="4365812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979C9C56-E65B-E378-203B-DF30B3D2C525}"/>
                </a:ext>
              </a:extLst>
            </p:cNvPr>
            <p:cNvSpPr/>
            <p:nvPr/>
          </p:nvSpPr>
          <p:spPr>
            <a:xfrm>
              <a:off x="2863104" y="39209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E8DE4349-B746-90D9-DAAA-6C5375ED677B}"/>
                </a:ext>
              </a:extLst>
            </p:cNvPr>
            <p:cNvSpPr/>
            <p:nvPr/>
          </p:nvSpPr>
          <p:spPr>
            <a:xfrm>
              <a:off x="3238502" y="405653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99E80712-006D-1521-4739-358957BCF518}"/>
                </a:ext>
              </a:extLst>
            </p:cNvPr>
            <p:cNvSpPr/>
            <p:nvPr/>
          </p:nvSpPr>
          <p:spPr>
            <a:xfrm>
              <a:off x="3339354" y="179784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BDD44D9-CDCB-69C2-8B9D-89CE0D3EA8CA}"/>
              </a:ext>
            </a:extLst>
          </p:cNvPr>
          <p:cNvGrpSpPr/>
          <p:nvPr/>
        </p:nvGrpSpPr>
        <p:grpSpPr>
          <a:xfrm>
            <a:off x="3740786" y="3299452"/>
            <a:ext cx="1938680" cy="1452281"/>
            <a:chOff x="410136" y="1580030"/>
            <a:chExt cx="4524935" cy="3348318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2B7DBBE2-D9B8-1644-C319-96BE9FC04572}"/>
                </a:ext>
              </a:extLst>
            </p:cNvPr>
            <p:cNvSpPr/>
            <p:nvPr/>
          </p:nvSpPr>
          <p:spPr>
            <a:xfrm>
              <a:off x="410136" y="1580030"/>
              <a:ext cx="4524935" cy="334831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A8A11547-5722-1CE5-D525-4BC97F8F1B42}"/>
                </a:ext>
              </a:extLst>
            </p:cNvPr>
            <p:cNvSpPr/>
            <p:nvPr/>
          </p:nvSpPr>
          <p:spPr>
            <a:xfrm>
              <a:off x="1815354" y="18825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AF6F9BE2-3A88-B79E-1F90-39ADD191D3E2}"/>
                </a:ext>
              </a:extLst>
            </p:cNvPr>
            <p:cNvSpPr/>
            <p:nvPr/>
          </p:nvSpPr>
          <p:spPr>
            <a:xfrm>
              <a:off x="690283" y="28799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3D97E36C-E82A-7F23-C2F9-AC8B01E7EA46}"/>
                </a:ext>
              </a:extLst>
            </p:cNvPr>
            <p:cNvSpPr/>
            <p:nvPr/>
          </p:nvSpPr>
          <p:spPr>
            <a:xfrm>
              <a:off x="1498508" y="32446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DB623D05-0EE1-146A-752E-A1814A09731A}"/>
                </a:ext>
              </a:extLst>
            </p:cNvPr>
            <p:cNvSpPr/>
            <p:nvPr/>
          </p:nvSpPr>
          <p:spPr>
            <a:xfrm>
              <a:off x="1855696" y="2559425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413D32D6-7409-1DE5-199D-81F375518A71}"/>
                </a:ext>
              </a:extLst>
            </p:cNvPr>
            <p:cNvSpPr/>
            <p:nvPr/>
          </p:nvSpPr>
          <p:spPr>
            <a:xfrm>
              <a:off x="2058523" y="31970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8B3E9FE6-DCF6-7334-F266-38CE18624262}"/>
                </a:ext>
              </a:extLst>
            </p:cNvPr>
            <p:cNvSpPr/>
            <p:nvPr/>
          </p:nvSpPr>
          <p:spPr>
            <a:xfrm>
              <a:off x="2615454" y="22079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63A1F4F6-9D75-3EFE-0628-EA32FEEE971D}"/>
                </a:ext>
              </a:extLst>
            </p:cNvPr>
            <p:cNvSpPr/>
            <p:nvPr/>
          </p:nvSpPr>
          <p:spPr>
            <a:xfrm>
              <a:off x="3910854" y="24451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35710C17-7EF8-3A84-AAB1-D636EE89B953}"/>
                </a:ext>
              </a:extLst>
            </p:cNvPr>
            <p:cNvSpPr/>
            <p:nvPr/>
          </p:nvSpPr>
          <p:spPr>
            <a:xfrm>
              <a:off x="969312" y="3794313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F03BF47F-4238-E0C5-64A6-0839D3901A33}"/>
                </a:ext>
              </a:extLst>
            </p:cNvPr>
            <p:cNvSpPr/>
            <p:nvPr/>
          </p:nvSpPr>
          <p:spPr>
            <a:xfrm>
              <a:off x="4372537" y="3139889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7D7C0AF7-D526-018E-38C6-9C40DE35DC58}"/>
                </a:ext>
              </a:extLst>
            </p:cNvPr>
            <p:cNvSpPr/>
            <p:nvPr/>
          </p:nvSpPr>
          <p:spPr>
            <a:xfrm>
              <a:off x="3173507" y="2856381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ABD74D6-C2DA-B8F5-8CD1-D604A2077FF7}"/>
                </a:ext>
              </a:extLst>
            </p:cNvPr>
            <p:cNvSpPr/>
            <p:nvPr/>
          </p:nvSpPr>
          <p:spPr>
            <a:xfrm>
              <a:off x="3796554" y="30827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2BFB3CA7-B0AC-37BE-40EA-9FF6D94B5A88}"/>
                </a:ext>
              </a:extLst>
            </p:cNvPr>
            <p:cNvSpPr/>
            <p:nvPr/>
          </p:nvSpPr>
          <p:spPr>
            <a:xfrm>
              <a:off x="2920254" y="4365812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97900718-1298-3283-6017-EF995A1C1122}"/>
                </a:ext>
              </a:extLst>
            </p:cNvPr>
            <p:cNvSpPr/>
            <p:nvPr/>
          </p:nvSpPr>
          <p:spPr>
            <a:xfrm>
              <a:off x="2863104" y="39209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3FA882C1-4599-F933-C522-DC4C34747241}"/>
                </a:ext>
              </a:extLst>
            </p:cNvPr>
            <p:cNvSpPr/>
            <p:nvPr/>
          </p:nvSpPr>
          <p:spPr>
            <a:xfrm>
              <a:off x="3238502" y="405653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32A3F3AD-86BB-9A33-0CB7-991E84A76133}"/>
                </a:ext>
              </a:extLst>
            </p:cNvPr>
            <p:cNvSpPr/>
            <p:nvPr/>
          </p:nvSpPr>
          <p:spPr>
            <a:xfrm>
              <a:off x="3339354" y="179784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C24970D-90C9-FC5A-606C-410C6919931F}"/>
              </a:ext>
            </a:extLst>
          </p:cNvPr>
          <p:cNvGrpSpPr/>
          <p:nvPr/>
        </p:nvGrpSpPr>
        <p:grpSpPr>
          <a:xfrm>
            <a:off x="3732594" y="1710267"/>
            <a:ext cx="1938680" cy="1452281"/>
            <a:chOff x="410136" y="1580030"/>
            <a:chExt cx="4524935" cy="3348318"/>
          </a:xfrm>
        </p:grpSpPr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33F0BBC7-F8EF-2423-0D78-8BED5BD00B72}"/>
                </a:ext>
              </a:extLst>
            </p:cNvPr>
            <p:cNvSpPr/>
            <p:nvPr/>
          </p:nvSpPr>
          <p:spPr>
            <a:xfrm>
              <a:off x="410136" y="1580030"/>
              <a:ext cx="4524935" cy="334831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FE8C5879-F72C-C70A-0C19-9E88FF5BB6DF}"/>
                </a:ext>
              </a:extLst>
            </p:cNvPr>
            <p:cNvSpPr/>
            <p:nvPr/>
          </p:nvSpPr>
          <p:spPr>
            <a:xfrm>
              <a:off x="1815354" y="18825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9D726185-6C01-8B83-9144-127CD08ED2B8}"/>
                </a:ext>
              </a:extLst>
            </p:cNvPr>
            <p:cNvSpPr/>
            <p:nvPr/>
          </p:nvSpPr>
          <p:spPr>
            <a:xfrm>
              <a:off x="690283" y="28799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D62A8C2F-8A2E-701C-B047-D8807A086DD7}"/>
                </a:ext>
              </a:extLst>
            </p:cNvPr>
            <p:cNvSpPr/>
            <p:nvPr/>
          </p:nvSpPr>
          <p:spPr>
            <a:xfrm>
              <a:off x="1498508" y="32446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EB5955BD-1340-5477-D453-A1844532AC93}"/>
                </a:ext>
              </a:extLst>
            </p:cNvPr>
            <p:cNvSpPr/>
            <p:nvPr/>
          </p:nvSpPr>
          <p:spPr>
            <a:xfrm>
              <a:off x="1855696" y="2559425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A8674A23-6936-8527-9AE0-608897C27EFC}"/>
                </a:ext>
              </a:extLst>
            </p:cNvPr>
            <p:cNvSpPr/>
            <p:nvPr/>
          </p:nvSpPr>
          <p:spPr>
            <a:xfrm>
              <a:off x="2058523" y="31970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2D7C0D06-E16B-7E1E-0ED3-40064E3D8C75}"/>
                </a:ext>
              </a:extLst>
            </p:cNvPr>
            <p:cNvSpPr/>
            <p:nvPr/>
          </p:nvSpPr>
          <p:spPr>
            <a:xfrm>
              <a:off x="2615454" y="22079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9FE3EB06-9951-5299-BE0C-01AB48F597C9}"/>
                </a:ext>
              </a:extLst>
            </p:cNvPr>
            <p:cNvSpPr/>
            <p:nvPr/>
          </p:nvSpPr>
          <p:spPr>
            <a:xfrm>
              <a:off x="3910854" y="24451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E88C98BA-8641-2F22-9B79-E644237489A6}"/>
                </a:ext>
              </a:extLst>
            </p:cNvPr>
            <p:cNvSpPr/>
            <p:nvPr/>
          </p:nvSpPr>
          <p:spPr>
            <a:xfrm>
              <a:off x="969312" y="3794313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C7692EBA-DD14-B68A-5964-7B10D5D4A5E1}"/>
                </a:ext>
              </a:extLst>
            </p:cNvPr>
            <p:cNvSpPr/>
            <p:nvPr/>
          </p:nvSpPr>
          <p:spPr>
            <a:xfrm>
              <a:off x="4372537" y="3139889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420D296A-85A7-5354-0E8A-1BECBBD76009}"/>
                </a:ext>
              </a:extLst>
            </p:cNvPr>
            <p:cNvSpPr/>
            <p:nvPr/>
          </p:nvSpPr>
          <p:spPr>
            <a:xfrm>
              <a:off x="3173507" y="2856381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8098088E-038A-B856-C60C-9476F676B8AA}"/>
                </a:ext>
              </a:extLst>
            </p:cNvPr>
            <p:cNvSpPr/>
            <p:nvPr/>
          </p:nvSpPr>
          <p:spPr>
            <a:xfrm>
              <a:off x="3796554" y="30827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9E7ADBE8-4B1B-8D25-7CE1-8EE44CD26821}"/>
                </a:ext>
              </a:extLst>
            </p:cNvPr>
            <p:cNvSpPr/>
            <p:nvPr/>
          </p:nvSpPr>
          <p:spPr>
            <a:xfrm>
              <a:off x="2920254" y="4365812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47DE42EF-98D9-3EE1-AF9A-C3FA5B7F0D04}"/>
                </a:ext>
              </a:extLst>
            </p:cNvPr>
            <p:cNvSpPr/>
            <p:nvPr/>
          </p:nvSpPr>
          <p:spPr>
            <a:xfrm>
              <a:off x="2863104" y="39209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932BF17F-C59E-CD48-0DA2-59B51EE4A0D8}"/>
                </a:ext>
              </a:extLst>
            </p:cNvPr>
            <p:cNvSpPr/>
            <p:nvPr/>
          </p:nvSpPr>
          <p:spPr>
            <a:xfrm>
              <a:off x="3238502" y="405653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2E996160-4DCC-4E41-0EA6-AA90FB8A24C2}"/>
                </a:ext>
              </a:extLst>
            </p:cNvPr>
            <p:cNvSpPr/>
            <p:nvPr/>
          </p:nvSpPr>
          <p:spPr>
            <a:xfrm>
              <a:off x="3339354" y="179784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12BF25-87D6-D42F-5753-8AB76513F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135591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Toward Fair Representation: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Consensus and Clustering (COLT 25)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265B6C-8FF2-2E07-C87F-B8896A52EA1B}"/>
              </a:ext>
            </a:extLst>
          </p:cNvPr>
          <p:cNvSpPr txBox="1"/>
          <p:nvPr/>
        </p:nvSpPr>
        <p:spPr>
          <a:xfrm>
            <a:off x="965962" y="1829985"/>
            <a:ext cx="1470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Ground set V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DAE28AF-C025-166C-5C2B-98561BF85309}"/>
              </a:ext>
            </a:extLst>
          </p:cNvPr>
          <p:cNvSpPr/>
          <p:nvPr/>
        </p:nvSpPr>
        <p:spPr>
          <a:xfrm>
            <a:off x="3752987" y="2048588"/>
            <a:ext cx="860927" cy="77564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A5FE50E-11F5-5C29-FE87-2FB72560C369}"/>
              </a:ext>
            </a:extLst>
          </p:cNvPr>
          <p:cNvSpPr/>
          <p:nvPr/>
        </p:nvSpPr>
        <p:spPr>
          <a:xfrm>
            <a:off x="4625172" y="2569635"/>
            <a:ext cx="552577" cy="57458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F8A827A1-E013-AB1F-6184-01C90820BF20}"/>
              </a:ext>
            </a:extLst>
          </p:cNvPr>
          <p:cNvSpPr/>
          <p:nvPr/>
        </p:nvSpPr>
        <p:spPr>
          <a:xfrm rot="19819332">
            <a:off x="3530119" y="3416752"/>
            <a:ext cx="1683669" cy="7631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4FC2205E-09F0-3AB0-56FF-EB63E6CA55E6}"/>
              </a:ext>
            </a:extLst>
          </p:cNvPr>
          <p:cNvSpPr/>
          <p:nvPr/>
        </p:nvSpPr>
        <p:spPr>
          <a:xfrm rot="18334945">
            <a:off x="4291287" y="3716710"/>
            <a:ext cx="1683669" cy="7631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B7F9241-9D2C-F0B4-EC36-C94D9E117AB4}"/>
              </a:ext>
            </a:extLst>
          </p:cNvPr>
          <p:cNvSpPr/>
          <p:nvPr/>
        </p:nvSpPr>
        <p:spPr>
          <a:xfrm>
            <a:off x="3740786" y="5663520"/>
            <a:ext cx="552577" cy="5745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A51DB37D-5DEE-C4F3-EEF6-EC458533A82F}"/>
              </a:ext>
            </a:extLst>
          </p:cNvPr>
          <p:cNvSpPr/>
          <p:nvPr/>
        </p:nvSpPr>
        <p:spPr>
          <a:xfrm>
            <a:off x="4821522" y="5493042"/>
            <a:ext cx="830789" cy="5745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CFC9093E-1B0B-0554-B174-29477242E463}"/>
              </a:ext>
            </a:extLst>
          </p:cNvPr>
          <p:cNvSpPr/>
          <p:nvPr/>
        </p:nvSpPr>
        <p:spPr>
          <a:xfrm>
            <a:off x="4512786" y="6051779"/>
            <a:ext cx="552577" cy="5745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996EADB3-6E20-2E68-65FA-97F4115B1642}"/>
              </a:ext>
            </a:extLst>
          </p:cNvPr>
          <p:cNvSpPr/>
          <p:nvPr/>
        </p:nvSpPr>
        <p:spPr>
          <a:xfrm rot="19798342">
            <a:off x="4126223" y="5163589"/>
            <a:ext cx="1004005" cy="5745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16394705-42E2-5EDE-9D38-35BFA2A03C62}"/>
              </a:ext>
            </a:extLst>
          </p:cNvPr>
          <p:cNvSpPr/>
          <p:nvPr/>
        </p:nvSpPr>
        <p:spPr>
          <a:xfrm>
            <a:off x="4323581" y="5833884"/>
            <a:ext cx="300136" cy="35067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Left Brace 97">
            <a:extLst>
              <a:ext uri="{FF2B5EF4-FFF2-40B4-BE49-F238E27FC236}">
                <a16:creationId xmlns:a16="http://schemas.microsoft.com/office/drawing/2014/main" id="{F6D76255-52CA-4711-A66F-258FAAB19574}"/>
              </a:ext>
            </a:extLst>
          </p:cNvPr>
          <p:cNvSpPr/>
          <p:nvPr/>
        </p:nvSpPr>
        <p:spPr>
          <a:xfrm>
            <a:off x="3072633" y="1717199"/>
            <a:ext cx="524643" cy="5140801"/>
          </a:xfrm>
          <a:prstGeom prst="leftBrace">
            <a:avLst>
              <a:gd name="adj1" fmla="val 74973"/>
              <a:gd name="adj2" fmla="val 492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329ACED-DB4A-1F1F-9095-C7FB5367E3AB}"/>
              </a:ext>
            </a:extLst>
          </p:cNvPr>
          <p:cNvSpPr txBox="1"/>
          <p:nvPr/>
        </p:nvSpPr>
        <p:spPr>
          <a:xfrm>
            <a:off x="2132469" y="4051243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2E9F98AF-F5DF-253F-B306-F3D76DC41CC2}"/>
              </a:ext>
            </a:extLst>
          </p:cNvPr>
          <p:cNvSpPr/>
          <p:nvPr/>
        </p:nvSpPr>
        <p:spPr>
          <a:xfrm rot="1661916">
            <a:off x="4245590" y="1762955"/>
            <a:ext cx="1499766" cy="637123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AE9A9E03-F5B6-3892-3561-15A075C4882D}"/>
              </a:ext>
            </a:extLst>
          </p:cNvPr>
          <p:cNvGrpSpPr/>
          <p:nvPr/>
        </p:nvGrpSpPr>
        <p:grpSpPr>
          <a:xfrm>
            <a:off x="709399" y="2379455"/>
            <a:ext cx="1938680" cy="1452281"/>
            <a:chOff x="410136" y="1580030"/>
            <a:chExt cx="4524935" cy="3348318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8B6D5C30-E370-8D61-4F85-68744B0018A5}"/>
                </a:ext>
              </a:extLst>
            </p:cNvPr>
            <p:cNvSpPr/>
            <p:nvPr/>
          </p:nvSpPr>
          <p:spPr>
            <a:xfrm>
              <a:off x="410136" y="1580030"/>
              <a:ext cx="4524935" cy="334831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009B8DC0-CD5F-0292-739A-690F733F3A80}"/>
                </a:ext>
              </a:extLst>
            </p:cNvPr>
            <p:cNvSpPr/>
            <p:nvPr/>
          </p:nvSpPr>
          <p:spPr>
            <a:xfrm>
              <a:off x="1815354" y="18825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FB11E32C-04AB-DB67-F68A-9040578A1378}"/>
                </a:ext>
              </a:extLst>
            </p:cNvPr>
            <p:cNvSpPr/>
            <p:nvPr/>
          </p:nvSpPr>
          <p:spPr>
            <a:xfrm>
              <a:off x="690283" y="28799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7752345B-77B7-D987-BB26-D804D2E95CD8}"/>
                </a:ext>
              </a:extLst>
            </p:cNvPr>
            <p:cNvSpPr/>
            <p:nvPr/>
          </p:nvSpPr>
          <p:spPr>
            <a:xfrm>
              <a:off x="1498508" y="32446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94A7752C-8533-296B-E30D-C70C7D4A3B45}"/>
                </a:ext>
              </a:extLst>
            </p:cNvPr>
            <p:cNvSpPr/>
            <p:nvPr/>
          </p:nvSpPr>
          <p:spPr>
            <a:xfrm>
              <a:off x="1855696" y="2559425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63011521-93CF-7687-DFBC-A6EDDF84D9F7}"/>
                </a:ext>
              </a:extLst>
            </p:cNvPr>
            <p:cNvSpPr/>
            <p:nvPr/>
          </p:nvSpPr>
          <p:spPr>
            <a:xfrm>
              <a:off x="2058523" y="31970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354F7D54-5FAE-CF94-8601-C71BA36A617B}"/>
                </a:ext>
              </a:extLst>
            </p:cNvPr>
            <p:cNvSpPr/>
            <p:nvPr/>
          </p:nvSpPr>
          <p:spPr>
            <a:xfrm>
              <a:off x="2615454" y="22079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4A46971C-EACC-7EBE-850D-F76DEC748935}"/>
                </a:ext>
              </a:extLst>
            </p:cNvPr>
            <p:cNvSpPr/>
            <p:nvPr/>
          </p:nvSpPr>
          <p:spPr>
            <a:xfrm>
              <a:off x="3910854" y="24451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BBF9FB86-614B-EFA9-52EC-DEC4E5F83D21}"/>
                </a:ext>
              </a:extLst>
            </p:cNvPr>
            <p:cNvSpPr/>
            <p:nvPr/>
          </p:nvSpPr>
          <p:spPr>
            <a:xfrm>
              <a:off x="969312" y="3794313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42191E48-9497-E035-2C41-5B6002542116}"/>
                </a:ext>
              </a:extLst>
            </p:cNvPr>
            <p:cNvSpPr/>
            <p:nvPr/>
          </p:nvSpPr>
          <p:spPr>
            <a:xfrm>
              <a:off x="4372537" y="3139889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25602A23-542B-9969-A37F-9DDD795A6915}"/>
                </a:ext>
              </a:extLst>
            </p:cNvPr>
            <p:cNvSpPr/>
            <p:nvPr/>
          </p:nvSpPr>
          <p:spPr>
            <a:xfrm>
              <a:off x="3173507" y="2856381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A61D23CE-97FB-A2FC-07BF-C50A58AF5DCA}"/>
                </a:ext>
              </a:extLst>
            </p:cNvPr>
            <p:cNvSpPr/>
            <p:nvPr/>
          </p:nvSpPr>
          <p:spPr>
            <a:xfrm>
              <a:off x="3796554" y="30827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F0AE8B16-53B5-F988-F1E1-8C94138F4F37}"/>
                </a:ext>
              </a:extLst>
            </p:cNvPr>
            <p:cNvSpPr/>
            <p:nvPr/>
          </p:nvSpPr>
          <p:spPr>
            <a:xfrm>
              <a:off x="2920254" y="4365812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C134236-35C5-0A83-10FC-4D5CDA762FA1}"/>
                </a:ext>
              </a:extLst>
            </p:cNvPr>
            <p:cNvSpPr/>
            <p:nvPr/>
          </p:nvSpPr>
          <p:spPr>
            <a:xfrm>
              <a:off x="2863104" y="39209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2FA00114-5D16-36E9-B01F-13EFFF0D477E}"/>
                </a:ext>
              </a:extLst>
            </p:cNvPr>
            <p:cNvSpPr/>
            <p:nvPr/>
          </p:nvSpPr>
          <p:spPr>
            <a:xfrm>
              <a:off x="3238502" y="405653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24508C07-D56E-2262-852B-CA400952438A}"/>
                </a:ext>
              </a:extLst>
            </p:cNvPr>
            <p:cNvSpPr/>
            <p:nvPr/>
          </p:nvSpPr>
          <p:spPr>
            <a:xfrm>
              <a:off x="3339354" y="179784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8DE4F64C-2108-B3C1-CFFC-D2684247FD5E}"/>
              </a:ext>
            </a:extLst>
          </p:cNvPr>
          <p:cNvGrpSpPr/>
          <p:nvPr/>
        </p:nvGrpSpPr>
        <p:grpSpPr>
          <a:xfrm>
            <a:off x="7126639" y="4235909"/>
            <a:ext cx="4667696" cy="2050591"/>
            <a:chOff x="322729" y="4587141"/>
            <a:chExt cx="2947603" cy="602449"/>
          </a:xfrm>
        </p:grpSpPr>
        <p:sp>
          <p:nvSpPr>
            <p:cNvPr id="233" name="Scroll: Vertical 232">
              <a:extLst>
                <a:ext uri="{FF2B5EF4-FFF2-40B4-BE49-F238E27FC236}">
                  <a16:creationId xmlns:a16="http://schemas.microsoft.com/office/drawing/2014/main" id="{47C55B34-32DE-4083-BA64-840EAE09F967}"/>
                </a:ext>
              </a:extLst>
            </p:cNvPr>
            <p:cNvSpPr/>
            <p:nvPr/>
          </p:nvSpPr>
          <p:spPr>
            <a:xfrm>
              <a:off x="322729" y="4587141"/>
              <a:ext cx="2947603" cy="602449"/>
            </a:xfrm>
            <a:prstGeom prst="verticalScroll">
              <a:avLst>
                <a:gd name="adj" fmla="val 25000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51056448-0A14-9D6E-81E7-450FD93BE06E}"/>
                    </a:ext>
                  </a:extLst>
                </p:cNvPr>
                <p:cNvSpPr txBox="1"/>
                <p:nvPr/>
              </p:nvSpPr>
              <p:spPr>
                <a:xfrm>
                  <a:off x="782269" y="4742957"/>
                  <a:ext cx="1567074" cy="1085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Red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Blue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51056448-0A14-9D6E-81E7-450FD93BE0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269" y="4742957"/>
                  <a:ext cx="1567074" cy="108507"/>
                </a:xfrm>
                <a:prstGeom prst="rect">
                  <a:avLst/>
                </a:prstGeom>
                <a:blipFill>
                  <a:blip r:embed="rId2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33AEA0EC-A4E1-DB99-93AC-4989BC9CE84F}"/>
                  </a:ext>
                </a:extLst>
              </p:cNvPr>
              <p:cNvSpPr txBox="1"/>
              <p:nvPr/>
            </p:nvSpPr>
            <p:spPr>
              <a:xfrm>
                <a:off x="7895442" y="5169876"/>
                <a:ext cx="316902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Every cluster in the </a:t>
                </a:r>
                <a:r>
                  <a:rPr lang="en-US" b="1" i="1" dirty="0"/>
                  <a:t>OUTPUT</a:t>
                </a:r>
                <a:r>
                  <a:rPr lang="en-US" dirty="0"/>
                  <a:t> must maintain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33AEA0EC-A4E1-DB99-93AC-4989BC9CE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5442" y="5169876"/>
                <a:ext cx="3169022" cy="646331"/>
              </a:xfrm>
              <a:prstGeom prst="rect">
                <a:avLst/>
              </a:prstGeom>
              <a:blipFill>
                <a:blip r:embed="rId3"/>
                <a:stretch>
                  <a:fillRect l="-1538" t="-377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CA8030F9-5FF4-CD01-9580-38526825A559}"/>
              </a:ext>
            </a:extLst>
          </p:cNvPr>
          <p:cNvSpPr txBox="1"/>
          <p:nvPr/>
        </p:nvSpPr>
        <p:spPr>
          <a:xfrm>
            <a:off x="6618194" y="288749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BD2832F-6CA1-8147-18D7-3690EB176F0E}"/>
              </a:ext>
            </a:extLst>
          </p:cNvPr>
          <p:cNvGrpSpPr/>
          <p:nvPr/>
        </p:nvGrpSpPr>
        <p:grpSpPr>
          <a:xfrm>
            <a:off x="7895442" y="2327554"/>
            <a:ext cx="1938680" cy="1452281"/>
            <a:chOff x="410136" y="1580030"/>
            <a:chExt cx="4524935" cy="334831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FFDD8E8-EEC5-4682-464E-B94EFF4C7559}"/>
                </a:ext>
              </a:extLst>
            </p:cNvPr>
            <p:cNvSpPr/>
            <p:nvPr/>
          </p:nvSpPr>
          <p:spPr>
            <a:xfrm>
              <a:off x="410136" y="1580030"/>
              <a:ext cx="4524935" cy="334831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441877E-73F4-38AD-67E3-A7AA7903DBAB}"/>
                </a:ext>
              </a:extLst>
            </p:cNvPr>
            <p:cNvSpPr/>
            <p:nvPr/>
          </p:nvSpPr>
          <p:spPr>
            <a:xfrm>
              <a:off x="1815354" y="18825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0C13CEC-034D-7FEE-880E-F088624E3AA3}"/>
                </a:ext>
              </a:extLst>
            </p:cNvPr>
            <p:cNvSpPr/>
            <p:nvPr/>
          </p:nvSpPr>
          <p:spPr>
            <a:xfrm>
              <a:off x="690283" y="28799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1BDEBFA-EC8E-F4C8-FD3F-9D1DB5331D1B}"/>
                </a:ext>
              </a:extLst>
            </p:cNvPr>
            <p:cNvSpPr/>
            <p:nvPr/>
          </p:nvSpPr>
          <p:spPr>
            <a:xfrm>
              <a:off x="1498508" y="32446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85EBD20-2EB7-22DC-A774-E2F4503819AD}"/>
                </a:ext>
              </a:extLst>
            </p:cNvPr>
            <p:cNvSpPr/>
            <p:nvPr/>
          </p:nvSpPr>
          <p:spPr>
            <a:xfrm>
              <a:off x="1855696" y="2559425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E2F9D07-69B4-4B7F-DF99-B88947174593}"/>
                </a:ext>
              </a:extLst>
            </p:cNvPr>
            <p:cNvSpPr/>
            <p:nvPr/>
          </p:nvSpPr>
          <p:spPr>
            <a:xfrm>
              <a:off x="2058523" y="31970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458FE38-7BDC-3216-6C7B-C253F4398B16}"/>
                </a:ext>
              </a:extLst>
            </p:cNvPr>
            <p:cNvSpPr/>
            <p:nvPr/>
          </p:nvSpPr>
          <p:spPr>
            <a:xfrm>
              <a:off x="2615454" y="22079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58E391B-5399-FC6E-AE0D-FE6B948567EF}"/>
                </a:ext>
              </a:extLst>
            </p:cNvPr>
            <p:cNvSpPr/>
            <p:nvPr/>
          </p:nvSpPr>
          <p:spPr>
            <a:xfrm>
              <a:off x="3910854" y="24451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E57E2EE-D634-AD8D-280F-466291A6521D}"/>
                </a:ext>
              </a:extLst>
            </p:cNvPr>
            <p:cNvSpPr/>
            <p:nvPr/>
          </p:nvSpPr>
          <p:spPr>
            <a:xfrm>
              <a:off x="969312" y="3794313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C05F9D5-F99B-3B6B-B03B-FEA71CBDECB2}"/>
                </a:ext>
              </a:extLst>
            </p:cNvPr>
            <p:cNvSpPr/>
            <p:nvPr/>
          </p:nvSpPr>
          <p:spPr>
            <a:xfrm>
              <a:off x="4372537" y="3139889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2D47EB7-F6F4-493A-BD1C-9CA971C0927A}"/>
                </a:ext>
              </a:extLst>
            </p:cNvPr>
            <p:cNvSpPr/>
            <p:nvPr/>
          </p:nvSpPr>
          <p:spPr>
            <a:xfrm>
              <a:off x="3173507" y="2856381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B830E95-2A6B-C613-E4EB-514AE41139A3}"/>
                </a:ext>
              </a:extLst>
            </p:cNvPr>
            <p:cNvSpPr/>
            <p:nvPr/>
          </p:nvSpPr>
          <p:spPr>
            <a:xfrm>
              <a:off x="3796554" y="30827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E735A4-4748-92BE-8714-FF81EF06412B}"/>
                </a:ext>
              </a:extLst>
            </p:cNvPr>
            <p:cNvSpPr/>
            <p:nvPr/>
          </p:nvSpPr>
          <p:spPr>
            <a:xfrm>
              <a:off x="2920254" y="4365812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3F640D7-2195-9510-123D-A32BFE1A6394}"/>
                </a:ext>
              </a:extLst>
            </p:cNvPr>
            <p:cNvSpPr/>
            <p:nvPr/>
          </p:nvSpPr>
          <p:spPr>
            <a:xfrm>
              <a:off x="2863104" y="39209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F2E7282-0AA8-5045-B7A1-CF1609DB4CDD}"/>
                </a:ext>
              </a:extLst>
            </p:cNvPr>
            <p:cNvSpPr/>
            <p:nvPr/>
          </p:nvSpPr>
          <p:spPr>
            <a:xfrm>
              <a:off x="3238502" y="405653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B67AFA4-3386-E465-F7C2-6EB34D6B0E92}"/>
                </a:ext>
              </a:extLst>
            </p:cNvPr>
            <p:cNvSpPr/>
            <p:nvPr/>
          </p:nvSpPr>
          <p:spPr>
            <a:xfrm>
              <a:off x="3339354" y="179784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0" name="Oval 229">
            <a:extLst>
              <a:ext uri="{FF2B5EF4-FFF2-40B4-BE49-F238E27FC236}">
                <a16:creationId xmlns:a16="http://schemas.microsoft.com/office/drawing/2014/main" id="{CF67D7F9-6638-7BBB-8486-8D0B2E29949F}"/>
              </a:ext>
            </a:extLst>
          </p:cNvPr>
          <p:cNvSpPr/>
          <p:nvPr/>
        </p:nvSpPr>
        <p:spPr>
          <a:xfrm rot="533713">
            <a:off x="8227952" y="2338509"/>
            <a:ext cx="1858794" cy="751454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4D790C61-36FA-FF66-392B-A8712367903C}"/>
              </a:ext>
            </a:extLst>
          </p:cNvPr>
          <p:cNvSpPr/>
          <p:nvPr/>
        </p:nvSpPr>
        <p:spPr>
          <a:xfrm rot="1838088">
            <a:off x="7698901" y="2986447"/>
            <a:ext cx="1805186" cy="709374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515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 animBg="1"/>
      <p:bldP spid="2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788E7-06DB-2BCB-B707-224418F42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F7A0E-0D49-A311-ACE0-124A078FA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135591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Toward Fair Representation: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Consensus and Clustering (COLT 25)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B4745-9959-7496-44E4-13574B135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69924" cy="648634"/>
          </a:xfrm>
        </p:spPr>
        <p:txBody>
          <a:bodyPr/>
          <a:lstStyle/>
          <a:p>
            <a:r>
              <a:rPr lang="en-US" dirty="0"/>
              <a:t>Fair Consensus Clustering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912FDE7-7676-60A0-905C-EC8EFE63AF21}"/>
              </a:ext>
            </a:extLst>
          </p:cNvPr>
          <p:cNvSpPr txBox="1">
            <a:spLocks/>
          </p:cNvSpPr>
          <p:nvPr/>
        </p:nvSpPr>
        <p:spPr>
          <a:xfrm>
            <a:off x="838200" y="4037081"/>
            <a:ext cx="10369924" cy="648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Closest Fair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0B2802-9821-86C3-1162-865686F9DBF8}"/>
                  </a:ext>
                </a:extLst>
              </p:cNvPr>
              <p:cNvSpPr txBox="1"/>
              <p:nvPr/>
            </p:nvSpPr>
            <p:spPr>
              <a:xfrm>
                <a:off x="1066800" y="4478620"/>
                <a:ext cx="454225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time (n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>
                    <a:solidFill>
                      <a:srgbClr val="00B050"/>
                    </a:solidFill>
                  </a:rPr>
                  <a:t>optimal</a:t>
                </a:r>
                <a:r>
                  <a:rPr lang="en-US" dirty="0"/>
                  <a:t> algorithm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lang="en-US" dirty="0"/>
                  <a:t>-approximation algorithm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General,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lang="en-US" dirty="0"/>
                  <a:t>-approximation algorithm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0B2802-9821-86C3-1162-865686F9D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4478620"/>
                <a:ext cx="4542252" cy="2308324"/>
              </a:xfrm>
              <a:prstGeom prst="rect">
                <a:avLst/>
              </a:prstGeom>
              <a:blipFill>
                <a:blip r:embed="rId2"/>
                <a:stretch>
                  <a:fillRect l="-1074" t="-1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F33918B2-0B6E-F933-E3F6-277DC419871C}"/>
              </a:ext>
            </a:extLst>
          </p:cNvPr>
          <p:cNvGrpSpPr/>
          <p:nvPr/>
        </p:nvGrpSpPr>
        <p:grpSpPr>
          <a:xfrm>
            <a:off x="5819509" y="4046429"/>
            <a:ext cx="2475407" cy="432191"/>
            <a:chOff x="5761688" y="3944937"/>
            <a:chExt cx="2475407" cy="43219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C7C7ABF-666B-8EE9-9E0A-04D515FB6D2A}"/>
                </a:ext>
              </a:extLst>
            </p:cNvPr>
            <p:cNvSpPr/>
            <p:nvPr/>
          </p:nvSpPr>
          <p:spPr>
            <a:xfrm>
              <a:off x="5761688" y="3944937"/>
              <a:ext cx="2475407" cy="432191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A852C67-3DB9-6202-73C4-4452033C388C}"/>
                    </a:ext>
                  </a:extLst>
                </p:cNvPr>
                <p:cNvSpPr txBox="1"/>
                <p:nvPr/>
              </p:nvSpPr>
              <p:spPr>
                <a:xfrm>
                  <a:off x="6076061" y="3976335"/>
                  <a:ext cx="1846659" cy="369332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en-US" dirty="0"/>
                    <a:t>-approximation</a:t>
                  </a: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A852C67-3DB9-6202-73C4-4452033C38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6061" y="3976335"/>
                  <a:ext cx="1846659" cy="369332"/>
                </a:xfrm>
                <a:prstGeom prst="rect">
                  <a:avLst/>
                </a:prstGeom>
                <a:blipFill>
                  <a:blip r:embed="rId3"/>
                  <a:stretch>
                    <a:fillRect t="-8197" r="-2640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72CD370-AC92-238F-D59A-55D1AEBBB426}"/>
              </a:ext>
            </a:extLst>
          </p:cNvPr>
          <p:cNvGrpSpPr/>
          <p:nvPr/>
        </p:nvGrpSpPr>
        <p:grpSpPr>
          <a:xfrm>
            <a:off x="5609052" y="1794164"/>
            <a:ext cx="2780675" cy="527831"/>
            <a:chOff x="5456420" y="1825625"/>
            <a:chExt cx="2780675" cy="52783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3A5335C-D167-A8A9-16AC-06793221310B}"/>
                </a:ext>
              </a:extLst>
            </p:cNvPr>
            <p:cNvSpPr/>
            <p:nvPr/>
          </p:nvSpPr>
          <p:spPr>
            <a:xfrm>
              <a:off x="5456420" y="1825625"/>
              <a:ext cx="2780675" cy="527831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2C239FE-5300-9994-3943-D9B471C94B46}"/>
                    </a:ext>
                  </a:extLst>
                </p:cNvPr>
                <p:cNvSpPr txBox="1"/>
                <p:nvPr/>
              </p:nvSpPr>
              <p:spPr>
                <a:xfrm>
                  <a:off x="5666877" y="1917117"/>
                  <a:ext cx="24422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a14:m>
                  <a:r>
                    <a:rPr lang="en-US" dirty="0"/>
                    <a:t>-approximation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2C239FE-5300-9994-3943-D9B471C94B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6877" y="1917117"/>
                  <a:ext cx="2442207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6557" r="-1500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Arrow: Down 7">
            <a:extLst>
              <a:ext uri="{FF2B5EF4-FFF2-40B4-BE49-F238E27FC236}">
                <a16:creationId xmlns:a16="http://schemas.microsoft.com/office/drawing/2014/main" id="{FDF81F3F-1E14-FFB0-BCC1-482B4A4AD621}"/>
              </a:ext>
            </a:extLst>
          </p:cNvPr>
          <p:cNvSpPr/>
          <p:nvPr/>
        </p:nvSpPr>
        <p:spPr>
          <a:xfrm rot="10800000">
            <a:off x="6757074" y="2592985"/>
            <a:ext cx="484632" cy="978408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7685E7-2F08-F182-2F65-84BBEBF79E21}"/>
                  </a:ext>
                </a:extLst>
              </p:cNvPr>
              <p:cNvSpPr txBox="1"/>
              <p:nvPr/>
            </p:nvSpPr>
            <p:spPr>
              <a:xfrm>
                <a:off x="1066800" y="2170296"/>
                <a:ext cx="4380513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-approximation algorithm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lang="en-US" dirty="0"/>
                  <a:t>-approximation algorithm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General,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US" dirty="0"/>
                  <a:t>-approximation algorithm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7685E7-2F08-F182-2F65-84BBEBF79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170296"/>
                <a:ext cx="4380513" cy="2031325"/>
              </a:xfrm>
              <a:prstGeom prst="rect">
                <a:avLst/>
              </a:prstGeom>
              <a:blipFill>
                <a:blip r:embed="rId5"/>
                <a:stretch>
                  <a:fillRect l="-834" r="-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54BB6BBA-DDF5-05F5-0050-E94B19DF08C9}"/>
              </a:ext>
            </a:extLst>
          </p:cNvPr>
          <p:cNvGrpSpPr/>
          <p:nvPr/>
        </p:nvGrpSpPr>
        <p:grpSpPr>
          <a:xfrm>
            <a:off x="5819508" y="5486400"/>
            <a:ext cx="1804859" cy="861934"/>
            <a:chOff x="5819508" y="5486400"/>
            <a:chExt cx="1804859" cy="861934"/>
          </a:xfrm>
        </p:grpSpPr>
        <p:sp>
          <p:nvSpPr>
            <p:cNvPr id="14" name="Left Brace 13">
              <a:extLst>
                <a:ext uri="{FF2B5EF4-FFF2-40B4-BE49-F238E27FC236}">
                  <a16:creationId xmlns:a16="http://schemas.microsoft.com/office/drawing/2014/main" id="{92E8A921-1BCE-B415-B864-C1F3D9FA0B9B}"/>
                </a:ext>
              </a:extLst>
            </p:cNvPr>
            <p:cNvSpPr/>
            <p:nvPr/>
          </p:nvSpPr>
          <p:spPr>
            <a:xfrm rot="10800000">
              <a:off x="5819508" y="5486400"/>
              <a:ext cx="314373" cy="861934"/>
            </a:xfrm>
            <a:prstGeom prst="leftBrac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lowchart: Alternate Process 15">
              <a:extLst>
                <a:ext uri="{FF2B5EF4-FFF2-40B4-BE49-F238E27FC236}">
                  <a16:creationId xmlns:a16="http://schemas.microsoft.com/office/drawing/2014/main" id="{216E0DA3-49EF-093F-DE1A-D15E6AFAAD7C}"/>
                </a:ext>
              </a:extLst>
            </p:cNvPr>
            <p:cNvSpPr/>
            <p:nvPr/>
          </p:nvSpPr>
          <p:spPr>
            <a:xfrm>
              <a:off x="6456856" y="5635889"/>
              <a:ext cx="1167511" cy="612648"/>
            </a:xfrm>
            <a:prstGeom prst="flowChartAlternateProcess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NP-hard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825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96817-DD8D-3809-F201-4DBB7F6B3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86166-524F-3738-4936-2E94DF07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135591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Toward Fair Representation: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Consensus and Clustering (COLT 25)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BAFB58-97BE-426B-903D-488B35EAA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69924" cy="648634"/>
          </a:xfrm>
        </p:spPr>
        <p:txBody>
          <a:bodyPr/>
          <a:lstStyle/>
          <a:p>
            <a:r>
              <a:rPr lang="en-US" dirty="0"/>
              <a:t>Fair Consensus Clustering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F018786-9506-76A6-7526-2EEA8CE9A353}"/>
              </a:ext>
            </a:extLst>
          </p:cNvPr>
          <p:cNvSpPr txBox="1">
            <a:spLocks/>
          </p:cNvSpPr>
          <p:nvPr/>
        </p:nvSpPr>
        <p:spPr>
          <a:xfrm>
            <a:off x="838200" y="4037081"/>
            <a:ext cx="10369924" cy="648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Closest Fair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399C54-FBB8-C84B-0760-147675EB5799}"/>
                  </a:ext>
                </a:extLst>
              </p:cNvPr>
              <p:cNvSpPr txBox="1"/>
              <p:nvPr/>
            </p:nvSpPr>
            <p:spPr>
              <a:xfrm>
                <a:off x="1066800" y="4478620"/>
                <a:ext cx="454225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time (n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>
                    <a:solidFill>
                      <a:srgbClr val="00B050"/>
                    </a:solidFill>
                  </a:rPr>
                  <a:t>optimal</a:t>
                </a:r>
                <a:r>
                  <a:rPr lang="en-US" dirty="0"/>
                  <a:t> algorithm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lang="en-US" dirty="0"/>
                  <a:t>-approximation algorithm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General,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lang="en-US" dirty="0"/>
                  <a:t>-approximation algorithm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399C54-FBB8-C84B-0760-147675EB5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4478620"/>
                <a:ext cx="4542252" cy="2308324"/>
              </a:xfrm>
              <a:prstGeom prst="rect">
                <a:avLst/>
              </a:prstGeom>
              <a:blipFill>
                <a:blip r:embed="rId2"/>
                <a:stretch>
                  <a:fillRect l="-1074" t="-1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293AB4-215B-60E0-1DF4-B252899DFAA4}"/>
                  </a:ext>
                </a:extLst>
              </p:cNvPr>
              <p:cNvSpPr txBox="1"/>
              <p:nvPr/>
            </p:nvSpPr>
            <p:spPr>
              <a:xfrm>
                <a:off x="1066800" y="2170296"/>
                <a:ext cx="4380513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-approximation algorithm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lang="en-US" dirty="0"/>
                  <a:t>-approximation algorithm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General,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US" dirty="0"/>
                  <a:t>-approximation algorithm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293AB4-215B-60E0-1DF4-B252899DF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170296"/>
                <a:ext cx="4380513" cy="2031325"/>
              </a:xfrm>
              <a:prstGeom prst="rect">
                <a:avLst/>
              </a:prstGeom>
              <a:blipFill>
                <a:blip r:embed="rId3"/>
                <a:stretch>
                  <a:fillRect l="-834" r="-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F52870AF-2A70-7AA0-61B9-D4BD1B0DA77E}"/>
              </a:ext>
            </a:extLst>
          </p:cNvPr>
          <p:cNvGrpSpPr/>
          <p:nvPr/>
        </p:nvGrpSpPr>
        <p:grpSpPr>
          <a:xfrm>
            <a:off x="4849808" y="3696517"/>
            <a:ext cx="1302558" cy="585531"/>
            <a:chOff x="4849808" y="3696517"/>
            <a:chExt cx="1302558" cy="585531"/>
          </a:xfrm>
        </p:grpSpPr>
        <p:sp>
          <p:nvSpPr>
            <p:cNvPr id="18" name="Arrow: Down 17">
              <a:extLst>
                <a:ext uri="{FF2B5EF4-FFF2-40B4-BE49-F238E27FC236}">
                  <a16:creationId xmlns:a16="http://schemas.microsoft.com/office/drawing/2014/main" id="{55C6B62F-0093-FA89-72EB-8EB4A868FAF8}"/>
                </a:ext>
              </a:extLst>
            </p:cNvPr>
            <p:cNvSpPr/>
            <p:nvPr/>
          </p:nvSpPr>
          <p:spPr>
            <a:xfrm rot="14647757">
              <a:off x="5494643" y="3624325"/>
              <a:ext cx="337038" cy="978408"/>
            </a:xfrm>
            <a:prstGeom prst="down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51DA704-B24B-747C-1F60-84FE49C6A3BC}"/>
                </a:ext>
              </a:extLst>
            </p:cNvPr>
            <p:cNvSpPr txBox="1"/>
            <p:nvPr/>
          </p:nvSpPr>
          <p:spPr>
            <a:xfrm rot="20005452">
              <a:off x="4849808" y="3696517"/>
              <a:ext cx="11950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Reduce to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57415F6-5FE4-7CBE-B45B-FD9A7F51AAD9}"/>
              </a:ext>
            </a:extLst>
          </p:cNvPr>
          <p:cNvGrpSpPr/>
          <p:nvPr/>
        </p:nvGrpSpPr>
        <p:grpSpPr>
          <a:xfrm>
            <a:off x="6507804" y="2396097"/>
            <a:ext cx="4984230" cy="2105237"/>
            <a:chOff x="6507804" y="2396097"/>
            <a:chExt cx="4984230" cy="2105237"/>
          </a:xfrm>
        </p:grpSpPr>
        <p:sp>
          <p:nvSpPr>
            <p:cNvPr id="22" name="Flowchart: Alternate Process 21">
              <a:extLst>
                <a:ext uri="{FF2B5EF4-FFF2-40B4-BE49-F238E27FC236}">
                  <a16:creationId xmlns:a16="http://schemas.microsoft.com/office/drawing/2014/main" id="{F6919B35-50C5-CA3E-D0FB-5712C9C17EAC}"/>
                </a:ext>
              </a:extLst>
            </p:cNvPr>
            <p:cNvSpPr/>
            <p:nvPr/>
          </p:nvSpPr>
          <p:spPr>
            <a:xfrm>
              <a:off x="6507804" y="2396097"/>
              <a:ext cx="4984230" cy="2105237"/>
            </a:xfrm>
            <a:prstGeom prst="flowChartAlternateProcess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D3C2667-1FDE-4054-3AC8-8AE3E87BCFF1}"/>
                    </a:ext>
                  </a:extLst>
                </p:cNvPr>
                <p:cNvSpPr txBox="1"/>
                <p:nvPr/>
              </p:nvSpPr>
              <p:spPr>
                <a:xfrm>
                  <a:off x="6753758" y="2578460"/>
                  <a:ext cx="4600042" cy="18928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Fair Correlation Clustering (Ahmadi et.al. 20)</a:t>
                  </a:r>
                </a:p>
                <a:p>
                  <a:pPr marL="285750" indent="-285750">
                    <a:lnSpc>
                      <a:spcPct val="150000"/>
                    </a:lnSpc>
                    <a:buFontTx/>
                    <a:buChar char="-"/>
                  </a:pPr>
                  <a:r>
                    <a:rPr lang="en-US" dirty="0"/>
                    <a:t>Same fairness notion</a:t>
                  </a:r>
                </a:p>
                <a:p>
                  <a:pPr marL="285750" indent="-285750">
                    <a:lnSpc>
                      <a:spcPct val="150000"/>
                    </a:lnSpc>
                    <a:buFontTx/>
                    <a:buChar char="-"/>
                  </a:pPr>
                  <a:r>
                    <a:rPr lang="en-US" dirty="0"/>
                    <a:t>NP-hard all cases</a:t>
                  </a:r>
                </a:p>
                <a:p>
                  <a:pPr marL="285750" indent="-285750">
                    <a:lnSpc>
                      <a:spcPct val="150000"/>
                    </a:lnSpc>
                    <a:buFontTx/>
                    <a:buChar char="-"/>
                  </a:pPr>
                  <a:r>
                    <a:rPr lang="en-US" dirty="0"/>
                    <a:t>Approximation ratio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a14:m>
                  <a:endParaRPr lang="en-US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D3C2667-1FDE-4054-3AC8-8AE3E87BCF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3758" y="2578460"/>
                  <a:ext cx="4600042" cy="1892826"/>
                </a:xfrm>
                <a:prstGeom prst="rect">
                  <a:avLst/>
                </a:prstGeom>
                <a:blipFill>
                  <a:blip r:embed="rId4"/>
                  <a:stretch>
                    <a:fillRect l="-1192" t="-16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F689FD5-9A30-6776-23FE-360C35BE2005}"/>
              </a:ext>
            </a:extLst>
          </p:cNvPr>
          <p:cNvSpPr/>
          <p:nvPr/>
        </p:nvSpPr>
        <p:spPr>
          <a:xfrm>
            <a:off x="5447313" y="4902015"/>
            <a:ext cx="371297" cy="152127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ibbon: Tilted Up 25">
                <a:extLst>
                  <a:ext uri="{FF2B5EF4-FFF2-40B4-BE49-F238E27FC236}">
                    <a16:creationId xmlns:a16="http://schemas.microsoft.com/office/drawing/2014/main" id="{F13C085F-86DB-33A4-25C1-BBAAD1A38B5B}"/>
                  </a:ext>
                </a:extLst>
              </p:cNvPr>
              <p:cNvSpPr/>
              <p:nvPr/>
            </p:nvSpPr>
            <p:spPr>
              <a:xfrm>
                <a:off x="6424880" y="5385474"/>
                <a:ext cx="4700320" cy="648634"/>
              </a:xfrm>
              <a:prstGeom prst="ribbon2">
                <a:avLst>
                  <a:gd name="adj1" fmla="val 22784"/>
                  <a:gd name="adj2" fmla="val 75000"/>
                </a:avLst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FF0000"/>
                    </a:solidFill>
                  </a:rPr>
                  <a:t>Approx ratio: Independent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Ribbon: Tilted Up 25">
                <a:extLst>
                  <a:ext uri="{FF2B5EF4-FFF2-40B4-BE49-F238E27FC236}">
                    <a16:creationId xmlns:a16="http://schemas.microsoft.com/office/drawing/2014/main" id="{F13C085F-86DB-33A4-25C1-BBAAD1A38B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880" y="5385474"/>
                <a:ext cx="4700320" cy="648634"/>
              </a:xfrm>
              <a:prstGeom prst="ribbon2">
                <a:avLst>
                  <a:gd name="adj1" fmla="val 22784"/>
                  <a:gd name="adj2" fmla="val 75000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6546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48A61-A702-B357-CF19-A7C236A9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789AC-9210-3DC2-80D3-4E5FC4EDE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135591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Generalizing to multiple colors (AAAI 26)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D5DF426-FFF0-AAF4-7FC6-E97008D947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882" y="1786545"/>
                <a:ext cx="11074236" cy="588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Ground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, color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𝜒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global ratio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:…: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D5DF426-FFF0-AAF4-7FC6-E97008D947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882" y="1786545"/>
                <a:ext cx="11074236" cy="588155"/>
              </a:xfrm>
              <a:blipFill>
                <a:blip r:embed="rId2"/>
                <a:stretch>
                  <a:fillRect l="-1156" t="-17526" b="-9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AFEB12-2FA1-6466-9E5C-89120920E02F}"/>
                  </a:ext>
                </a:extLst>
              </p:cNvPr>
              <p:cNvSpPr txBox="1"/>
              <p:nvPr/>
            </p:nvSpPr>
            <p:spPr>
              <a:xfrm>
                <a:off x="574870" y="2019524"/>
                <a:ext cx="5706256" cy="2805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/>
                  <a:t>Closest Fair Clustering: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:…: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=1:1:1…:1</m:t>
                    </m:r>
                  </m:oMath>
                </a14:m>
                <a:endParaRPr lang="en-US" sz="2400" dirty="0"/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1.6</m:t>
                        </m:r>
                      </m:sup>
                    </m:sSup>
                    <m:r>
                      <a:rPr lang="en-US" sz="24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-approx. 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</m:d>
                    <m:r>
                      <a:rPr lang="en-US" sz="24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1.6</m:t>
                        </m:r>
                      </m:sup>
                    </m:sSup>
                    <m:func>
                      <m:funcPr>
                        <m:ctrlPr>
                          <a:rPr lang="en-US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240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2.81</m:t>
                            </m:r>
                          </m:sup>
                        </m:sSup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</m:d>
                      </m:e>
                    </m:func>
                    <m:r>
                      <a:rPr lang="en-US" sz="24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-approx. in general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3.81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-approx. in general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AFEB12-2FA1-6466-9E5C-89120920E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870" y="2019524"/>
                <a:ext cx="5706256" cy="2805576"/>
              </a:xfrm>
              <a:prstGeom prst="rect">
                <a:avLst/>
              </a:prstGeom>
              <a:blipFill>
                <a:blip r:embed="rId3"/>
                <a:stretch>
                  <a:fillRect l="-1603" r="-534" b="-4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E81CA98F-AF6D-5766-0DC7-E0B9E2D711ED}"/>
              </a:ext>
            </a:extLst>
          </p:cNvPr>
          <p:cNvSpPr/>
          <p:nvPr/>
        </p:nvSpPr>
        <p:spPr>
          <a:xfrm>
            <a:off x="4948887" y="2523129"/>
            <a:ext cx="1918741" cy="612648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Already NP-hard for three colors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88C4D4-AEEE-FF77-A24C-34613EBAD9A1}"/>
              </a:ext>
            </a:extLst>
          </p:cNvPr>
          <p:cNvGrpSpPr/>
          <p:nvPr/>
        </p:nvGrpSpPr>
        <p:grpSpPr>
          <a:xfrm>
            <a:off x="7022095" y="4825100"/>
            <a:ext cx="4984230" cy="1922875"/>
            <a:chOff x="6507804" y="2396097"/>
            <a:chExt cx="4984230" cy="2105237"/>
          </a:xfrm>
        </p:grpSpPr>
        <p:sp>
          <p:nvSpPr>
            <p:cNvPr id="12" name="Flowchart: Alternate Process 11">
              <a:extLst>
                <a:ext uri="{FF2B5EF4-FFF2-40B4-BE49-F238E27FC236}">
                  <a16:creationId xmlns:a16="http://schemas.microsoft.com/office/drawing/2014/main" id="{18C14A7A-F15E-0B28-AD9B-8C5DC1D25F9E}"/>
                </a:ext>
              </a:extLst>
            </p:cNvPr>
            <p:cNvSpPr/>
            <p:nvPr/>
          </p:nvSpPr>
          <p:spPr>
            <a:xfrm>
              <a:off x="6507804" y="2396097"/>
              <a:ext cx="4984230" cy="2105237"/>
            </a:xfrm>
            <a:prstGeom prst="flowChartAlternateProcess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6551993-621D-49CA-9841-0FF6E976C4D7}"/>
                    </a:ext>
                  </a:extLst>
                </p:cNvPr>
                <p:cNvSpPr txBox="1"/>
                <p:nvPr/>
              </p:nvSpPr>
              <p:spPr>
                <a:xfrm>
                  <a:off x="6753758" y="2578460"/>
                  <a:ext cx="4600042" cy="145225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Fair Correlation Clustering (Ahmadi et.al. 20)</a:t>
                  </a:r>
                </a:p>
                <a:p>
                  <a:pPr marL="285750" indent="-285750">
                    <a:lnSpc>
                      <a:spcPct val="150000"/>
                    </a:lnSpc>
                    <a:buFontTx/>
                    <a:buChar char="-"/>
                  </a:pP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en-US" dirty="0"/>
                    <a:t>- approx.  where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b="0" i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</m:oMath>
                  </a14:m>
                  <a:endParaRPr lang="en-US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6551993-621D-49CA-9841-0FF6E976C4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3758" y="2578460"/>
                  <a:ext cx="4600042" cy="1452251"/>
                </a:xfrm>
                <a:prstGeom prst="rect">
                  <a:avLst/>
                </a:prstGeom>
                <a:blipFill>
                  <a:blip r:embed="rId4"/>
                  <a:stretch>
                    <a:fillRect l="-1060" t="-2304" r="-1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50DF302-8DD9-18F4-2CEB-B9AE36560A5E}"/>
              </a:ext>
            </a:extLst>
          </p:cNvPr>
          <p:cNvGrpSpPr/>
          <p:nvPr/>
        </p:nvGrpSpPr>
        <p:grpSpPr>
          <a:xfrm>
            <a:off x="168559" y="4217025"/>
            <a:ext cx="6794371" cy="2530950"/>
            <a:chOff x="112911" y="4047779"/>
            <a:chExt cx="6794371" cy="253095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B3CBC76-BD2F-DD98-B925-DA4739B38EE0}"/>
                </a:ext>
              </a:extLst>
            </p:cNvPr>
            <p:cNvGrpSpPr/>
            <p:nvPr/>
          </p:nvGrpSpPr>
          <p:grpSpPr>
            <a:xfrm>
              <a:off x="112911" y="4047779"/>
              <a:ext cx="5879971" cy="2530950"/>
              <a:chOff x="112911" y="4047779"/>
              <a:chExt cx="5879971" cy="2530950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1075C8B-4063-3168-9614-291F3E738A3B}"/>
                  </a:ext>
                </a:extLst>
              </p:cNvPr>
              <p:cNvGrpSpPr/>
              <p:nvPr/>
            </p:nvGrpSpPr>
            <p:grpSpPr>
              <a:xfrm>
                <a:off x="757827" y="4655855"/>
                <a:ext cx="5235055" cy="1922874"/>
                <a:chOff x="6507804" y="2474786"/>
                <a:chExt cx="4984230" cy="1922874"/>
              </a:xfrm>
              <a:solidFill>
                <a:srgbClr val="CDE0F3"/>
              </a:solidFill>
            </p:grpSpPr>
            <p:sp>
              <p:nvSpPr>
                <p:cNvPr id="16" name="Flowchart: Alternate Process 15">
                  <a:extLst>
                    <a:ext uri="{FF2B5EF4-FFF2-40B4-BE49-F238E27FC236}">
                      <a16:creationId xmlns:a16="http://schemas.microsoft.com/office/drawing/2014/main" id="{E9096837-74ED-7670-29AC-BDCB984CB183}"/>
                    </a:ext>
                  </a:extLst>
                </p:cNvPr>
                <p:cNvSpPr/>
                <p:nvPr/>
              </p:nvSpPr>
              <p:spPr>
                <a:xfrm>
                  <a:off x="6507804" y="2474786"/>
                  <a:ext cx="4984230" cy="1922874"/>
                </a:xfrm>
                <a:prstGeom prst="flowChartAlternateProcess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A8DC5BC4-42CC-2C3D-E25E-FDA81EB6EE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53758" y="2578460"/>
                      <a:ext cx="4604725" cy="1711751"/>
                    </a:xfrm>
                    <a:prstGeom prst="rect">
                      <a:avLst/>
                    </a:prstGeom>
                    <a:grpFill/>
                  </p:spPr>
                  <p:txBody>
                    <a:bodyPr wrap="none" rtlCol="0">
                      <a:spAutoFit/>
                    </a:bodyPr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Fair Correlation Clustering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14:m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𝜒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3.81</m:t>
                                  </m:r>
                                </m:sup>
                              </m:sSup>
                            </m:e>
                          </m:d>
                        </m:oMath>
                      </a14:m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-approx.  in general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14:m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1.6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2.81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a14:m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-approx. in </a:t>
                      </a:r>
                      <a14:m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1:1:…:1 </m:t>
                          </m:r>
                        </m:oMath>
                      </a14:m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case</a:t>
                      </a: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14:m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𝜒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1.6</m:t>
                                  </m:r>
                                </m:sup>
                              </m:sSup>
                            </m:e>
                          </m:d>
                        </m:oMath>
                      </a14:m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-approx. when </a:t>
                      </a:r>
                      <a14:m>
                        <m:oMath xmlns:m="http://schemas.openxmlformats.org/officeDocument/2006/math"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oMath>
                      </a14:m>
                      <a:endParaRPr lang="en-US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A8DC5BC4-42CC-2C3D-E25E-FDA81EB6EEF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53758" y="2578460"/>
                      <a:ext cx="4604725" cy="1711751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1135" r="-252" b="-53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5" name="Arrow: Curved Down 24">
                <a:extLst>
                  <a:ext uri="{FF2B5EF4-FFF2-40B4-BE49-F238E27FC236}">
                    <a16:creationId xmlns:a16="http://schemas.microsoft.com/office/drawing/2014/main" id="{69884931-B829-F61C-D26C-CA8BE9688062}"/>
                  </a:ext>
                </a:extLst>
              </p:cNvPr>
              <p:cNvSpPr/>
              <p:nvPr/>
            </p:nvSpPr>
            <p:spPr>
              <a:xfrm rot="5400000" flipV="1">
                <a:off x="-242843" y="4403533"/>
                <a:ext cx="1216152" cy="504644"/>
              </a:xfrm>
              <a:prstGeom prst="curved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" name="Not Equal 26">
              <a:extLst>
                <a:ext uri="{FF2B5EF4-FFF2-40B4-BE49-F238E27FC236}">
                  <a16:creationId xmlns:a16="http://schemas.microsoft.com/office/drawing/2014/main" id="{7FF32099-8574-D1B4-05A5-5AEE90B536FB}"/>
                </a:ext>
              </a:extLst>
            </p:cNvPr>
            <p:cNvSpPr/>
            <p:nvPr/>
          </p:nvSpPr>
          <p:spPr>
            <a:xfrm>
              <a:off x="5992882" y="5074903"/>
              <a:ext cx="914400" cy="914400"/>
            </a:xfrm>
            <a:prstGeom prst="mathNotEqual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65BAD3C8-8AAC-7973-F692-4338FD93FDF0}"/>
              </a:ext>
            </a:extLst>
          </p:cNvPr>
          <p:cNvSpPr/>
          <p:nvPr/>
        </p:nvSpPr>
        <p:spPr>
          <a:xfrm>
            <a:off x="168558" y="1843789"/>
            <a:ext cx="11164005" cy="287386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B3D84D-5DB6-27A6-723F-3B9B80BE174A}"/>
              </a:ext>
            </a:extLst>
          </p:cNvPr>
          <p:cNvSpPr/>
          <p:nvPr/>
        </p:nvSpPr>
        <p:spPr>
          <a:xfrm>
            <a:off x="1071807" y="5370161"/>
            <a:ext cx="4744128" cy="505853"/>
          </a:xfrm>
          <a:prstGeom prst="rect">
            <a:avLst/>
          </a:prstGeom>
          <a:solidFill>
            <a:srgbClr val="CDE0F3">
              <a:alpha val="80000"/>
            </a:srgbClr>
          </a:solidFill>
          <a:ln>
            <a:solidFill>
              <a:srgbClr val="CDE0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905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B7DD1-40D9-4B0A-00EA-AACCEC11E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F5E3-9F04-3EB0-05A7-B384AB208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135591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Improved Fair Cons. </a:t>
            </a:r>
            <a:r>
              <a:rPr lang="en-US" dirty="0" err="1">
                <a:solidFill>
                  <a:schemeClr val="bg1"/>
                </a:solidFill>
              </a:rPr>
              <a:t>Cls</a:t>
            </a:r>
            <a:r>
              <a:rPr lang="en-US" dirty="0">
                <a:solidFill>
                  <a:schemeClr val="bg1"/>
                </a:solidFill>
              </a:rPr>
              <a:t>. &amp; Streaming (AAMAS 26)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1BFAC178-2100-3596-4DFE-1A65E070F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2307" y="1968460"/>
            <a:ext cx="4567004" cy="648634"/>
          </a:xfrm>
        </p:spPr>
        <p:txBody>
          <a:bodyPr/>
          <a:lstStyle/>
          <a:p>
            <a:r>
              <a:rPr lang="en-US" dirty="0"/>
              <a:t>Fair Consensus Clustering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DBA3D6D7-2BC3-DA50-B61E-32F539E60C32}"/>
              </a:ext>
            </a:extLst>
          </p:cNvPr>
          <p:cNvSpPr txBox="1">
            <a:spLocks/>
          </p:cNvSpPr>
          <p:nvPr/>
        </p:nvSpPr>
        <p:spPr>
          <a:xfrm>
            <a:off x="102432" y="1968460"/>
            <a:ext cx="3884951" cy="6486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Closest Fair Clustering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A41CE5-5722-1677-211C-B78D84CC9EFB}"/>
              </a:ext>
            </a:extLst>
          </p:cNvPr>
          <p:cNvGrpSpPr/>
          <p:nvPr/>
        </p:nvGrpSpPr>
        <p:grpSpPr>
          <a:xfrm>
            <a:off x="747243" y="2472264"/>
            <a:ext cx="2475407" cy="432191"/>
            <a:chOff x="5761688" y="3944937"/>
            <a:chExt cx="2475407" cy="432191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2CD67DA-66AE-EC03-B1D6-04094D0DAEE9}"/>
                </a:ext>
              </a:extLst>
            </p:cNvPr>
            <p:cNvSpPr/>
            <p:nvPr/>
          </p:nvSpPr>
          <p:spPr>
            <a:xfrm>
              <a:off x="5761688" y="3944937"/>
              <a:ext cx="2475407" cy="432191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4AEC52F-2C31-B7EF-3F4D-999D650D0FD4}"/>
                    </a:ext>
                  </a:extLst>
                </p:cNvPr>
                <p:cNvSpPr txBox="1"/>
                <p:nvPr/>
              </p:nvSpPr>
              <p:spPr>
                <a:xfrm>
                  <a:off x="6076061" y="3976335"/>
                  <a:ext cx="1202702" cy="369332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en-US" dirty="0"/>
                    <a:t>-approx. </a:t>
                  </a: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4AEC52F-2C31-B7EF-3F4D-999D650D0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6061" y="3976335"/>
                  <a:ext cx="1202702" cy="369332"/>
                </a:xfrm>
                <a:prstGeom prst="rect">
                  <a:avLst/>
                </a:prstGeom>
                <a:blipFill>
                  <a:blip r:embed="rId2"/>
                  <a:stretch>
                    <a:fillRect t="-8333" r="-4061" b="-2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C2ED81E-7A4E-C342-F322-4751D3225DC7}"/>
              </a:ext>
            </a:extLst>
          </p:cNvPr>
          <p:cNvGrpSpPr/>
          <p:nvPr/>
        </p:nvGrpSpPr>
        <p:grpSpPr>
          <a:xfrm>
            <a:off x="3987383" y="2200501"/>
            <a:ext cx="4484950" cy="764766"/>
            <a:chOff x="5139567" y="2134725"/>
            <a:chExt cx="4484950" cy="764766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198AF09-BF19-4D17-DE0A-58164772857B}"/>
                </a:ext>
              </a:extLst>
            </p:cNvPr>
            <p:cNvGrpSpPr/>
            <p:nvPr/>
          </p:nvGrpSpPr>
          <p:grpSpPr>
            <a:xfrm>
              <a:off x="6860791" y="2418108"/>
              <a:ext cx="2763726" cy="451854"/>
              <a:chOff x="3827546" y="1794221"/>
              <a:chExt cx="2763726" cy="480494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98E6E0D3-A324-2EAE-A08C-637270BECCCD}"/>
                  </a:ext>
                </a:extLst>
              </p:cNvPr>
              <p:cNvSpPr/>
              <p:nvPr/>
            </p:nvSpPr>
            <p:spPr>
              <a:xfrm>
                <a:off x="3827546" y="1794221"/>
                <a:ext cx="2393577" cy="480493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39DBCA26-1DAB-7AAE-A026-6496818C5C12}"/>
                      </a:ext>
                    </a:extLst>
                  </p:cNvPr>
                  <p:cNvSpPr txBox="1"/>
                  <p:nvPr/>
                </p:nvSpPr>
                <p:spPr>
                  <a:xfrm>
                    <a:off x="4021054" y="1881973"/>
                    <a:ext cx="2570218" cy="39274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2+</m:t>
                            </m:r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a14:m>
                    <a:r>
                      <a:rPr lang="en-US" dirty="0"/>
                      <a:t>-approx. </a:t>
                    </a:r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39DBCA26-1DAB-7AAE-A026-6496818C5C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21054" y="1881973"/>
                    <a:ext cx="2570218" cy="39274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8197" b="-262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Arrow: Down 38">
              <a:extLst>
                <a:ext uri="{FF2B5EF4-FFF2-40B4-BE49-F238E27FC236}">
                  <a16:creationId xmlns:a16="http://schemas.microsoft.com/office/drawing/2014/main" id="{3F877DD5-43D3-587A-7D1B-5039BABABA98}"/>
                </a:ext>
              </a:extLst>
            </p:cNvPr>
            <p:cNvSpPr/>
            <p:nvPr/>
          </p:nvSpPr>
          <p:spPr>
            <a:xfrm rot="16200000">
              <a:off x="5425441" y="2167971"/>
              <a:ext cx="484632" cy="978408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B22C147-5E1C-D232-2C21-6775142C173E}"/>
                </a:ext>
              </a:extLst>
            </p:cNvPr>
            <p:cNvSpPr txBox="1"/>
            <p:nvPr/>
          </p:nvSpPr>
          <p:spPr>
            <a:xfrm>
              <a:off x="5139567" y="2134725"/>
              <a:ext cx="1017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COLT 25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3290A05-F475-FBF7-AD2C-78B04ED5D9C8}"/>
              </a:ext>
            </a:extLst>
          </p:cNvPr>
          <p:cNvGrpSpPr/>
          <p:nvPr/>
        </p:nvGrpSpPr>
        <p:grpSpPr>
          <a:xfrm>
            <a:off x="3974937" y="3162048"/>
            <a:ext cx="4127247" cy="764766"/>
            <a:chOff x="5442891" y="2147184"/>
            <a:chExt cx="4127247" cy="764766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4CF1AEB-18CD-9806-2A52-C3A53C23ED85}"/>
                </a:ext>
              </a:extLst>
            </p:cNvPr>
            <p:cNvGrpSpPr/>
            <p:nvPr/>
          </p:nvGrpSpPr>
          <p:grpSpPr>
            <a:xfrm>
              <a:off x="7176561" y="2411032"/>
              <a:ext cx="2393577" cy="451853"/>
              <a:chOff x="4143316" y="1786697"/>
              <a:chExt cx="2393577" cy="480493"/>
            </a:xfrm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4551FD88-404B-A6B2-1F62-1A600C93F8AA}"/>
                  </a:ext>
                </a:extLst>
              </p:cNvPr>
              <p:cNvSpPr/>
              <p:nvPr/>
            </p:nvSpPr>
            <p:spPr>
              <a:xfrm>
                <a:off x="4143316" y="1786697"/>
                <a:ext cx="2393577" cy="480493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5F689395-A20D-BD32-DF81-8B3263B40915}"/>
                      </a:ext>
                    </a:extLst>
                  </p:cNvPr>
                  <p:cNvSpPr txBox="1"/>
                  <p:nvPr/>
                </p:nvSpPr>
                <p:spPr>
                  <a:xfrm>
                    <a:off x="4232393" y="1826906"/>
                    <a:ext cx="2296078" cy="41790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𝟗𝟐</m:t>
                            </m:r>
                            <m: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a14:m>
                    <a:r>
                      <a:rPr lang="en-US" dirty="0"/>
                      <a:t>-approx. </a:t>
                    </a:r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5F689395-A20D-BD32-DF81-8B3263B409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32393" y="1826906"/>
                    <a:ext cx="2296078" cy="41790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326" b="-246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8" name="Arrow: Down 47">
              <a:extLst>
                <a:ext uri="{FF2B5EF4-FFF2-40B4-BE49-F238E27FC236}">
                  <a16:creationId xmlns:a16="http://schemas.microsoft.com/office/drawing/2014/main" id="{56032B7D-AED7-D86C-A559-B5257AD72DB3}"/>
                </a:ext>
              </a:extLst>
            </p:cNvPr>
            <p:cNvSpPr/>
            <p:nvPr/>
          </p:nvSpPr>
          <p:spPr>
            <a:xfrm rot="16200000">
              <a:off x="5728765" y="2180430"/>
              <a:ext cx="484632" cy="978408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3CEA5C8-4B9B-C189-EA8F-E9F15A9CA236}"/>
                </a:ext>
              </a:extLst>
            </p:cNvPr>
            <p:cNvSpPr txBox="1"/>
            <p:nvPr/>
          </p:nvSpPr>
          <p:spPr>
            <a:xfrm>
              <a:off x="5442891" y="2147184"/>
              <a:ext cx="11991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AAMAS 26</a:t>
              </a:r>
            </a:p>
          </p:txBody>
        </p:sp>
      </p:grpSp>
      <p:sp>
        <p:nvSpPr>
          <p:cNvPr id="54" name="Content Placeholder 3">
            <a:extLst>
              <a:ext uri="{FF2B5EF4-FFF2-40B4-BE49-F238E27FC236}">
                <a16:creationId xmlns:a16="http://schemas.microsoft.com/office/drawing/2014/main" id="{8A1790F0-E0DB-EE7E-46C7-CACE35619D4D}"/>
              </a:ext>
            </a:extLst>
          </p:cNvPr>
          <p:cNvSpPr txBox="1">
            <a:spLocks/>
          </p:cNvSpPr>
          <p:nvPr/>
        </p:nvSpPr>
        <p:spPr>
          <a:xfrm>
            <a:off x="9700087" y="1945073"/>
            <a:ext cx="2102820" cy="648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Streaming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A874FBB-B144-1DD9-B623-53F2F0BF6424}"/>
              </a:ext>
            </a:extLst>
          </p:cNvPr>
          <p:cNvGrpSpPr/>
          <p:nvPr/>
        </p:nvGrpSpPr>
        <p:grpSpPr>
          <a:xfrm>
            <a:off x="8348832" y="3129553"/>
            <a:ext cx="3684718" cy="764766"/>
            <a:chOff x="5442891" y="2147184"/>
            <a:chExt cx="3684718" cy="764766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A6EE1E6-A482-0CCE-A573-21332E054A03}"/>
                </a:ext>
              </a:extLst>
            </p:cNvPr>
            <p:cNvGrpSpPr/>
            <p:nvPr/>
          </p:nvGrpSpPr>
          <p:grpSpPr>
            <a:xfrm>
              <a:off x="6627443" y="2417952"/>
              <a:ext cx="2500166" cy="451853"/>
              <a:chOff x="3594198" y="1794056"/>
              <a:chExt cx="2500166" cy="480493"/>
            </a:xfrm>
          </p:grpSpPr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7C1F33A3-B78C-0296-A40D-99E62DBE82F0}"/>
                  </a:ext>
                </a:extLst>
              </p:cNvPr>
              <p:cNvSpPr/>
              <p:nvPr/>
            </p:nvSpPr>
            <p:spPr>
              <a:xfrm>
                <a:off x="3594198" y="1794056"/>
                <a:ext cx="2441517" cy="480493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E4EC56B7-06DF-90D1-D2E3-7ECEF384D191}"/>
                      </a:ext>
                    </a:extLst>
                  </p:cNvPr>
                  <p:cNvSpPr txBox="1"/>
                  <p:nvPr/>
                </p:nvSpPr>
                <p:spPr>
                  <a:xfrm>
                    <a:off x="3644398" y="1811794"/>
                    <a:ext cx="2449966" cy="41790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𝟗𝟗𝟓</m:t>
                            </m:r>
                            <m: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a14:m>
                    <a:r>
                      <a:rPr lang="en-US" dirty="0"/>
                      <a:t>-approx. </a:t>
                    </a:r>
                  </a:p>
                </p:txBody>
              </p:sp>
            </mc:Choice>
            <mc:Fallback xmlns="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E4EC56B7-06DF-90D1-D2E3-7ECEF384D1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44398" y="1811794"/>
                    <a:ext cx="2449966" cy="41790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1563" r="-1244" b="-2656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1" name="Arrow: Down 60">
              <a:extLst>
                <a:ext uri="{FF2B5EF4-FFF2-40B4-BE49-F238E27FC236}">
                  <a16:creationId xmlns:a16="http://schemas.microsoft.com/office/drawing/2014/main" id="{3114D690-D0B3-4E91-E1D7-99E4C22C639B}"/>
                </a:ext>
              </a:extLst>
            </p:cNvPr>
            <p:cNvSpPr/>
            <p:nvPr/>
          </p:nvSpPr>
          <p:spPr>
            <a:xfrm rot="16200000">
              <a:off x="5817951" y="2269616"/>
              <a:ext cx="484632" cy="800036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4598E9E-45BE-5B45-D5BA-6E19AC8E6B61}"/>
                </a:ext>
              </a:extLst>
            </p:cNvPr>
            <p:cNvSpPr txBox="1"/>
            <p:nvPr/>
          </p:nvSpPr>
          <p:spPr>
            <a:xfrm>
              <a:off x="5442891" y="2147184"/>
              <a:ext cx="11991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AAMAS 26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BDE6388-0286-E616-B19B-A8AB75F853E7}"/>
              </a:ext>
            </a:extLst>
          </p:cNvPr>
          <p:cNvGrpSpPr/>
          <p:nvPr/>
        </p:nvGrpSpPr>
        <p:grpSpPr>
          <a:xfrm>
            <a:off x="3972292" y="4545002"/>
            <a:ext cx="4127247" cy="764766"/>
            <a:chOff x="5442891" y="2147184"/>
            <a:chExt cx="4127247" cy="764766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40030212-5AAE-1283-7C56-62008E8201AB}"/>
                </a:ext>
              </a:extLst>
            </p:cNvPr>
            <p:cNvGrpSpPr/>
            <p:nvPr/>
          </p:nvGrpSpPr>
          <p:grpSpPr>
            <a:xfrm>
              <a:off x="7176561" y="2411032"/>
              <a:ext cx="2393577" cy="451853"/>
              <a:chOff x="4143316" y="1786697"/>
              <a:chExt cx="2393577" cy="480493"/>
            </a:xfrm>
          </p:grpSpPr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E417197E-64E9-9654-9D65-1976E396803F}"/>
                  </a:ext>
                </a:extLst>
              </p:cNvPr>
              <p:cNvSpPr/>
              <p:nvPr/>
            </p:nvSpPr>
            <p:spPr>
              <a:xfrm>
                <a:off x="4143316" y="1786697"/>
                <a:ext cx="2393577" cy="480493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87053CA8-9B6F-CF8A-C864-6861BB0D50F0}"/>
                      </a:ext>
                    </a:extLst>
                  </p:cNvPr>
                  <p:cNvSpPr txBox="1"/>
                  <p:nvPr/>
                </p:nvSpPr>
                <p:spPr>
                  <a:xfrm>
                    <a:off x="4235038" y="1819057"/>
                    <a:ext cx="2296078" cy="41790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𝟗𝟐</m:t>
                            </m:r>
                            <m: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a14:m>
                    <a:r>
                      <a:rPr lang="en-US" dirty="0"/>
                      <a:t>-approx. </a:t>
                    </a:r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87053CA8-9B6F-CF8A-C864-6861BB0D50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35038" y="1819057"/>
                    <a:ext cx="2296078" cy="41790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563" r="-1326" b="-2656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7" name="Arrow: Down 66">
              <a:extLst>
                <a:ext uri="{FF2B5EF4-FFF2-40B4-BE49-F238E27FC236}">
                  <a16:creationId xmlns:a16="http://schemas.microsoft.com/office/drawing/2014/main" id="{0539CC86-DEB6-DDE3-8E08-969DFE74C691}"/>
                </a:ext>
              </a:extLst>
            </p:cNvPr>
            <p:cNvSpPr/>
            <p:nvPr/>
          </p:nvSpPr>
          <p:spPr>
            <a:xfrm rot="16200000">
              <a:off x="5728765" y="2180430"/>
              <a:ext cx="484632" cy="978408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82BDC17-2665-2C12-8471-0F7B58E4A4A1}"/>
                </a:ext>
              </a:extLst>
            </p:cNvPr>
            <p:cNvSpPr txBox="1"/>
            <p:nvPr/>
          </p:nvSpPr>
          <p:spPr>
            <a:xfrm>
              <a:off x="5442891" y="2147184"/>
              <a:ext cx="11991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AAMAS 26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5EF1A20-E604-2740-45EE-C64DDFB5F654}"/>
              </a:ext>
            </a:extLst>
          </p:cNvPr>
          <p:cNvGrpSpPr/>
          <p:nvPr/>
        </p:nvGrpSpPr>
        <p:grpSpPr>
          <a:xfrm>
            <a:off x="8346187" y="4512507"/>
            <a:ext cx="3655976" cy="1168765"/>
            <a:chOff x="5442891" y="2147184"/>
            <a:chExt cx="3655976" cy="1168765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B4852E0F-0F19-45DD-2EF1-4A3D3AB6C9C7}"/>
                </a:ext>
              </a:extLst>
            </p:cNvPr>
            <p:cNvGrpSpPr/>
            <p:nvPr/>
          </p:nvGrpSpPr>
          <p:grpSpPr>
            <a:xfrm>
              <a:off x="6627443" y="2417952"/>
              <a:ext cx="2471424" cy="897997"/>
              <a:chOff x="3594198" y="1794056"/>
              <a:chExt cx="2471424" cy="954915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52DDC1BF-F523-0773-34D9-53CBAD375EDD}"/>
                  </a:ext>
                </a:extLst>
              </p:cNvPr>
              <p:cNvSpPr/>
              <p:nvPr/>
            </p:nvSpPr>
            <p:spPr>
              <a:xfrm>
                <a:off x="3594198" y="1794056"/>
                <a:ext cx="2441517" cy="954915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A235D2A1-2CE2-82CF-8B01-D40508E94347}"/>
                      </a:ext>
                    </a:extLst>
                  </p:cNvPr>
                  <p:cNvSpPr txBox="1"/>
                  <p:nvPr/>
                </p:nvSpPr>
                <p:spPr>
                  <a:xfrm>
                    <a:off x="3780038" y="1912746"/>
                    <a:ext cx="2285584" cy="6872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1.99951</m:t>
                            </m:r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+1.0151</m:t>
                            </m:r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a14:m>
                    <a:r>
                      <a:rPr lang="en-US" dirty="0"/>
                      <a:t> -approx. </a:t>
                    </a:r>
                  </a:p>
                </p:txBody>
              </p:sp>
            </mc:Choice>
            <mc:Fallback xmlns="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A235D2A1-2CE2-82CF-8B01-D40508E943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0038" y="1912746"/>
                    <a:ext cx="2285584" cy="68729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400" b="-150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3" name="Arrow: Down 72">
              <a:extLst>
                <a:ext uri="{FF2B5EF4-FFF2-40B4-BE49-F238E27FC236}">
                  <a16:creationId xmlns:a16="http://schemas.microsoft.com/office/drawing/2014/main" id="{AC31CAD6-76FC-4877-F788-7D360253BECE}"/>
                </a:ext>
              </a:extLst>
            </p:cNvPr>
            <p:cNvSpPr/>
            <p:nvPr/>
          </p:nvSpPr>
          <p:spPr>
            <a:xfrm rot="16200000">
              <a:off x="5817951" y="2269616"/>
              <a:ext cx="484632" cy="800036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7500B62-BB06-A199-D664-1ACC9C59DA6A}"/>
                </a:ext>
              </a:extLst>
            </p:cNvPr>
            <p:cNvSpPr txBox="1"/>
            <p:nvPr/>
          </p:nvSpPr>
          <p:spPr>
            <a:xfrm>
              <a:off x="5442891" y="2147184"/>
              <a:ext cx="11991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AAMAS 26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9BAC2BB-C39F-01C1-157C-515ED24A76D9}"/>
                  </a:ext>
                </a:extLst>
              </p:cNvPr>
              <p:cNvSpPr txBox="1"/>
              <p:nvPr/>
            </p:nvSpPr>
            <p:spPr>
              <a:xfrm>
                <a:off x="2771109" y="3467156"/>
                <a:ext cx="11448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-median</a:t>
                </a: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9BAC2BB-C39F-01C1-157C-515ED24A7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109" y="3467156"/>
                <a:ext cx="1144865" cy="369332"/>
              </a:xfrm>
              <a:prstGeom prst="rect">
                <a:avLst/>
              </a:prstGeom>
              <a:blipFill>
                <a:blip r:embed="rId8"/>
                <a:stretch>
                  <a:fillRect t="-8333" r="-4278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0E92E92-12F8-5FA1-FB21-4518DD390FAD}"/>
                  </a:ext>
                </a:extLst>
              </p:cNvPr>
              <p:cNvSpPr txBox="1"/>
              <p:nvPr/>
            </p:nvSpPr>
            <p:spPr>
              <a:xfrm>
                <a:off x="2827427" y="4870890"/>
                <a:ext cx="11499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-median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0E92E92-12F8-5FA1-FB21-4518DD390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427" y="4870890"/>
                <a:ext cx="1149995" cy="369332"/>
              </a:xfrm>
              <a:prstGeom prst="rect">
                <a:avLst/>
              </a:prstGeom>
              <a:blipFill>
                <a:blip r:embed="rId9"/>
                <a:stretch>
                  <a:fillRect t="-6557" r="-4255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8488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77" grpId="0"/>
      <p:bldP spid="7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80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B5897-44B5-D6C5-9986-D00176885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1CDC2-C485-6EF3-31AB-4E668EA24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074" y="345137"/>
            <a:ext cx="11760926" cy="72026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Rank aggregation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E3D9560-4338-5E22-B9E9-B6ACACF73D5C}"/>
              </a:ext>
            </a:extLst>
          </p:cNvPr>
          <p:cNvGrpSpPr/>
          <p:nvPr/>
        </p:nvGrpSpPr>
        <p:grpSpPr>
          <a:xfrm>
            <a:off x="7182688" y="2515016"/>
            <a:ext cx="2329759" cy="409796"/>
            <a:chOff x="4138308" y="3861607"/>
            <a:chExt cx="2329759" cy="409796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8B2D73B9-53EB-9385-1BE0-C1D3571000B0}"/>
                </a:ext>
              </a:extLst>
            </p:cNvPr>
            <p:cNvSpPr/>
            <p:nvPr/>
          </p:nvSpPr>
          <p:spPr>
            <a:xfrm>
              <a:off x="4607732" y="3872532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?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85B9CB39-61FB-E085-6A0D-0B7A226693B3}"/>
                </a:ext>
              </a:extLst>
            </p:cNvPr>
            <p:cNvSpPr/>
            <p:nvPr/>
          </p:nvSpPr>
          <p:spPr>
            <a:xfrm>
              <a:off x="4979799" y="3872532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?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97BE5B1C-B2EC-2060-3D08-B2E5AD58C006}"/>
                </a:ext>
              </a:extLst>
            </p:cNvPr>
            <p:cNvSpPr/>
            <p:nvPr/>
          </p:nvSpPr>
          <p:spPr>
            <a:xfrm>
              <a:off x="5351866" y="3872533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?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F8AAF1B-B8B4-4DB0-FEAF-4E6424CD1E41}"/>
                </a:ext>
              </a:extLst>
            </p:cNvPr>
            <p:cNvSpPr/>
            <p:nvPr/>
          </p:nvSpPr>
          <p:spPr>
            <a:xfrm>
              <a:off x="5723933" y="3874111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?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7209870B-4888-7BA3-D523-9AAE854B9754}"/>
                </a:ext>
              </a:extLst>
            </p:cNvPr>
            <p:cNvSpPr/>
            <p:nvPr/>
          </p:nvSpPr>
          <p:spPr>
            <a:xfrm>
              <a:off x="6096000" y="3874112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B4DC3F6F-A443-AE90-6481-8BB3A1391CF3}"/>
                    </a:ext>
                  </a:extLst>
                </p:cNvPr>
                <p:cNvSpPr txBox="1"/>
                <p:nvPr/>
              </p:nvSpPr>
              <p:spPr>
                <a:xfrm>
                  <a:off x="4138308" y="3861607"/>
                  <a:ext cx="4715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B4DC3F6F-A443-AE90-6481-8BB3A1391C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8308" y="3861607"/>
                  <a:ext cx="471539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57">
            <a:extLst>
              <a:ext uri="{FF2B5EF4-FFF2-40B4-BE49-F238E27FC236}">
                <a16:creationId xmlns:a16="http://schemas.microsoft.com/office/drawing/2014/main" id="{3AB978A6-0B26-25C5-FDDA-8388CA9BEEF3}"/>
              </a:ext>
            </a:extLst>
          </p:cNvPr>
          <p:cNvGrpSpPr/>
          <p:nvPr/>
        </p:nvGrpSpPr>
        <p:grpSpPr>
          <a:xfrm>
            <a:off x="1269929" y="2130639"/>
            <a:ext cx="2338471" cy="3207793"/>
            <a:chOff x="592115" y="2530178"/>
            <a:chExt cx="2338471" cy="3207793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2BA820CA-0F39-0F51-ECB5-4573A4DBBDC8}"/>
                </a:ext>
              </a:extLst>
            </p:cNvPr>
            <p:cNvSpPr/>
            <p:nvPr/>
          </p:nvSpPr>
          <p:spPr>
            <a:xfrm>
              <a:off x="1061539" y="254110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64BF769F-34C1-948A-FF4A-B8F11B6D420E}"/>
                </a:ext>
              </a:extLst>
            </p:cNvPr>
            <p:cNvSpPr/>
            <p:nvPr/>
          </p:nvSpPr>
          <p:spPr>
            <a:xfrm>
              <a:off x="1433606" y="254110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C2039B67-298C-A063-0249-A74A28C34EE8}"/>
                </a:ext>
              </a:extLst>
            </p:cNvPr>
            <p:cNvSpPr/>
            <p:nvPr/>
          </p:nvSpPr>
          <p:spPr>
            <a:xfrm>
              <a:off x="1805673" y="254110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FDD3404F-D119-2655-D05A-62E0D05724A3}"/>
                </a:ext>
              </a:extLst>
            </p:cNvPr>
            <p:cNvSpPr/>
            <p:nvPr/>
          </p:nvSpPr>
          <p:spPr>
            <a:xfrm>
              <a:off x="2177740" y="2542682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21" name="Rectangle 7">
              <a:extLst>
                <a:ext uri="{FF2B5EF4-FFF2-40B4-BE49-F238E27FC236}">
                  <a16:creationId xmlns:a16="http://schemas.microsoft.com/office/drawing/2014/main" id="{097A7A05-E662-4725-EE41-F61A4A41DB46}"/>
                </a:ext>
              </a:extLst>
            </p:cNvPr>
            <p:cNvSpPr/>
            <p:nvPr/>
          </p:nvSpPr>
          <p:spPr>
            <a:xfrm>
              <a:off x="2549807" y="254268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8">
                  <a:extLst>
                    <a:ext uri="{FF2B5EF4-FFF2-40B4-BE49-F238E27FC236}">
                      <a16:creationId xmlns:a16="http://schemas.microsoft.com/office/drawing/2014/main" id="{8BFD891C-BB09-E645-7AA7-D9230C5BF90C}"/>
                    </a:ext>
                  </a:extLst>
                </p:cNvPr>
                <p:cNvSpPr txBox="1"/>
                <p:nvPr/>
              </p:nvSpPr>
              <p:spPr>
                <a:xfrm>
                  <a:off x="592115" y="2530178"/>
                  <a:ext cx="469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8">
                  <a:extLst>
                    <a:ext uri="{FF2B5EF4-FFF2-40B4-BE49-F238E27FC236}">
                      <a16:creationId xmlns:a16="http://schemas.microsoft.com/office/drawing/2014/main" id="{8BFD891C-BB09-E645-7AA7-D9230C5BF9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15" y="2530178"/>
                  <a:ext cx="46942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362013DC-F807-61BE-2F7E-C505191F555C}"/>
                </a:ext>
              </a:extLst>
            </p:cNvPr>
            <p:cNvSpPr/>
            <p:nvPr/>
          </p:nvSpPr>
          <p:spPr>
            <a:xfrm>
              <a:off x="1061539" y="321708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13F97A94-F473-F081-E16C-47B88B1FAE34}"/>
                </a:ext>
              </a:extLst>
            </p:cNvPr>
            <p:cNvSpPr/>
            <p:nvPr/>
          </p:nvSpPr>
          <p:spPr>
            <a:xfrm>
              <a:off x="1433606" y="321708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00D4384A-8050-1514-0BB4-680F7082F474}"/>
                </a:ext>
              </a:extLst>
            </p:cNvPr>
            <p:cNvSpPr/>
            <p:nvPr/>
          </p:nvSpPr>
          <p:spPr>
            <a:xfrm>
              <a:off x="1805673" y="3217086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35" name="Rectangle 12">
              <a:extLst>
                <a:ext uri="{FF2B5EF4-FFF2-40B4-BE49-F238E27FC236}">
                  <a16:creationId xmlns:a16="http://schemas.microsoft.com/office/drawing/2014/main" id="{FF78F1F2-E6BE-826A-CC80-5984BFE36DDD}"/>
                </a:ext>
              </a:extLst>
            </p:cNvPr>
            <p:cNvSpPr/>
            <p:nvPr/>
          </p:nvSpPr>
          <p:spPr>
            <a:xfrm>
              <a:off x="2177740" y="321866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36" name="Rectangle 13">
              <a:extLst>
                <a:ext uri="{FF2B5EF4-FFF2-40B4-BE49-F238E27FC236}">
                  <a16:creationId xmlns:a16="http://schemas.microsoft.com/office/drawing/2014/main" id="{184C7CB2-2239-0504-4B2F-CEBA987F3422}"/>
                </a:ext>
              </a:extLst>
            </p:cNvPr>
            <p:cNvSpPr/>
            <p:nvPr/>
          </p:nvSpPr>
          <p:spPr>
            <a:xfrm>
              <a:off x="2549807" y="321866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14">
                  <a:extLst>
                    <a:ext uri="{FF2B5EF4-FFF2-40B4-BE49-F238E27FC236}">
                      <a16:creationId xmlns:a16="http://schemas.microsoft.com/office/drawing/2014/main" id="{2C9CF7FF-6B0C-3F2F-95E1-6A431235BCD5}"/>
                    </a:ext>
                  </a:extLst>
                </p:cNvPr>
                <p:cNvSpPr txBox="1"/>
                <p:nvPr/>
              </p:nvSpPr>
              <p:spPr>
                <a:xfrm>
                  <a:off x="592115" y="3206160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14">
                  <a:extLst>
                    <a:ext uri="{FF2B5EF4-FFF2-40B4-BE49-F238E27FC236}">
                      <a16:creationId xmlns:a16="http://schemas.microsoft.com/office/drawing/2014/main" id="{2C9CF7FF-6B0C-3F2F-95E1-6A431235BC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15" y="3206160"/>
                  <a:ext cx="47474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Rectangle 15">
              <a:extLst>
                <a:ext uri="{FF2B5EF4-FFF2-40B4-BE49-F238E27FC236}">
                  <a16:creationId xmlns:a16="http://schemas.microsoft.com/office/drawing/2014/main" id="{29A72BF2-217A-51B5-2C12-9C73006E27EA}"/>
                </a:ext>
              </a:extLst>
            </p:cNvPr>
            <p:cNvSpPr/>
            <p:nvPr/>
          </p:nvSpPr>
          <p:spPr>
            <a:xfrm>
              <a:off x="1061539" y="3918192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39" name="Rectangle 16">
              <a:extLst>
                <a:ext uri="{FF2B5EF4-FFF2-40B4-BE49-F238E27FC236}">
                  <a16:creationId xmlns:a16="http://schemas.microsoft.com/office/drawing/2014/main" id="{ACD91299-9DE0-8054-F4F7-CC70F6E161E5}"/>
                </a:ext>
              </a:extLst>
            </p:cNvPr>
            <p:cNvSpPr/>
            <p:nvPr/>
          </p:nvSpPr>
          <p:spPr>
            <a:xfrm>
              <a:off x="1433606" y="3918192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3</a:t>
              </a:r>
            </a:p>
          </p:txBody>
        </p:sp>
        <p:sp>
          <p:nvSpPr>
            <p:cNvPr id="40" name="Rectangle 17">
              <a:extLst>
                <a:ext uri="{FF2B5EF4-FFF2-40B4-BE49-F238E27FC236}">
                  <a16:creationId xmlns:a16="http://schemas.microsoft.com/office/drawing/2014/main" id="{E01BBBF8-0D2E-9CEA-5887-7634AB536287}"/>
                </a:ext>
              </a:extLst>
            </p:cNvPr>
            <p:cNvSpPr/>
            <p:nvPr/>
          </p:nvSpPr>
          <p:spPr>
            <a:xfrm>
              <a:off x="1805673" y="3918193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41" name="Rectangle 18">
              <a:extLst>
                <a:ext uri="{FF2B5EF4-FFF2-40B4-BE49-F238E27FC236}">
                  <a16:creationId xmlns:a16="http://schemas.microsoft.com/office/drawing/2014/main" id="{076482E1-F587-6867-F489-D56BCA2F0F1E}"/>
                </a:ext>
              </a:extLst>
            </p:cNvPr>
            <p:cNvSpPr/>
            <p:nvPr/>
          </p:nvSpPr>
          <p:spPr>
            <a:xfrm>
              <a:off x="2177740" y="3919771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42" name="Rectangle 19">
              <a:extLst>
                <a:ext uri="{FF2B5EF4-FFF2-40B4-BE49-F238E27FC236}">
                  <a16:creationId xmlns:a16="http://schemas.microsoft.com/office/drawing/2014/main" id="{77CE125A-1D36-EBE6-515E-3797C346EDB7}"/>
                </a:ext>
              </a:extLst>
            </p:cNvPr>
            <p:cNvSpPr/>
            <p:nvPr/>
          </p:nvSpPr>
          <p:spPr>
            <a:xfrm>
              <a:off x="2549807" y="3919772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4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20">
                  <a:extLst>
                    <a:ext uri="{FF2B5EF4-FFF2-40B4-BE49-F238E27FC236}">
                      <a16:creationId xmlns:a16="http://schemas.microsoft.com/office/drawing/2014/main" id="{6E3317A6-616E-93C9-01F7-7D85DFF5A758}"/>
                    </a:ext>
                  </a:extLst>
                </p:cNvPr>
                <p:cNvSpPr txBox="1"/>
                <p:nvPr/>
              </p:nvSpPr>
              <p:spPr>
                <a:xfrm>
                  <a:off x="592115" y="3907267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20">
                  <a:extLst>
                    <a:ext uri="{FF2B5EF4-FFF2-40B4-BE49-F238E27FC236}">
                      <a16:creationId xmlns:a16="http://schemas.microsoft.com/office/drawing/2014/main" id="{6E3317A6-616E-93C9-01F7-7D85DFF5A7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15" y="3907267"/>
                  <a:ext cx="47474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Rectangle 21">
              <a:extLst>
                <a:ext uri="{FF2B5EF4-FFF2-40B4-BE49-F238E27FC236}">
                  <a16:creationId xmlns:a16="http://schemas.microsoft.com/office/drawing/2014/main" id="{8F710165-757A-BDDE-EA5E-7502E0D1AF36}"/>
                </a:ext>
              </a:extLst>
            </p:cNvPr>
            <p:cNvSpPr/>
            <p:nvPr/>
          </p:nvSpPr>
          <p:spPr>
            <a:xfrm>
              <a:off x="1070251" y="533910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45" name="Rectangle 22">
              <a:extLst>
                <a:ext uri="{FF2B5EF4-FFF2-40B4-BE49-F238E27FC236}">
                  <a16:creationId xmlns:a16="http://schemas.microsoft.com/office/drawing/2014/main" id="{2D5417B4-AC6F-050C-6FAE-9DCB7D40D190}"/>
                </a:ext>
              </a:extLst>
            </p:cNvPr>
            <p:cNvSpPr/>
            <p:nvPr/>
          </p:nvSpPr>
          <p:spPr>
            <a:xfrm>
              <a:off x="1442318" y="533910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890A8561-D940-43EB-0050-113FED71C3E1}"/>
                </a:ext>
              </a:extLst>
            </p:cNvPr>
            <p:cNvSpPr/>
            <p:nvPr/>
          </p:nvSpPr>
          <p:spPr>
            <a:xfrm>
              <a:off x="1814385" y="533910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p:sp>
          <p:nvSpPr>
            <p:cNvPr id="47" name="Rectangle 24">
              <a:extLst>
                <a:ext uri="{FF2B5EF4-FFF2-40B4-BE49-F238E27FC236}">
                  <a16:creationId xmlns:a16="http://schemas.microsoft.com/office/drawing/2014/main" id="{BF18D41E-8C1F-6428-D469-4BE1C9C791DC}"/>
                </a:ext>
              </a:extLst>
            </p:cNvPr>
            <p:cNvSpPr/>
            <p:nvPr/>
          </p:nvSpPr>
          <p:spPr>
            <a:xfrm>
              <a:off x="2186452" y="5340679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48" name="Rectangle 25">
              <a:extLst>
                <a:ext uri="{FF2B5EF4-FFF2-40B4-BE49-F238E27FC236}">
                  <a16:creationId xmlns:a16="http://schemas.microsoft.com/office/drawing/2014/main" id="{B7A6CEA4-1324-0824-1094-0F559CA4D972}"/>
                </a:ext>
              </a:extLst>
            </p:cNvPr>
            <p:cNvSpPr/>
            <p:nvPr/>
          </p:nvSpPr>
          <p:spPr>
            <a:xfrm>
              <a:off x="2558519" y="534068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26">
                  <a:extLst>
                    <a:ext uri="{FF2B5EF4-FFF2-40B4-BE49-F238E27FC236}">
                      <a16:creationId xmlns:a16="http://schemas.microsoft.com/office/drawing/2014/main" id="{A085CE59-F77D-09B7-EB75-F49904BD852E}"/>
                    </a:ext>
                  </a:extLst>
                </p:cNvPr>
                <p:cNvSpPr txBox="1"/>
                <p:nvPr/>
              </p:nvSpPr>
              <p:spPr>
                <a:xfrm>
                  <a:off x="600827" y="5328175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26">
                  <a:extLst>
                    <a:ext uri="{FF2B5EF4-FFF2-40B4-BE49-F238E27FC236}">
                      <a16:creationId xmlns:a16="http://schemas.microsoft.com/office/drawing/2014/main" id="{A085CE59-F77D-09B7-EB75-F49904BD85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827" y="5328175"/>
                  <a:ext cx="47474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Rectangle 27">
              <a:extLst>
                <a:ext uri="{FF2B5EF4-FFF2-40B4-BE49-F238E27FC236}">
                  <a16:creationId xmlns:a16="http://schemas.microsoft.com/office/drawing/2014/main" id="{9E74D3C0-396B-A6A8-1971-F959ABEBD43E}"/>
                </a:ext>
              </a:extLst>
            </p:cNvPr>
            <p:cNvSpPr/>
            <p:nvPr/>
          </p:nvSpPr>
          <p:spPr>
            <a:xfrm>
              <a:off x="1053772" y="461772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51" name="Rectangle 28">
              <a:extLst>
                <a:ext uri="{FF2B5EF4-FFF2-40B4-BE49-F238E27FC236}">
                  <a16:creationId xmlns:a16="http://schemas.microsoft.com/office/drawing/2014/main" id="{FB3A32EB-3E0F-B2A5-E2AE-26FDFF5E5CE9}"/>
                </a:ext>
              </a:extLst>
            </p:cNvPr>
            <p:cNvSpPr/>
            <p:nvPr/>
          </p:nvSpPr>
          <p:spPr>
            <a:xfrm>
              <a:off x="1425839" y="461772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52" name="Rectangle 29">
              <a:extLst>
                <a:ext uri="{FF2B5EF4-FFF2-40B4-BE49-F238E27FC236}">
                  <a16:creationId xmlns:a16="http://schemas.microsoft.com/office/drawing/2014/main" id="{8A2ECD2E-2DB9-7388-115C-8B73CD747CD0}"/>
                </a:ext>
              </a:extLst>
            </p:cNvPr>
            <p:cNvSpPr/>
            <p:nvPr/>
          </p:nvSpPr>
          <p:spPr>
            <a:xfrm>
              <a:off x="1797906" y="4617722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53" name="Rectangle 30">
              <a:extLst>
                <a:ext uri="{FF2B5EF4-FFF2-40B4-BE49-F238E27FC236}">
                  <a16:creationId xmlns:a16="http://schemas.microsoft.com/office/drawing/2014/main" id="{2F0B541F-CED0-3591-E87A-9392BBFBE22D}"/>
                </a:ext>
              </a:extLst>
            </p:cNvPr>
            <p:cNvSpPr/>
            <p:nvPr/>
          </p:nvSpPr>
          <p:spPr>
            <a:xfrm>
              <a:off x="2169973" y="461930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54" name="Rectangle 31">
              <a:extLst>
                <a:ext uri="{FF2B5EF4-FFF2-40B4-BE49-F238E27FC236}">
                  <a16:creationId xmlns:a16="http://schemas.microsoft.com/office/drawing/2014/main" id="{40FF1AE1-D101-9B77-1D7D-83E4B15CDC2B}"/>
                </a:ext>
              </a:extLst>
            </p:cNvPr>
            <p:cNvSpPr/>
            <p:nvPr/>
          </p:nvSpPr>
          <p:spPr>
            <a:xfrm>
              <a:off x="2542040" y="461930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32">
                  <a:extLst>
                    <a:ext uri="{FF2B5EF4-FFF2-40B4-BE49-F238E27FC236}">
                      <a16:creationId xmlns:a16="http://schemas.microsoft.com/office/drawing/2014/main" id="{C1ABF8E6-10D0-4310-82EF-BFF2BB5056B7}"/>
                    </a:ext>
                  </a:extLst>
                </p:cNvPr>
                <p:cNvSpPr txBox="1"/>
                <p:nvPr/>
              </p:nvSpPr>
              <p:spPr>
                <a:xfrm>
                  <a:off x="600827" y="4617721"/>
                  <a:ext cx="474745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32">
                  <a:extLst>
                    <a:ext uri="{FF2B5EF4-FFF2-40B4-BE49-F238E27FC236}">
                      <a16:creationId xmlns:a16="http://schemas.microsoft.com/office/drawing/2014/main" id="{C1ABF8E6-10D0-4310-82EF-BFF2BB5056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827" y="4617721"/>
                  <a:ext cx="47474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" name="Left Brace 52">
            <a:extLst>
              <a:ext uri="{FF2B5EF4-FFF2-40B4-BE49-F238E27FC236}">
                <a16:creationId xmlns:a16="http://schemas.microsoft.com/office/drawing/2014/main" id="{DD8247ED-9EBA-2DB2-AE74-3F3D9F911BC3}"/>
              </a:ext>
            </a:extLst>
          </p:cNvPr>
          <p:cNvSpPr/>
          <p:nvPr/>
        </p:nvSpPr>
        <p:spPr>
          <a:xfrm rot="10800000">
            <a:off x="3898780" y="2030857"/>
            <a:ext cx="315305" cy="338643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: Rounded Corners 10">
            <a:extLst>
              <a:ext uri="{FF2B5EF4-FFF2-40B4-BE49-F238E27FC236}">
                <a16:creationId xmlns:a16="http://schemas.microsoft.com/office/drawing/2014/main" id="{200EC18A-A6C0-1C30-DDAC-CDE4562D17A5}"/>
              </a:ext>
            </a:extLst>
          </p:cNvPr>
          <p:cNvSpPr/>
          <p:nvPr/>
        </p:nvSpPr>
        <p:spPr>
          <a:xfrm>
            <a:off x="5768990" y="3185369"/>
            <a:ext cx="2747380" cy="50849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What is the objective?</a:t>
            </a:r>
          </a:p>
        </p:txBody>
      </p:sp>
      <p:sp>
        <p:nvSpPr>
          <p:cNvPr id="68" name="Rectangle: Rounded Corners 10">
            <a:extLst>
              <a:ext uri="{FF2B5EF4-FFF2-40B4-BE49-F238E27FC236}">
                <a16:creationId xmlns:a16="http://schemas.microsoft.com/office/drawing/2014/main" id="{4C4D6614-AACA-08C9-54B5-E77C6BED301C}"/>
              </a:ext>
            </a:extLst>
          </p:cNvPr>
          <p:cNvSpPr/>
          <p:nvPr/>
        </p:nvSpPr>
        <p:spPr>
          <a:xfrm>
            <a:off x="5768991" y="3729738"/>
            <a:ext cx="2747380" cy="508492"/>
          </a:xfrm>
          <a:prstGeom prst="roundRect">
            <a:avLst/>
          </a:prstGeom>
          <a:solidFill>
            <a:srgbClr val="E7F0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2060"/>
                </a:solidFill>
              </a:rPr>
              <a:t>(k-) median</a:t>
            </a:r>
          </a:p>
        </p:txBody>
      </p:sp>
      <p:sp>
        <p:nvSpPr>
          <p:cNvPr id="69" name="Rectangle: Rounded Corners 10">
            <a:extLst>
              <a:ext uri="{FF2B5EF4-FFF2-40B4-BE49-F238E27FC236}">
                <a16:creationId xmlns:a16="http://schemas.microsoft.com/office/drawing/2014/main" id="{0774B446-D8AE-F467-656C-AFB61A757A93}"/>
              </a:ext>
            </a:extLst>
          </p:cNvPr>
          <p:cNvSpPr/>
          <p:nvPr/>
        </p:nvSpPr>
        <p:spPr>
          <a:xfrm>
            <a:off x="5768990" y="4279049"/>
            <a:ext cx="2747380" cy="508492"/>
          </a:xfrm>
          <a:prstGeom prst="roundRect">
            <a:avLst/>
          </a:prstGeom>
          <a:solidFill>
            <a:srgbClr val="E7F0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2060"/>
                </a:solidFill>
              </a:rPr>
              <a:t>(k-) </a:t>
            </a:r>
            <a:r>
              <a:rPr lang="en-US" dirty="0">
                <a:solidFill>
                  <a:srgbClr val="002060"/>
                </a:solidFill>
              </a:rPr>
              <a:t>center</a:t>
            </a:r>
            <a:endParaRPr lang="en-US" i="1" dirty="0">
              <a:solidFill>
                <a:srgbClr val="002060"/>
              </a:solidFill>
            </a:endParaRPr>
          </a:p>
        </p:txBody>
      </p:sp>
      <p:sp>
        <p:nvSpPr>
          <p:cNvPr id="70" name="Rectangle: Rounded Corners 10">
            <a:extLst>
              <a:ext uri="{FF2B5EF4-FFF2-40B4-BE49-F238E27FC236}">
                <a16:creationId xmlns:a16="http://schemas.microsoft.com/office/drawing/2014/main" id="{CA4B6C3B-67B8-DC8B-F562-EDEA8F7F4965}"/>
              </a:ext>
            </a:extLst>
          </p:cNvPr>
          <p:cNvSpPr/>
          <p:nvPr/>
        </p:nvSpPr>
        <p:spPr>
          <a:xfrm>
            <a:off x="5768990" y="4828360"/>
            <a:ext cx="2747380" cy="508492"/>
          </a:xfrm>
          <a:prstGeom prst="roundRect">
            <a:avLst/>
          </a:prstGeom>
          <a:solidFill>
            <a:srgbClr val="E7F0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2060"/>
                </a:solidFill>
              </a:rPr>
              <a:t>…</a:t>
            </a:r>
          </a:p>
        </p:txBody>
      </p: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E16FD423-DF2B-6555-3576-89454457ADCB}"/>
              </a:ext>
            </a:extLst>
          </p:cNvPr>
          <p:cNvSpPr/>
          <p:nvPr/>
        </p:nvSpPr>
        <p:spPr>
          <a:xfrm>
            <a:off x="7142680" y="1884217"/>
            <a:ext cx="2747380" cy="50849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Aggregated Rank</a:t>
            </a:r>
          </a:p>
        </p:txBody>
      </p:sp>
      <p:sp>
        <p:nvSpPr>
          <p:cNvPr id="72" name="Rectangle: Rounded Corners 10">
            <a:extLst>
              <a:ext uri="{FF2B5EF4-FFF2-40B4-BE49-F238E27FC236}">
                <a16:creationId xmlns:a16="http://schemas.microsoft.com/office/drawing/2014/main" id="{6B4CAF6E-E9C0-9D9A-DE11-BF12F4079696}"/>
              </a:ext>
            </a:extLst>
          </p:cNvPr>
          <p:cNvSpPr/>
          <p:nvPr/>
        </p:nvSpPr>
        <p:spPr>
          <a:xfrm>
            <a:off x="8706890" y="3189698"/>
            <a:ext cx="2747380" cy="50849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What is the metric?</a:t>
            </a:r>
          </a:p>
        </p:txBody>
      </p:sp>
      <p:sp>
        <p:nvSpPr>
          <p:cNvPr id="73" name="Rectangle: Rounded Corners 10">
            <a:extLst>
              <a:ext uri="{FF2B5EF4-FFF2-40B4-BE49-F238E27FC236}">
                <a16:creationId xmlns:a16="http://schemas.microsoft.com/office/drawing/2014/main" id="{A1B0D5FD-E622-28C7-60CD-CA4C842870ED}"/>
              </a:ext>
            </a:extLst>
          </p:cNvPr>
          <p:cNvSpPr/>
          <p:nvPr/>
        </p:nvSpPr>
        <p:spPr>
          <a:xfrm>
            <a:off x="8714658" y="3729738"/>
            <a:ext cx="2747380" cy="508492"/>
          </a:xfrm>
          <a:prstGeom prst="roundRect">
            <a:avLst/>
          </a:prstGeom>
          <a:solidFill>
            <a:srgbClr val="E7F0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2060"/>
                </a:solidFill>
              </a:rPr>
              <a:t>Kendall-tau</a:t>
            </a:r>
          </a:p>
        </p:txBody>
      </p:sp>
      <p:sp>
        <p:nvSpPr>
          <p:cNvPr id="74" name="Rectangle: Rounded Corners 10">
            <a:extLst>
              <a:ext uri="{FF2B5EF4-FFF2-40B4-BE49-F238E27FC236}">
                <a16:creationId xmlns:a16="http://schemas.microsoft.com/office/drawing/2014/main" id="{9C22D20C-8F29-BDBC-C4D3-7C68C3B5A7F1}"/>
              </a:ext>
            </a:extLst>
          </p:cNvPr>
          <p:cNvSpPr/>
          <p:nvPr/>
        </p:nvSpPr>
        <p:spPr>
          <a:xfrm>
            <a:off x="8714657" y="4279049"/>
            <a:ext cx="2747380" cy="508492"/>
          </a:xfrm>
          <a:prstGeom prst="roundRect">
            <a:avLst/>
          </a:prstGeom>
          <a:solidFill>
            <a:srgbClr val="E7F0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2060"/>
                </a:solidFill>
              </a:rPr>
              <a:t>Edit</a:t>
            </a:r>
          </a:p>
        </p:txBody>
      </p:sp>
      <p:sp>
        <p:nvSpPr>
          <p:cNvPr id="75" name="Rectangle: Rounded Corners 10">
            <a:extLst>
              <a:ext uri="{FF2B5EF4-FFF2-40B4-BE49-F238E27FC236}">
                <a16:creationId xmlns:a16="http://schemas.microsoft.com/office/drawing/2014/main" id="{5F1CCE5F-61D8-AF20-0291-585641B7AA9E}"/>
              </a:ext>
            </a:extLst>
          </p:cNvPr>
          <p:cNvSpPr/>
          <p:nvPr/>
        </p:nvSpPr>
        <p:spPr>
          <a:xfrm>
            <a:off x="8714657" y="4828360"/>
            <a:ext cx="2747380" cy="508492"/>
          </a:xfrm>
          <a:prstGeom prst="roundRect">
            <a:avLst/>
          </a:prstGeom>
          <a:solidFill>
            <a:srgbClr val="E7F0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2060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140050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80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60336-4273-28CB-F698-7975A6459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886" y="365125"/>
            <a:ext cx="11607114" cy="804077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1-Median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8D823-B3D9-052D-67B9-6AD2C25BCB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6803"/>
                <a:ext cx="10527687" cy="4351338"/>
              </a:xfrm>
            </p:spPr>
            <p:txBody>
              <a:bodyPr/>
              <a:lstStyle/>
              <a:p>
                <a:r>
                  <a:rPr lang="en-US" dirty="0"/>
                  <a:t>Input: a set of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from a metric space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Output: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med</m:t>
                    </m:r>
                    <m:d>
                      <m:dPr>
                        <m:ctrl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≝ 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minimizing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box>
                      <m:box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8D823-B3D9-052D-67B9-6AD2C25BCB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6803"/>
                <a:ext cx="10527687" cy="4351338"/>
              </a:xfr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016FE37-5350-066B-4DB7-A8D37404787A}"/>
                  </a:ext>
                </a:extLst>
              </p:cNvPr>
              <p:cNvSpPr/>
              <p:nvPr/>
            </p:nvSpPr>
            <p:spPr>
              <a:xfrm>
                <a:off x="2030599" y="3036439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016FE37-5350-066B-4DB7-A8D3740478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599" y="3036439"/>
                <a:ext cx="491884" cy="42251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0366F13-852C-5B95-14D5-B16AE06AFADC}"/>
                  </a:ext>
                </a:extLst>
              </p:cNvPr>
              <p:cNvSpPr/>
              <p:nvPr/>
            </p:nvSpPr>
            <p:spPr>
              <a:xfrm>
                <a:off x="5204723" y="4115851"/>
                <a:ext cx="401495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0366F13-852C-5B95-14D5-B16AE06AFA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4723" y="4115851"/>
                <a:ext cx="401495" cy="42251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A2BCFD7-A4F1-F339-280E-629EFBA59640}"/>
                  </a:ext>
                </a:extLst>
              </p:cNvPr>
              <p:cNvSpPr/>
              <p:nvPr/>
            </p:nvSpPr>
            <p:spPr>
              <a:xfrm>
                <a:off x="4782208" y="5688798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A2BCFD7-A4F1-F339-280E-629EFBA596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208" y="5688798"/>
                <a:ext cx="491884" cy="42251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3E7BD03-1E95-BF88-CA6F-E011F2577045}"/>
                  </a:ext>
                </a:extLst>
              </p:cNvPr>
              <p:cNvSpPr/>
              <p:nvPr/>
            </p:nvSpPr>
            <p:spPr>
              <a:xfrm>
                <a:off x="2051620" y="5014508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3E7BD03-1E95-BF88-CA6F-E011F25770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620" y="5014508"/>
                <a:ext cx="491884" cy="42251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7DE8A97-5976-9F0F-84E8-D6FFCB0190D0}"/>
                  </a:ext>
                </a:extLst>
              </p:cNvPr>
              <p:cNvSpPr/>
              <p:nvPr/>
            </p:nvSpPr>
            <p:spPr>
              <a:xfrm>
                <a:off x="8083506" y="5170067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7DE8A97-5976-9F0F-84E8-D6FFCB0190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3506" y="5170067"/>
                <a:ext cx="491884" cy="42251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2181C26F-B446-94AA-E24D-96639E0AEF28}"/>
                  </a:ext>
                </a:extLst>
              </p:cNvPr>
              <p:cNvSpPr/>
              <p:nvPr/>
            </p:nvSpPr>
            <p:spPr>
              <a:xfrm>
                <a:off x="7169106" y="2809416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2181C26F-B446-94AA-E24D-96639E0AEF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9106" y="2809416"/>
                <a:ext cx="491884" cy="422515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69D72A-21CA-3C4D-CAEB-A1A8BFDC13A0}"/>
              </a:ext>
            </a:extLst>
          </p:cNvPr>
          <p:cNvCxnSpPr>
            <a:cxnSpLocks/>
            <a:stCxn id="4" idx="6"/>
            <a:endCxn id="6" idx="1"/>
          </p:cNvCxnSpPr>
          <p:nvPr/>
        </p:nvCxnSpPr>
        <p:spPr>
          <a:xfrm>
            <a:off x="2522483" y="3247697"/>
            <a:ext cx="2741038" cy="93003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E4B837-A86A-F47A-909B-89E498348B02}"/>
              </a:ext>
            </a:extLst>
          </p:cNvPr>
          <p:cNvCxnSpPr>
            <a:cxnSpLocks/>
            <a:stCxn id="6" idx="6"/>
            <a:endCxn id="14" idx="3"/>
          </p:cNvCxnSpPr>
          <p:nvPr/>
        </p:nvCxnSpPr>
        <p:spPr>
          <a:xfrm flipV="1">
            <a:off x="5606218" y="3170055"/>
            <a:ext cx="1634923" cy="115705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BD57F96-A486-B053-AFB0-C38C7517B6CF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V="1">
            <a:off x="5028150" y="4538366"/>
            <a:ext cx="377321" cy="115043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0866919-7CF1-DB68-2D70-EFD4B0FFACBC}"/>
              </a:ext>
            </a:extLst>
          </p:cNvPr>
          <p:cNvCxnSpPr>
            <a:cxnSpLocks/>
            <a:stCxn id="10" idx="6"/>
            <a:endCxn id="6" idx="2"/>
          </p:cNvCxnSpPr>
          <p:nvPr/>
        </p:nvCxnSpPr>
        <p:spPr>
          <a:xfrm flipV="1">
            <a:off x="2543504" y="4327109"/>
            <a:ext cx="2661219" cy="898657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541D6DC-827D-AA1D-3937-0F1B449B6287}"/>
              </a:ext>
            </a:extLst>
          </p:cNvPr>
          <p:cNvCxnSpPr>
            <a:cxnSpLocks/>
            <a:stCxn id="6" idx="5"/>
            <a:endCxn id="12" idx="2"/>
          </p:cNvCxnSpPr>
          <p:nvPr/>
        </p:nvCxnSpPr>
        <p:spPr>
          <a:xfrm>
            <a:off x="5547420" y="4476490"/>
            <a:ext cx="2536086" cy="90483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536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80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0D6C2-B5A4-429D-3D8F-7C6C87F34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72026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Rank aggregation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F4ADF3-757F-4C03-D1F3-25A8282F55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5646" y="1198739"/>
                <a:ext cx="10789920" cy="1147730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>
                    <a:solidFill>
                      <a:srgbClr val="002060"/>
                    </a:solidFill>
                  </a:rPr>
                  <a:t>Input: a set of permutations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lit/>
                      </m:rP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000" dirty="0"/>
              </a:p>
              <a:p>
                <a:r>
                  <a:rPr lang="en-US" sz="2000" dirty="0">
                    <a:solidFill>
                      <a:srgbClr val="002060"/>
                    </a:solidFill>
                  </a:rPr>
                  <a:t>Output: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ed</m:t>
                    </m:r>
                    <m:d>
                      <m:dPr>
                        <m:ctrlPr>
                          <a:rPr lang="en-US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d>
                    <m: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≝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2060"/>
                    </a:solidFill>
                  </a:rPr>
                  <a:t>minimizing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F4ADF3-757F-4C03-D1F3-25A8282F55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5646" y="1198739"/>
                <a:ext cx="10789920" cy="1147730"/>
              </a:xfrm>
              <a:blipFill>
                <a:blip r:embed="rId2"/>
                <a:stretch>
                  <a:fillRect l="-508" t="-10638" b="-31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C232A4B6-4B42-05E2-F713-D524349EC226}"/>
              </a:ext>
            </a:extLst>
          </p:cNvPr>
          <p:cNvGrpSpPr/>
          <p:nvPr/>
        </p:nvGrpSpPr>
        <p:grpSpPr>
          <a:xfrm>
            <a:off x="862405" y="2709394"/>
            <a:ext cx="2982836" cy="902948"/>
            <a:chOff x="383623" y="2817764"/>
            <a:chExt cx="2982836" cy="9029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4F2F27E-30B5-BF00-83E2-1CE83EAB56CD}"/>
                </a:ext>
              </a:extLst>
            </p:cNvPr>
            <p:cNvSpPr/>
            <p:nvPr/>
          </p:nvSpPr>
          <p:spPr>
            <a:xfrm>
              <a:off x="981663" y="307059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C9E50B-6B66-C832-0C9E-E99F1ACBBAD4}"/>
                </a:ext>
              </a:extLst>
            </p:cNvPr>
            <p:cNvSpPr/>
            <p:nvPr/>
          </p:nvSpPr>
          <p:spPr>
            <a:xfrm>
              <a:off x="1353730" y="307059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B0EDDA1-2858-E17C-2086-78983FC30ECD}"/>
                </a:ext>
              </a:extLst>
            </p:cNvPr>
            <p:cNvSpPr/>
            <p:nvPr/>
          </p:nvSpPr>
          <p:spPr>
            <a:xfrm>
              <a:off x="1725797" y="307059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54D7717-204D-1EB1-95BD-1B61B029FBFC}"/>
                </a:ext>
              </a:extLst>
            </p:cNvPr>
            <p:cNvSpPr/>
            <p:nvPr/>
          </p:nvSpPr>
          <p:spPr>
            <a:xfrm>
              <a:off x="2097864" y="3072172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7167-B9CF-4F55-172A-C79D12C29BBB}"/>
                </a:ext>
              </a:extLst>
            </p:cNvPr>
            <p:cNvSpPr/>
            <p:nvPr/>
          </p:nvSpPr>
          <p:spPr>
            <a:xfrm>
              <a:off x="2469931" y="307217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5266FB0-9CF2-1936-0C70-9A28E083D459}"/>
                    </a:ext>
                  </a:extLst>
                </p:cNvPr>
                <p:cNvSpPr txBox="1"/>
                <p:nvPr/>
              </p:nvSpPr>
              <p:spPr>
                <a:xfrm>
                  <a:off x="512239" y="3059668"/>
                  <a:ext cx="469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5266FB0-9CF2-1936-0C70-9A28E083D4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239" y="3059668"/>
                  <a:ext cx="46942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660B466A-AD18-B415-3E07-AFF1D1A6FB0D}"/>
                </a:ext>
              </a:extLst>
            </p:cNvPr>
            <p:cNvSpPr/>
            <p:nvPr/>
          </p:nvSpPr>
          <p:spPr>
            <a:xfrm>
              <a:off x="383623" y="2817764"/>
              <a:ext cx="2982836" cy="902948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2F9378D-3988-00AD-E8D8-3F51CD86E65E}"/>
              </a:ext>
            </a:extLst>
          </p:cNvPr>
          <p:cNvGrpSpPr/>
          <p:nvPr/>
        </p:nvGrpSpPr>
        <p:grpSpPr>
          <a:xfrm>
            <a:off x="8275827" y="2297123"/>
            <a:ext cx="2982836" cy="902948"/>
            <a:chOff x="7592674" y="2151254"/>
            <a:chExt cx="2982836" cy="90294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35C2AEB-E926-2E0D-74AF-83D3BB93D344}"/>
                </a:ext>
              </a:extLst>
            </p:cNvPr>
            <p:cNvSpPr/>
            <p:nvPr/>
          </p:nvSpPr>
          <p:spPr>
            <a:xfrm>
              <a:off x="8339959" y="240408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140406E-1A7C-ED43-2D2B-ABFD4FBA703E}"/>
                </a:ext>
              </a:extLst>
            </p:cNvPr>
            <p:cNvSpPr/>
            <p:nvPr/>
          </p:nvSpPr>
          <p:spPr>
            <a:xfrm>
              <a:off x="8712026" y="240408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52D456C-EFF3-03CB-7F96-81CC0B0200A4}"/>
                </a:ext>
              </a:extLst>
            </p:cNvPr>
            <p:cNvSpPr/>
            <p:nvPr/>
          </p:nvSpPr>
          <p:spPr>
            <a:xfrm>
              <a:off x="9084093" y="240408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C68B44-634C-25D6-2A7A-13E9C8840982}"/>
                </a:ext>
              </a:extLst>
            </p:cNvPr>
            <p:cNvSpPr/>
            <p:nvPr/>
          </p:nvSpPr>
          <p:spPr>
            <a:xfrm>
              <a:off x="9456160" y="2405662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A62F46F-7D69-255E-5ECB-67685EBE286C}"/>
                </a:ext>
              </a:extLst>
            </p:cNvPr>
            <p:cNvSpPr/>
            <p:nvPr/>
          </p:nvSpPr>
          <p:spPr>
            <a:xfrm>
              <a:off x="9828227" y="240566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DBFBB91-1475-1883-EEC7-F7F1BD1B781B}"/>
                    </a:ext>
                  </a:extLst>
                </p:cNvPr>
                <p:cNvSpPr txBox="1"/>
                <p:nvPr/>
              </p:nvSpPr>
              <p:spPr>
                <a:xfrm>
                  <a:off x="7870535" y="2393158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DBFBB91-1475-1883-EEC7-F7F1BD1B78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0535" y="2393158"/>
                  <a:ext cx="47474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364ED492-5911-BC21-4DA5-EAECBEA97B38}"/>
                </a:ext>
              </a:extLst>
            </p:cNvPr>
            <p:cNvSpPr/>
            <p:nvPr/>
          </p:nvSpPr>
          <p:spPr>
            <a:xfrm>
              <a:off x="7592674" y="2151254"/>
              <a:ext cx="2982836" cy="902948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0CC8784-618B-DA60-BA3E-58840C748B5D}"/>
              </a:ext>
            </a:extLst>
          </p:cNvPr>
          <p:cNvGrpSpPr/>
          <p:nvPr/>
        </p:nvGrpSpPr>
        <p:grpSpPr>
          <a:xfrm>
            <a:off x="8532792" y="5031169"/>
            <a:ext cx="2982836" cy="902948"/>
            <a:chOff x="6992530" y="5040651"/>
            <a:chExt cx="2982836" cy="902948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E69358E-08F1-DC25-B4B0-8A6AE3AA3976}"/>
                </a:ext>
              </a:extLst>
            </p:cNvPr>
            <p:cNvSpPr/>
            <p:nvPr/>
          </p:nvSpPr>
          <p:spPr>
            <a:xfrm>
              <a:off x="7595824" y="526620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E8DEACC9-DA8F-F9C0-347A-3B1DFEF5FEAC}"/>
                </a:ext>
              </a:extLst>
            </p:cNvPr>
            <p:cNvSpPr/>
            <p:nvPr/>
          </p:nvSpPr>
          <p:spPr>
            <a:xfrm>
              <a:off x="7967891" y="526620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E038E01-8FBB-263D-BD21-EBAB34609533}"/>
                </a:ext>
              </a:extLst>
            </p:cNvPr>
            <p:cNvSpPr/>
            <p:nvPr/>
          </p:nvSpPr>
          <p:spPr>
            <a:xfrm>
              <a:off x="8339958" y="526620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53937DD-B3B4-0CD2-D33D-0B8F3B7CB648}"/>
                </a:ext>
              </a:extLst>
            </p:cNvPr>
            <p:cNvSpPr/>
            <p:nvPr/>
          </p:nvSpPr>
          <p:spPr>
            <a:xfrm>
              <a:off x="8712025" y="526778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B57EBD5D-7E56-A3AC-F380-D494DB6EEF43}"/>
                </a:ext>
              </a:extLst>
            </p:cNvPr>
            <p:cNvSpPr/>
            <p:nvPr/>
          </p:nvSpPr>
          <p:spPr>
            <a:xfrm>
              <a:off x="9084092" y="526778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7270FB71-7202-B67D-ADCC-0820F44AFC7C}"/>
                    </a:ext>
                  </a:extLst>
                </p:cNvPr>
                <p:cNvSpPr txBox="1"/>
                <p:nvPr/>
              </p:nvSpPr>
              <p:spPr>
                <a:xfrm>
                  <a:off x="7126400" y="5255279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7270FB71-7202-B67D-ADCC-0820F44AFC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400" y="5255279"/>
                  <a:ext cx="47474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D0232ABD-8406-C192-AA67-27EAC1592C05}"/>
                </a:ext>
              </a:extLst>
            </p:cNvPr>
            <p:cNvSpPr/>
            <p:nvPr/>
          </p:nvSpPr>
          <p:spPr>
            <a:xfrm>
              <a:off x="6992530" y="5040651"/>
              <a:ext cx="2982836" cy="902948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1467850-8FDE-F52E-05CF-8999B9D4CC45}"/>
              </a:ext>
            </a:extLst>
          </p:cNvPr>
          <p:cNvGrpSpPr/>
          <p:nvPr/>
        </p:nvGrpSpPr>
        <p:grpSpPr>
          <a:xfrm>
            <a:off x="8598821" y="3549425"/>
            <a:ext cx="2982836" cy="902948"/>
            <a:chOff x="7967891" y="3779465"/>
            <a:chExt cx="2982836" cy="902948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AF67D632-8835-43B4-294D-D79563DABE0A}"/>
                </a:ext>
              </a:extLst>
            </p:cNvPr>
            <p:cNvSpPr/>
            <p:nvPr/>
          </p:nvSpPr>
          <p:spPr>
            <a:xfrm>
              <a:off x="8513487" y="402545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7BD8B0D-71F1-FC9B-878A-0473F33178F0}"/>
                </a:ext>
              </a:extLst>
            </p:cNvPr>
            <p:cNvSpPr/>
            <p:nvPr/>
          </p:nvSpPr>
          <p:spPr>
            <a:xfrm>
              <a:off x="8885554" y="402545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F8C1D13-7060-B42D-E84E-BCDBA5728900}"/>
                </a:ext>
              </a:extLst>
            </p:cNvPr>
            <p:cNvSpPr/>
            <p:nvPr/>
          </p:nvSpPr>
          <p:spPr>
            <a:xfrm>
              <a:off x="9257621" y="4025456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B30501F0-7B55-65EE-A020-326BF40A1023}"/>
                </a:ext>
              </a:extLst>
            </p:cNvPr>
            <p:cNvSpPr/>
            <p:nvPr/>
          </p:nvSpPr>
          <p:spPr>
            <a:xfrm>
              <a:off x="9629688" y="402703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B75DD69A-835B-0BF0-20D4-CCD55208B325}"/>
                </a:ext>
              </a:extLst>
            </p:cNvPr>
            <p:cNvSpPr/>
            <p:nvPr/>
          </p:nvSpPr>
          <p:spPr>
            <a:xfrm>
              <a:off x="10001755" y="402703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FF14699F-BF03-8AA0-7897-33C2922473B0}"/>
                    </a:ext>
                  </a:extLst>
                </p:cNvPr>
                <p:cNvSpPr txBox="1"/>
                <p:nvPr/>
              </p:nvSpPr>
              <p:spPr>
                <a:xfrm>
                  <a:off x="8060542" y="4025455"/>
                  <a:ext cx="474745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FF14699F-BF03-8AA0-7897-33C2922473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0542" y="4025455"/>
                  <a:ext cx="47474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7DDBB545-556E-590E-E4B2-E71B2CDB718A}"/>
                </a:ext>
              </a:extLst>
            </p:cNvPr>
            <p:cNvSpPr/>
            <p:nvPr/>
          </p:nvSpPr>
          <p:spPr>
            <a:xfrm>
              <a:off x="7967891" y="3779465"/>
              <a:ext cx="2982836" cy="902948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7C0752F-947F-F892-6408-4FD8562ABA09}"/>
              </a:ext>
            </a:extLst>
          </p:cNvPr>
          <p:cNvGrpSpPr/>
          <p:nvPr/>
        </p:nvGrpSpPr>
        <p:grpSpPr>
          <a:xfrm>
            <a:off x="1016702" y="4421964"/>
            <a:ext cx="2982836" cy="902948"/>
            <a:chOff x="1769343" y="4988471"/>
            <a:chExt cx="2982836" cy="902948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B0F2146-9A30-CBA3-2976-5519580C933D}"/>
                </a:ext>
              </a:extLst>
            </p:cNvPr>
            <p:cNvSpPr/>
            <p:nvPr/>
          </p:nvSpPr>
          <p:spPr>
            <a:xfrm>
              <a:off x="2363774" y="5177917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6A51C1B-8FC2-256C-79E7-049BF300B7B0}"/>
                </a:ext>
              </a:extLst>
            </p:cNvPr>
            <p:cNvSpPr/>
            <p:nvPr/>
          </p:nvSpPr>
          <p:spPr>
            <a:xfrm>
              <a:off x="2735841" y="5177917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AF431CFD-AD45-76CC-56DD-0FA3310A19F0}"/>
                </a:ext>
              </a:extLst>
            </p:cNvPr>
            <p:cNvSpPr/>
            <p:nvPr/>
          </p:nvSpPr>
          <p:spPr>
            <a:xfrm>
              <a:off x="3107908" y="5177918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4C21AAE-2E8D-A94C-FD7A-2EA7C69E4971}"/>
                </a:ext>
              </a:extLst>
            </p:cNvPr>
            <p:cNvSpPr/>
            <p:nvPr/>
          </p:nvSpPr>
          <p:spPr>
            <a:xfrm>
              <a:off x="3479975" y="5179496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B6D4897A-50DF-15EC-E7F6-5AA75B93876C}"/>
                </a:ext>
              </a:extLst>
            </p:cNvPr>
            <p:cNvSpPr/>
            <p:nvPr/>
          </p:nvSpPr>
          <p:spPr>
            <a:xfrm>
              <a:off x="3852042" y="5179497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7265BA20-B633-517C-6870-35D96AF24CBC}"/>
                    </a:ext>
                  </a:extLst>
                </p:cNvPr>
                <p:cNvSpPr txBox="1"/>
                <p:nvPr/>
              </p:nvSpPr>
              <p:spPr>
                <a:xfrm>
                  <a:off x="1894350" y="5166992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7265BA20-B633-517C-6870-35D96AF24C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4350" y="5166992"/>
                  <a:ext cx="47474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F8A29F86-E63B-06D5-80C3-26160CBF333B}"/>
                </a:ext>
              </a:extLst>
            </p:cNvPr>
            <p:cNvSpPr/>
            <p:nvPr/>
          </p:nvSpPr>
          <p:spPr>
            <a:xfrm>
              <a:off x="1769343" y="4988471"/>
              <a:ext cx="2982836" cy="902948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C216F6E-C6A1-6380-E0CE-5178C5AC6354}"/>
              </a:ext>
            </a:extLst>
          </p:cNvPr>
          <p:cNvGrpSpPr/>
          <p:nvPr/>
        </p:nvGrpSpPr>
        <p:grpSpPr>
          <a:xfrm>
            <a:off x="4639132" y="3097951"/>
            <a:ext cx="2982836" cy="902948"/>
            <a:chOff x="3952469" y="3594799"/>
            <a:chExt cx="2982836" cy="902948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A135407-0876-44BA-1738-D0DB525F1D8B}"/>
                </a:ext>
              </a:extLst>
            </p:cNvPr>
            <p:cNvSpPr/>
            <p:nvPr/>
          </p:nvSpPr>
          <p:spPr>
            <a:xfrm>
              <a:off x="4607732" y="3872532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?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D9768DCB-F91E-8C76-83B9-0ABFE9AD33F9}"/>
                </a:ext>
              </a:extLst>
            </p:cNvPr>
            <p:cNvSpPr/>
            <p:nvPr/>
          </p:nvSpPr>
          <p:spPr>
            <a:xfrm>
              <a:off x="4979799" y="3872532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?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E20B2422-9962-57DE-87BF-55165A0E1838}"/>
                </a:ext>
              </a:extLst>
            </p:cNvPr>
            <p:cNvSpPr/>
            <p:nvPr/>
          </p:nvSpPr>
          <p:spPr>
            <a:xfrm>
              <a:off x="5351866" y="3872533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?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6BE5007B-E7B6-1189-1052-183B77E97667}"/>
                </a:ext>
              </a:extLst>
            </p:cNvPr>
            <p:cNvSpPr/>
            <p:nvPr/>
          </p:nvSpPr>
          <p:spPr>
            <a:xfrm>
              <a:off x="5723933" y="3874111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?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AE58D321-1FE8-CFA2-9DF7-F873EC7239A4}"/>
                </a:ext>
              </a:extLst>
            </p:cNvPr>
            <p:cNvSpPr/>
            <p:nvPr/>
          </p:nvSpPr>
          <p:spPr>
            <a:xfrm>
              <a:off x="6096000" y="3874112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C2594825-BBDE-D9F9-972E-09592DBA8C33}"/>
                    </a:ext>
                  </a:extLst>
                </p:cNvPr>
                <p:cNvSpPr txBox="1"/>
                <p:nvPr/>
              </p:nvSpPr>
              <p:spPr>
                <a:xfrm>
                  <a:off x="4138308" y="3861607"/>
                  <a:ext cx="4715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C2594825-BBDE-D9F9-972E-09592DBA8C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8308" y="3861607"/>
                  <a:ext cx="47153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96D169BD-8308-0463-AA1C-B3B689884D42}"/>
                </a:ext>
              </a:extLst>
            </p:cNvPr>
            <p:cNvSpPr/>
            <p:nvPr/>
          </p:nvSpPr>
          <p:spPr>
            <a:xfrm>
              <a:off x="3952469" y="3594799"/>
              <a:ext cx="2982836" cy="90294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9665646D-28F1-0DF3-606A-47AA796462DF}"/>
              </a:ext>
            </a:extLst>
          </p:cNvPr>
          <p:cNvCxnSpPr>
            <a:cxnSpLocks/>
            <a:stCxn id="123" idx="5"/>
            <a:endCxn id="133" idx="2"/>
          </p:cNvCxnSpPr>
          <p:nvPr/>
        </p:nvCxnSpPr>
        <p:spPr>
          <a:xfrm>
            <a:off x="3408415" y="3480108"/>
            <a:ext cx="1230717" cy="69317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5E76C1E4-F966-D442-7FA1-8B5A202DEA95}"/>
              </a:ext>
            </a:extLst>
          </p:cNvPr>
          <p:cNvCxnSpPr>
            <a:cxnSpLocks/>
            <a:stCxn id="125" idx="3"/>
            <a:endCxn id="133" idx="7"/>
          </p:cNvCxnSpPr>
          <p:nvPr/>
        </p:nvCxnSpPr>
        <p:spPr>
          <a:xfrm flipH="1">
            <a:off x="7185142" y="3067837"/>
            <a:ext cx="1527511" cy="162348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F3084D6D-0D4B-2E46-B782-4B589EBC5581}"/>
              </a:ext>
            </a:extLst>
          </p:cNvPr>
          <p:cNvCxnSpPr>
            <a:cxnSpLocks/>
            <a:stCxn id="133" idx="6"/>
            <a:endCxn id="129" idx="2"/>
          </p:cNvCxnSpPr>
          <p:nvPr/>
        </p:nvCxnSpPr>
        <p:spPr>
          <a:xfrm>
            <a:off x="7621968" y="3549425"/>
            <a:ext cx="976853" cy="45147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352B3D9-DDD5-A345-05F7-13D0ECF96D75}"/>
              </a:ext>
            </a:extLst>
          </p:cNvPr>
          <p:cNvCxnSpPr>
            <a:cxnSpLocks/>
            <a:stCxn id="131" idx="7"/>
            <a:endCxn id="133" idx="3"/>
          </p:cNvCxnSpPr>
          <p:nvPr/>
        </p:nvCxnSpPr>
        <p:spPr>
          <a:xfrm flipV="1">
            <a:off x="3562712" y="3868665"/>
            <a:ext cx="1513246" cy="685533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756CE64-E691-9DA0-1D88-148E983711E1}"/>
              </a:ext>
            </a:extLst>
          </p:cNvPr>
          <p:cNvCxnSpPr>
            <a:cxnSpLocks/>
            <a:stCxn id="133" idx="5"/>
            <a:endCxn id="127" idx="1"/>
          </p:cNvCxnSpPr>
          <p:nvPr/>
        </p:nvCxnSpPr>
        <p:spPr>
          <a:xfrm>
            <a:off x="7185142" y="3868665"/>
            <a:ext cx="1784476" cy="1294738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E635667-D4EB-08AC-A4F3-F57A1643EC00}"/>
              </a:ext>
            </a:extLst>
          </p:cNvPr>
          <p:cNvGrpSpPr/>
          <p:nvPr/>
        </p:nvGrpSpPr>
        <p:grpSpPr>
          <a:xfrm>
            <a:off x="4659452" y="4854183"/>
            <a:ext cx="2982836" cy="1634490"/>
            <a:chOff x="4659452" y="4854183"/>
            <a:chExt cx="2982836" cy="163449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15FBAD9-4232-1C95-DEF3-BEED4602B2D5}"/>
                </a:ext>
              </a:extLst>
            </p:cNvPr>
            <p:cNvSpPr/>
            <p:nvPr/>
          </p:nvSpPr>
          <p:spPr>
            <a:xfrm>
              <a:off x="4659452" y="4854183"/>
              <a:ext cx="2982836" cy="163449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355600" sx="103000" sy="103000" algn="ctr" rotWithShape="0">
                <a:prstClr val="black">
                  <a:alpha val="26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215F9A"/>
                  </a:solidFill>
                </a:rPr>
                <a:t>Metrics of interest:</a:t>
              </a:r>
            </a:p>
            <a:p>
              <a:pPr algn="ctr"/>
              <a:r>
                <a:rPr lang="en-US" dirty="0">
                  <a:solidFill>
                    <a:srgbClr val="002060"/>
                  </a:solidFill>
                </a:rPr>
                <a:t>Ulam</a:t>
              </a:r>
            </a:p>
            <a:p>
              <a:pPr algn="ctr"/>
              <a:r>
                <a:rPr lang="en-US" dirty="0">
                  <a:solidFill>
                    <a:srgbClr val="002060"/>
                  </a:solidFill>
                </a:rPr>
                <a:t>Kendall-tau</a:t>
              </a:r>
            </a:p>
            <a:p>
              <a:pPr algn="ctr"/>
              <a:r>
                <a:rPr lang="en-US" dirty="0">
                  <a:solidFill>
                    <a:srgbClr val="002060"/>
                  </a:solidFill>
                </a:rPr>
                <a:t>Hamming</a:t>
              </a:r>
            </a:p>
            <a:p>
              <a:pPr algn="ctr"/>
              <a:r>
                <a:rPr lang="en-US" dirty="0">
                  <a:solidFill>
                    <a:srgbClr val="002060"/>
                  </a:solidFill>
                </a:rPr>
                <a:t>Spearman-footrule</a:t>
              </a:r>
            </a:p>
          </p:txBody>
        </p:sp>
        <p:pic>
          <p:nvPicPr>
            <p:cNvPr id="35" name="Picture 34" descr="Cross Tick Images – Browse 90,299 Stock Photos, Vectors, and Video | Adobe  Stock">
              <a:extLst>
                <a:ext uri="{FF2B5EF4-FFF2-40B4-BE49-F238E27FC236}">
                  <a16:creationId xmlns:a16="http://schemas.microsoft.com/office/drawing/2014/main" id="{6766AB9A-E8D7-2FEB-1B03-52CF095F7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20000"/>
            </a:blip>
            <a:srcRect l="9629" t="8720" r="53178" b="17710"/>
            <a:stretch>
              <a:fillRect/>
            </a:stretch>
          </p:blipFill>
          <p:spPr>
            <a:xfrm>
              <a:off x="5666462" y="5052558"/>
              <a:ext cx="1033712" cy="11002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6584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63F98-12C9-2CF6-F7E0-2CE98BD1A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F512503-8FCA-279A-2EA9-011C9B70F66C}"/>
              </a:ext>
            </a:extLst>
          </p:cNvPr>
          <p:cNvSpPr/>
          <p:nvPr/>
        </p:nvSpPr>
        <p:spPr>
          <a:xfrm>
            <a:off x="1" y="2422439"/>
            <a:ext cx="12191999" cy="1750531"/>
          </a:xfrm>
          <a:prstGeom prst="rect">
            <a:avLst/>
          </a:prstGeom>
          <a:gradFill>
            <a:gsLst>
              <a:gs pos="0">
                <a:schemeClr val="accent1">
                  <a:lumMod val="97000"/>
                  <a:alpha val="6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7118B3A0-35ED-840A-EF06-F9CFB183A524}"/>
              </a:ext>
            </a:extLst>
          </p:cNvPr>
          <p:cNvSpPr txBox="1">
            <a:spLocks/>
          </p:cNvSpPr>
          <p:nvPr/>
        </p:nvSpPr>
        <p:spPr>
          <a:xfrm>
            <a:off x="38553" y="2527750"/>
            <a:ext cx="12191999" cy="175053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chemeClr val="bg1"/>
                </a:solidFill>
              </a:rPr>
              <a:t>Scalable and Unified Framework </a:t>
            </a:r>
          </a:p>
          <a:p>
            <a:r>
              <a:rPr lang="en-US" sz="4400" b="1" dirty="0">
                <a:solidFill>
                  <a:schemeClr val="bg1"/>
                </a:solidFill>
              </a:rPr>
              <a:t>to Weighted Rank Aggregation</a:t>
            </a:r>
          </a:p>
        </p:txBody>
      </p:sp>
    </p:spTree>
    <p:extLst>
      <p:ext uri="{BB962C8B-B14F-4D97-AF65-F5344CB8AC3E}">
        <p14:creationId xmlns:p14="http://schemas.microsoft.com/office/powerpoint/2010/main" val="2527799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7C7C33-D4BB-0D15-D02B-EB6E14F6C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BD836-670C-F1B7-CDC8-14B862E2E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188" y="365125"/>
            <a:ext cx="11415812" cy="73977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Massively Parallel Computation (MPC)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C49625-AE7C-651E-BB68-0CF4EA7E2EB0}"/>
              </a:ext>
            </a:extLst>
          </p:cNvPr>
          <p:cNvSpPr txBox="1"/>
          <p:nvPr/>
        </p:nvSpPr>
        <p:spPr>
          <a:xfrm>
            <a:off x="776188" y="1427517"/>
            <a:ext cx="5435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15F9A"/>
                </a:solidFill>
              </a:rPr>
              <a:t>All-to-all synchronous-round communication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9044AF-6DCC-E0E1-FC1B-EC9B09743405}"/>
              </a:ext>
            </a:extLst>
          </p:cNvPr>
          <p:cNvCxnSpPr>
            <a:cxnSpLocks/>
          </p:cNvCxnSpPr>
          <p:nvPr/>
        </p:nvCxnSpPr>
        <p:spPr>
          <a:xfrm flipV="1">
            <a:off x="1671253" y="2972695"/>
            <a:ext cx="1465943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F45F19-F420-12FF-F8A3-0D9A8F11A31D}"/>
              </a:ext>
            </a:extLst>
          </p:cNvPr>
          <p:cNvCxnSpPr>
            <a:cxnSpLocks/>
          </p:cNvCxnSpPr>
          <p:nvPr/>
        </p:nvCxnSpPr>
        <p:spPr>
          <a:xfrm>
            <a:off x="1671253" y="3429896"/>
            <a:ext cx="152400" cy="1219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49F9163-40A0-8048-31E7-C9E22742526A}"/>
              </a:ext>
            </a:extLst>
          </p:cNvPr>
          <p:cNvCxnSpPr>
            <a:cxnSpLocks/>
          </p:cNvCxnSpPr>
          <p:nvPr/>
        </p:nvCxnSpPr>
        <p:spPr>
          <a:xfrm>
            <a:off x="1671253" y="3429896"/>
            <a:ext cx="2510971" cy="11538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46CED2D-F623-AAB0-2994-5928E8FA4E26}"/>
              </a:ext>
            </a:extLst>
          </p:cNvPr>
          <p:cNvCxnSpPr>
            <a:cxnSpLocks/>
          </p:cNvCxnSpPr>
          <p:nvPr/>
        </p:nvCxnSpPr>
        <p:spPr>
          <a:xfrm>
            <a:off x="1671253" y="3429896"/>
            <a:ext cx="27286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DB094FE-9A98-8DFC-0C48-7306797DF176}"/>
              </a:ext>
            </a:extLst>
          </p:cNvPr>
          <p:cNvCxnSpPr>
            <a:cxnSpLocks/>
          </p:cNvCxnSpPr>
          <p:nvPr/>
        </p:nvCxnSpPr>
        <p:spPr>
          <a:xfrm>
            <a:off x="3137197" y="2972696"/>
            <a:ext cx="1262742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70976B0-530C-F49B-4AE6-6C92015DF917}"/>
              </a:ext>
            </a:extLst>
          </p:cNvPr>
          <p:cNvCxnSpPr>
            <a:cxnSpLocks/>
          </p:cNvCxnSpPr>
          <p:nvPr/>
        </p:nvCxnSpPr>
        <p:spPr>
          <a:xfrm flipH="1">
            <a:off x="4182224" y="3429896"/>
            <a:ext cx="217715" cy="11538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A7D5676-4300-C559-D4CC-82348A1FC013}"/>
              </a:ext>
            </a:extLst>
          </p:cNvPr>
          <p:cNvCxnSpPr>
            <a:cxnSpLocks/>
          </p:cNvCxnSpPr>
          <p:nvPr/>
        </p:nvCxnSpPr>
        <p:spPr>
          <a:xfrm flipH="1">
            <a:off x="1823653" y="3429896"/>
            <a:ext cx="2576286" cy="1219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E6F2B8C-00D1-D02A-2720-8823096467BF}"/>
              </a:ext>
            </a:extLst>
          </p:cNvPr>
          <p:cNvCxnSpPr>
            <a:cxnSpLocks/>
          </p:cNvCxnSpPr>
          <p:nvPr/>
        </p:nvCxnSpPr>
        <p:spPr>
          <a:xfrm flipV="1">
            <a:off x="1823653" y="4583781"/>
            <a:ext cx="2358571" cy="653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FCB850B-CA3E-6C77-DA3D-282048BCD93A}"/>
              </a:ext>
            </a:extLst>
          </p:cNvPr>
          <p:cNvCxnSpPr>
            <a:cxnSpLocks/>
          </p:cNvCxnSpPr>
          <p:nvPr/>
        </p:nvCxnSpPr>
        <p:spPr>
          <a:xfrm flipH="1">
            <a:off x="1823653" y="2972696"/>
            <a:ext cx="1313544" cy="167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612D193-EE95-3843-0F4A-7A8E4BF29A42}"/>
              </a:ext>
            </a:extLst>
          </p:cNvPr>
          <p:cNvCxnSpPr>
            <a:cxnSpLocks/>
          </p:cNvCxnSpPr>
          <p:nvPr/>
        </p:nvCxnSpPr>
        <p:spPr>
          <a:xfrm>
            <a:off x="3137197" y="2972696"/>
            <a:ext cx="1045027" cy="16110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Nhóm 39">
            <a:extLst>
              <a:ext uri="{FF2B5EF4-FFF2-40B4-BE49-F238E27FC236}">
                <a16:creationId xmlns:a16="http://schemas.microsoft.com/office/drawing/2014/main" id="{2F37A5B1-C4D9-F9A8-7FF7-891C14F2B720}"/>
              </a:ext>
            </a:extLst>
          </p:cNvPr>
          <p:cNvGrpSpPr/>
          <p:nvPr/>
        </p:nvGrpSpPr>
        <p:grpSpPr>
          <a:xfrm>
            <a:off x="776188" y="2117898"/>
            <a:ext cx="4557538" cy="3312585"/>
            <a:chOff x="776188" y="2117898"/>
            <a:chExt cx="4557538" cy="3312585"/>
          </a:xfrm>
        </p:grpSpPr>
        <p:grpSp>
          <p:nvGrpSpPr>
            <p:cNvPr id="4" name="Nhóm 3">
              <a:extLst>
                <a:ext uri="{FF2B5EF4-FFF2-40B4-BE49-F238E27FC236}">
                  <a16:creationId xmlns:a16="http://schemas.microsoft.com/office/drawing/2014/main" id="{3B89EA10-0109-8708-05BC-546214AD95CB}"/>
                </a:ext>
              </a:extLst>
            </p:cNvPr>
            <p:cNvGrpSpPr/>
            <p:nvPr/>
          </p:nvGrpSpPr>
          <p:grpSpPr>
            <a:xfrm>
              <a:off x="2746503" y="2117898"/>
              <a:ext cx="781387" cy="781387"/>
              <a:chOff x="5439193" y="4858657"/>
              <a:chExt cx="781387" cy="781387"/>
            </a:xfrm>
          </p:grpSpPr>
          <p:pic>
            <p:nvPicPr>
              <p:cNvPr id="1026" name="Picture 2" descr="Free Imac Icon - Download SVG, PNG for E-commerce &amp; Shopping | IconScout">
                <a:extLst>
                  <a:ext uri="{FF2B5EF4-FFF2-40B4-BE49-F238E27FC236}">
                    <a16:creationId xmlns:a16="http://schemas.microsoft.com/office/drawing/2014/main" id="{5AF5A4AD-E175-3DEC-BF77-574835C02F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39193" y="4858657"/>
                <a:ext cx="781387" cy="781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" name="TextBox 47">
                <a:extLst>
                  <a:ext uri="{FF2B5EF4-FFF2-40B4-BE49-F238E27FC236}">
                    <a16:creationId xmlns:a16="http://schemas.microsoft.com/office/drawing/2014/main" id="{58801F94-53E9-91CE-71CD-C70C20454727}"/>
                  </a:ext>
                </a:extLst>
              </p:cNvPr>
              <p:cNvSpPr txBox="1"/>
              <p:nvPr/>
            </p:nvSpPr>
            <p:spPr>
              <a:xfrm>
                <a:off x="5672632" y="4913084"/>
                <a:ext cx="3145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S</a:t>
                </a:r>
              </a:p>
            </p:txBody>
          </p:sp>
        </p:grpSp>
        <p:grpSp>
          <p:nvGrpSpPr>
            <p:cNvPr id="7" name="Nhóm 6">
              <a:extLst>
                <a:ext uri="{FF2B5EF4-FFF2-40B4-BE49-F238E27FC236}">
                  <a16:creationId xmlns:a16="http://schemas.microsoft.com/office/drawing/2014/main" id="{E0C4551A-9F96-5A95-1789-2CBF7A234AAA}"/>
                </a:ext>
              </a:extLst>
            </p:cNvPr>
            <p:cNvGrpSpPr/>
            <p:nvPr/>
          </p:nvGrpSpPr>
          <p:grpSpPr>
            <a:xfrm>
              <a:off x="4552339" y="3105709"/>
              <a:ext cx="781387" cy="781387"/>
              <a:chOff x="5439193" y="4858657"/>
              <a:chExt cx="781387" cy="781387"/>
            </a:xfrm>
          </p:grpSpPr>
          <p:pic>
            <p:nvPicPr>
              <p:cNvPr id="9" name="Picture 2" descr="Free Imac Icon - Download SVG, PNG for E-commerce &amp; Shopping | IconScout">
                <a:extLst>
                  <a:ext uri="{FF2B5EF4-FFF2-40B4-BE49-F238E27FC236}">
                    <a16:creationId xmlns:a16="http://schemas.microsoft.com/office/drawing/2014/main" id="{91D529B8-C6BE-80AE-A51E-185B61F6BF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39193" y="4858657"/>
                <a:ext cx="781387" cy="781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TextBox 47">
                <a:extLst>
                  <a:ext uri="{FF2B5EF4-FFF2-40B4-BE49-F238E27FC236}">
                    <a16:creationId xmlns:a16="http://schemas.microsoft.com/office/drawing/2014/main" id="{8CDABE7A-D057-DC9A-F6C5-9DFF6C61E464}"/>
                  </a:ext>
                </a:extLst>
              </p:cNvPr>
              <p:cNvSpPr txBox="1"/>
              <p:nvPr/>
            </p:nvSpPr>
            <p:spPr>
              <a:xfrm>
                <a:off x="5672632" y="4913084"/>
                <a:ext cx="3145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S</a:t>
                </a:r>
              </a:p>
            </p:txBody>
          </p:sp>
        </p:grpSp>
        <p:grpSp>
          <p:nvGrpSpPr>
            <p:cNvPr id="13" name="Nhóm 12">
              <a:extLst>
                <a:ext uri="{FF2B5EF4-FFF2-40B4-BE49-F238E27FC236}">
                  <a16:creationId xmlns:a16="http://schemas.microsoft.com/office/drawing/2014/main" id="{2A6D5FF3-0D4F-CFFF-5BE4-10010D923F47}"/>
                </a:ext>
              </a:extLst>
            </p:cNvPr>
            <p:cNvGrpSpPr/>
            <p:nvPr/>
          </p:nvGrpSpPr>
          <p:grpSpPr>
            <a:xfrm>
              <a:off x="776188" y="3105709"/>
              <a:ext cx="781387" cy="781387"/>
              <a:chOff x="5439193" y="4858657"/>
              <a:chExt cx="781387" cy="781387"/>
            </a:xfrm>
          </p:grpSpPr>
          <p:pic>
            <p:nvPicPr>
              <p:cNvPr id="15" name="Picture 2" descr="Free Imac Icon - Download SVG, PNG for E-commerce &amp; Shopping | IconScout">
                <a:extLst>
                  <a:ext uri="{FF2B5EF4-FFF2-40B4-BE49-F238E27FC236}">
                    <a16:creationId xmlns:a16="http://schemas.microsoft.com/office/drawing/2014/main" id="{73D7D8E9-4828-B58E-A56C-14885B0D12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39193" y="4858657"/>
                <a:ext cx="781387" cy="781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TextBox 47">
                <a:extLst>
                  <a:ext uri="{FF2B5EF4-FFF2-40B4-BE49-F238E27FC236}">
                    <a16:creationId xmlns:a16="http://schemas.microsoft.com/office/drawing/2014/main" id="{3D535BAB-FEA5-055C-C492-899984DDB113}"/>
                  </a:ext>
                </a:extLst>
              </p:cNvPr>
              <p:cNvSpPr txBox="1"/>
              <p:nvPr/>
            </p:nvSpPr>
            <p:spPr>
              <a:xfrm>
                <a:off x="5672632" y="4913084"/>
                <a:ext cx="3145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S</a:t>
                </a:r>
              </a:p>
            </p:txBody>
          </p:sp>
        </p:grpSp>
        <p:grpSp>
          <p:nvGrpSpPr>
            <p:cNvPr id="19" name="Nhóm 18">
              <a:extLst>
                <a:ext uri="{FF2B5EF4-FFF2-40B4-BE49-F238E27FC236}">
                  <a16:creationId xmlns:a16="http://schemas.microsoft.com/office/drawing/2014/main" id="{F390CBB6-1A29-BB77-C365-27BB7B83E061}"/>
                </a:ext>
              </a:extLst>
            </p:cNvPr>
            <p:cNvGrpSpPr/>
            <p:nvPr/>
          </p:nvGrpSpPr>
          <p:grpSpPr>
            <a:xfrm>
              <a:off x="1009627" y="4649096"/>
              <a:ext cx="781387" cy="781387"/>
              <a:chOff x="5439193" y="4858657"/>
              <a:chExt cx="781387" cy="781387"/>
            </a:xfrm>
          </p:grpSpPr>
          <p:pic>
            <p:nvPicPr>
              <p:cNvPr id="21" name="Picture 2" descr="Free Imac Icon - Download SVG, PNG for E-commerce &amp; Shopping | IconScout">
                <a:extLst>
                  <a:ext uri="{FF2B5EF4-FFF2-40B4-BE49-F238E27FC236}">
                    <a16:creationId xmlns:a16="http://schemas.microsoft.com/office/drawing/2014/main" id="{B3C6C799-DBE8-1744-05FC-76464E6D17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39193" y="4858657"/>
                <a:ext cx="781387" cy="781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TextBox 47">
                <a:extLst>
                  <a:ext uri="{FF2B5EF4-FFF2-40B4-BE49-F238E27FC236}">
                    <a16:creationId xmlns:a16="http://schemas.microsoft.com/office/drawing/2014/main" id="{9A7373AC-3B1F-1C3B-5ABF-FF2559BD2E23}"/>
                  </a:ext>
                </a:extLst>
              </p:cNvPr>
              <p:cNvSpPr txBox="1"/>
              <p:nvPr/>
            </p:nvSpPr>
            <p:spPr>
              <a:xfrm>
                <a:off x="5672632" y="4913084"/>
                <a:ext cx="3145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S</a:t>
                </a:r>
              </a:p>
            </p:txBody>
          </p:sp>
        </p:grpSp>
        <p:grpSp>
          <p:nvGrpSpPr>
            <p:cNvPr id="24" name="Nhóm 23">
              <a:extLst>
                <a:ext uri="{FF2B5EF4-FFF2-40B4-BE49-F238E27FC236}">
                  <a16:creationId xmlns:a16="http://schemas.microsoft.com/office/drawing/2014/main" id="{B2445E4A-ED32-AE2C-1472-85961807D9F3}"/>
                </a:ext>
              </a:extLst>
            </p:cNvPr>
            <p:cNvGrpSpPr/>
            <p:nvPr/>
          </p:nvGrpSpPr>
          <p:grpSpPr>
            <a:xfrm>
              <a:off x="4073577" y="4616438"/>
              <a:ext cx="781387" cy="781387"/>
              <a:chOff x="5439193" y="4858657"/>
              <a:chExt cx="781387" cy="781387"/>
            </a:xfrm>
          </p:grpSpPr>
          <p:pic>
            <p:nvPicPr>
              <p:cNvPr id="25" name="Picture 2" descr="Free Imac Icon - Download SVG, PNG for E-commerce &amp; Shopping | IconScout">
                <a:extLst>
                  <a:ext uri="{FF2B5EF4-FFF2-40B4-BE49-F238E27FC236}">
                    <a16:creationId xmlns:a16="http://schemas.microsoft.com/office/drawing/2014/main" id="{FCD6B610-1848-50E3-4EEC-85F3B470D6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39193" y="4858657"/>
                <a:ext cx="781387" cy="781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TextBox 47">
                <a:extLst>
                  <a:ext uri="{FF2B5EF4-FFF2-40B4-BE49-F238E27FC236}">
                    <a16:creationId xmlns:a16="http://schemas.microsoft.com/office/drawing/2014/main" id="{69A70FD3-5537-982A-46ED-267BA5478859}"/>
                  </a:ext>
                </a:extLst>
              </p:cNvPr>
              <p:cNvSpPr txBox="1"/>
              <p:nvPr/>
            </p:nvSpPr>
            <p:spPr>
              <a:xfrm>
                <a:off x="5672632" y="4913084"/>
                <a:ext cx="3145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S</a:t>
                </a:r>
              </a:p>
            </p:txBody>
          </p:sp>
        </p:grpSp>
      </p:grpSp>
      <p:sp>
        <p:nvSpPr>
          <p:cNvPr id="34" name="Rectangle: Rounded Corners 10">
            <a:extLst>
              <a:ext uri="{FF2B5EF4-FFF2-40B4-BE49-F238E27FC236}">
                <a16:creationId xmlns:a16="http://schemas.microsoft.com/office/drawing/2014/main" id="{CBD85D3C-4101-35A2-294A-4AC4FF6AFE39}"/>
              </a:ext>
            </a:extLst>
          </p:cNvPr>
          <p:cNvSpPr/>
          <p:nvPr/>
        </p:nvSpPr>
        <p:spPr>
          <a:xfrm>
            <a:off x="6096000" y="3235853"/>
            <a:ext cx="5670665" cy="50849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Sublinear regime: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Rounded Corners 10">
                <a:extLst>
                  <a:ext uri="{FF2B5EF4-FFF2-40B4-BE49-F238E27FC236}">
                    <a16:creationId xmlns:a16="http://schemas.microsoft.com/office/drawing/2014/main" id="{AE71F656-658B-ED89-516E-F5B4274E9B6B}"/>
                  </a:ext>
                </a:extLst>
              </p:cNvPr>
              <p:cNvSpPr/>
              <p:nvPr/>
            </p:nvSpPr>
            <p:spPr>
              <a:xfrm>
                <a:off x="6096002" y="3887096"/>
                <a:ext cx="5670663" cy="508492"/>
              </a:xfrm>
              <a:prstGeom prst="roundRect">
                <a:avLst/>
              </a:prstGeom>
              <a:solidFill>
                <a:srgbClr val="E7F0F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Each machine has local memory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sup>
                        </m:sSup>
                      </m:e>
                    </m:d>
                  </m:oMath>
                </a14:m>
                <a:endParaRPr lang="en-US" i="1" dirty="0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35" name="Rectangle: Rounded Corners 10">
                <a:extLst>
                  <a:ext uri="{FF2B5EF4-FFF2-40B4-BE49-F238E27FC236}">
                    <a16:creationId xmlns:a16="http://schemas.microsoft.com/office/drawing/2014/main" id="{AE71F656-658B-ED89-516E-F5B4274E9B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2" y="3887096"/>
                <a:ext cx="5670663" cy="50849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10">
                <a:extLst>
                  <a:ext uri="{FF2B5EF4-FFF2-40B4-BE49-F238E27FC236}">
                    <a16:creationId xmlns:a16="http://schemas.microsoft.com/office/drawing/2014/main" id="{E6B312C4-023D-07E6-3655-86F0DBB1405B}"/>
                  </a:ext>
                </a:extLst>
              </p:cNvPr>
              <p:cNvSpPr/>
              <p:nvPr/>
            </p:nvSpPr>
            <p:spPr>
              <a:xfrm>
                <a:off x="6096000" y="4531705"/>
                <a:ext cx="5670665" cy="508492"/>
              </a:xfrm>
              <a:prstGeom prst="roundRect">
                <a:avLst/>
              </a:prstGeom>
              <a:solidFill>
                <a:srgbClr val="E7F0F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Total size of send/received message in each round </a:t>
                </a:r>
                <a14:m>
                  <m:oMath xmlns:m="http://schemas.openxmlformats.org/officeDocument/2006/math">
                    <m:r>
                      <a:rPr lang="en-US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10">
                <a:extLst>
                  <a:ext uri="{FF2B5EF4-FFF2-40B4-BE49-F238E27FC236}">
                    <a16:creationId xmlns:a16="http://schemas.microsoft.com/office/drawing/2014/main" id="{E6B312C4-023D-07E6-3655-86F0DBB140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31705"/>
                <a:ext cx="5670665" cy="50849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: Rounded Corners 10">
                <a:extLst>
                  <a:ext uri="{FF2B5EF4-FFF2-40B4-BE49-F238E27FC236}">
                    <a16:creationId xmlns:a16="http://schemas.microsoft.com/office/drawing/2014/main" id="{4A376E92-19BB-985D-DB77-F31EAF6BF408}"/>
                  </a:ext>
                </a:extLst>
              </p:cNvPr>
              <p:cNvSpPr/>
              <p:nvPr/>
            </p:nvSpPr>
            <p:spPr>
              <a:xfrm>
                <a:off x="6096000" y="2269905"/>
                <a:ext cx="5670665" cy="508492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b="1" dirty="0"/>
                  <a:t>Permutations of size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8" name="Rectangle: Rounded Corners 10">
                <a:extLst>
                  <a:ext uri="{FF2B5EF4-FFF2-40B4-BE49-F238E27FC236}">
                    <a16:creationId xmlns:a16="http://schemas.microsoft.com/office/drawing/2014/main" id="{4A376E92-19BB-985D-DB77-F31EAF6BF4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269905"/>
                <a:ext cx="5670665" cy="50849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374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4" grpId="0" animBg="1"/>
      <p:bldP spid="35" grpId="0" animBg="1"/>
      <p:bldP spid="36" grpId="0" animBg="1"/>
      <p:bldP spid="3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C8A2DD-6799-04E0-A1A1-992A1F671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5FF3B-AF4F-C475-2B11-0D328B235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188" y="365125"/>
            <a:ext cx="11415812" cy="73977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Massively Parallel Computation (MPC) model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D949BC4-18DD-DEE2-76B1-DAD18924D877}"/>
              </a:ext>
            </a:extLst>
          </p:cNvPr>
          <p:cNvSpPr/>
          <p:nvPr/>
        </p:nvSpPr>
        <p:spPr>
          <a:xfrm flipH="1">
            <a:off x="3533766" y="2322576"/>
            <a:ext cx="883455" cy="73977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E164CAE9-5F94-1D45-0979-892E907B987D}"/>
              </a:ext>
            </a:extLst>
          </p:cNvPr>
          <p:cNvSpPr/>
          <p:nvPr/>
        </p:nvSpPr>
        <p:spPr>
          <a:xfrm flipH="1">
            <a:off x="4417220" y="2322576"/>
            <a:ext cx="883454" cy="73977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28" name="Rectangle 5">
            <a:extLst>
              <a:ext uri="{FF2B5EF4-FFF2-40B4-BE49-F238E27FC236}">
                <a16:creationId xmlns:a16="http://schemas.microsoft.com/office/drawing/2014/main" id="{212F08E2-D872-6888-43E3-D73C6CC3BF15}"/>
              </a:ext>
            </a:extLst>
          </p:cNvPr>
          <p:cNvSpPr/>
          <p:nvPr/>
        </p:nvSpPr>
        <p:spPr>
          <a:xfrm flipH="1">
            <a:off x="5307304" y="2322576"/>
            <a:ext cx="817535" cy="73977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5</a:t>
            </a: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A8EABF87-5766-B113-EB60-D32125F615B3}"/>
              </a:ext>
            </a:extLst>
          </p:cNvPr>
          <p:cNvSpPr/>
          <p:nvPr/>
        </p:nvSpPr>
        <p:spPr>
          <a:xfrm flipH="1">
            <a:off x="6137428" y="2322576"/>
            <a:ext cx="885137" cy="73977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42" name="Rectangle 7">
            <a:extLst>
              <a:ext uri="{FF2B5EF4-FFF2-40B4-BE49-F238E27FC236}">
                <a16:creationId xmlns:a16="http://schemas.microsoft.com/office/drawing/2014/main" id="{64CC69EC-BE56-CA08-128C-1165D7E9DFA9}"/>
              </a:ext>
            </a:extLst>
          </p:cNvPr>
          <p:cNvSpPr/>
          <p:nvPr/>
        </p:nvSpPr>
        <p:spPr>
          <a:xfrm flipH="1">
            <a:off x="7032957" y="2322575"/>
            <a:ext cx="887331" cy="73977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2060"/>
                </a:solidFill>
              </a:rPr>
              <a:t>3</a:t>
            </a:r>
          </a:p>
        </p:txBody>
      </p:sp>
      <p:pic>
        <p:nvPicPr>
          <p:cNvPr id="44" name="Picture 2" descr="Free Imac Icon - Download SVG, PNG for E-commerce &amp; Shopping | IconScout">
            <a:extLst>
              <a:ext uri="{FF2B5EF4-FFF2-40B4-BE49-F238E27FC236}">
                <a16:creationId xmlns:a16="http://schemas.microsoft.com/office/drawing/2014/main" id="{F4249DFB-AF4B-EE82-E4B2-77BDD161B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7232" y="4040892"/>
            <a:ext cx="3194103" cy="305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 descr="Free Imac Icon - Download SVG, PNG for E-commerce &amp; Shopping | IconScout">
            <a:extLst>
              <a:ext uri="{FF2B5EF4-FFF2-40B4-BE49-F238E27FC236}">
                <a16:creationId xmlns:a16="http://schemas.microsoft.com/office/drawing/2014/main" id="{8EB2C748-C730-BA15-6337-5F55B4D22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821" y="4040893"/>
            <a:ext cx="3194103" cy="305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 descr="Free Imac Icon - Download SVG, PNG for E-commerce &amp; Shopping | IconScout">
            <a:extLst>
              <a:ext uri="{FF2B5EF4-FFF2-40B4-BE49-F238E27FC236}">
                <a16:creationId xmlns:a16="http://schemas.microsoft.com/office/drawing/2014/main" id="{36D7F51C-489E-C90D-AB6A-463D40A11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848" y="4040893"/>
            <a:ext cx="3194102" cy="305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5E322AC-883A-271C-A8DE-6F828FD4C7A9}"/>
              </a:ext>
            </a:extLst>
          </p:cNvPr>
          <p:cNvCxnSpPr>
            <a:cxnSpLocks/>
          </p:cNvCxnSpPr>
          <p:nvPr/>
        </p:nvCxnSpPr>
        <p:spPr>
          <a:xfrm>
            <a:off x="5300674" y="1819656"/>
            <a:ext cx="0" cy="174650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E99E971-F230-1A68-BFCE-B2E5DB778E9E}"/>
              </a:ext>
            </a:extLst>
          </p:cNvPr>
          <p:cNvCxnSpPr>
            <a:cxnSpLocks/>
          </p:cNvCxnSpPr>
          <p:nvPr/>
        </p:nvCxnSpPr>
        <p:spPr>
          <a:xfrm>
            <a:off x="7022565" y="1856232"/>
            <a:ext cx="0" cy="17099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Arrow: Up 56">
            <a:extLst>
              <a:ext uri="{FF2B5EF4-FFF2-40B4-BE49-F238E27FC236}">
                <a16:creationId xmlns:a16="http://schemas.microsoft.com/office/drawing/2014/main" id="{1114A7B6-8205-B5B6-128A-5C12DB48CE22}"/>
              </a:ext>
            </a:extLst>
          </p:cNvPr>
          <p:cNvSpPr/>
          <p:nvPr/>
        </p:nvSpPr>
        <p:spPr>
          <a:xfrm rot="13452311">
            <a:off x="3718811" y="3209362"/>
            <a:ext cx="484632" cy="97840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Up 58">
            <a:extLst>
              <a:ext uri="{FF2B5EF4-FFF2-40B4-BE49-F238E27FC236}">
                <a16:creationId xmlns:a16="http://schemas.microsoft.com/office/drawing/2014/main" id="{C2776743-621B-7122-DA88-921590A049A5}"/>
              </a:ext>
            </a:extLst>
          </p:cNvPr>
          <p:cNvSpPr/>
          <p:nvPr/>
        </p:nvSpPr>
        <p:spPr>
          <a:xfrm rot="10800000">
            <a:off x="5882523" y="3178931"/>
            <a:ext cx="484632" cy="97840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Up 60">
            <a:extLst>
              <a:ext uri="{FF2B5EF4-FFF2-40B4-BE49-F238E27FC236}">
                <a16:creationId xmlns:a16="http://schemas.microsoft.com/office/drawing/2014/main" id="{5611F956-E94A-64B5-2B21-A6C5001100A5}"/>
              </a:ext>
            </a:extLst>
          </p:cNvPr>
          <p:cNvSpPr/>
          <p:nvPr/>
        </p:nvSpPr>
        <p:spPr>
          <a:xfrm rot="8549572">
            <a:off x="8215455" y="3178930"/>
            <a:ext cx="484632" cy="97840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4E938A0-86F8-5C64-5AD1-9A30BA35A4C8}"/>
              </a:ext>
            </a:extLst>
          </p:cNvPr>
          <p:cNvSpPr/>
          <p:nvPr/>
        </p:nvSpPr>
        <p:spPr>
          <a:xfrm flipH="1">
            <a:off x="2025164" y="4572636"/>
            <a:ext cx="883455" cy="73977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1D17915C-5C73-1DA3-E7BD-D4D19FDD4A9F}"/>
              </a:ext>
            </a:extLst>
          </p:cNvPr>
          <p:cNvSpPr/>
          <p:nvPr/>
        </p:nvSpPr>
        <p:spPr>
          <a:xfrm flipH="1">
            <a:off x="2908618" y="4572636"/>
            <a:ext cx="883454" cy="73977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031" name="Rectangle 5">
            <a:extLst>
              <a:ext uri="{FF2B5EF4-FFF2-40B4-BE49-F238E27FC236}">
                <a16:creationId xmlns:a16="http://schemas.microsoft.com/office/drawing/2014/main" id="{C44A2914-C7A4-95BE-C512-FA11F092170D}"/>
              </a:ext>
            </a:extLst>
          </p:cNvPr>
          <p:cNvSpPr/>
          <p:nvPr/>
        </p:nvSpPr>
        <p:spPr>
          <a:xfrm flipH="1">
            <a:off x="5413687" y="4572636"/>
            <a:ext cx="817535" cy="73977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5</a:t>
            </a:r>
          </a:p>
        </p:txBody>
      </p:sp>
      <p:sp>
        <p:nvSpPr>
          <p:cNvPr id="1033" name="Rectangle 6">
            <a:extLst>
              <a:ext uri="{FF2B5EF4-FFF2-40B4-BE49-F238E27FC236}">
                <a16:creationId xmlns:a16="http://schemas.microsoft.com/office/drawing/2014/main" id="{04A7064F-E6B3-D081-BB74-7AF373B21C73}"/>
              </a:ext>
            </a:extLst>
          </p:cNvPr>
          <p:cNvSpPr/>
          <p:nvPr/>
        </p:nvSpPr>
        <p:spPr>
          <a:xfrm flipH="1">
            <a:off x="6243811" y="4572636"/>
            <a:ext cx="885137" cy="73977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1035" name="Rectangle 7">
            <a:extLst>
              <a:ext uri="{FF2B5EF4-FFF2-40B4-BE49-F238E27FC236}">
                <a16:creationId xmlns:a16="http://schemas.microsoft.com/office/drawing/2014/main" id="{622FFB9E-EC96-CF79-AB33-7FC17C9C55F9}"/>
              </a:ext>
            </a:extLst>
          </p:cNvPr>
          <p:cNvSpPr/>
          <p:nvPr/>
        </p:nvSpPr>
        <p:spPr>
          <a:xfrm flipH="1">
            <a:off x="9283382" y="4581351"/>
            <a:ext cx="954443" cy="731060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2060"/>
                </a:solidFill>
              </a:rPr>
              <a:t>3</a:t>
            </a:r>
          </a:p>
        </p:txBody>
      </p:sp>
      <p:cxnSp>
        <p:nvCxnSpPr>
          <p:cNvPr id="1040" name="Straight Arrow Connector 17">
            <a:extLst>
              <a:ext uri="{FF2B5EF4-FFF2-40B4-BE49-F238E27FC236}">
                <a16:creationId xmlns:a16="http://schemas.microsoft.com/office/drawing/2014/main" id="{ECCF0B52-996D-FFE5-3DB5-2283AC87C31A}"/>
              </a:ext>
            </a:extLst>
          </p:cNvPr>
          <p:cNvCxnSpPr>
            <a:cxnSpLocks/>
          </p:cNvCxnSpPr>
          <p:nvPr/>
        </p:nvCxnSpPr>
        <p:spPr>
          <a:xfrm>
            <a:off x="3521177" y="1868186"/>
            <a:ext cx="177007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1" name="TextBox 18">
                <a:extLst>
                  <a:ext uri="{FF2B5EF4-FFF2-40B4-BE49-F238E27FC236}">
                    <a16:creationId xmlns:a16="http://schemas.microsoft.com/office/drawing/2014/main" id="{E10501D2-A818-FA05-DA47-9AB4C2EF0086}"/>
                  </a:ext>
                </a:extLst>
              </p:cNvPr>
              <p:cNvSpPr txBox="1"/>
              <p:nvPr/>
            </p:nvSpPr>
            <p:spPr>
              <a:xfrm>
                <a:off x="4199236" y="1966862"/>
                <a:ext cx="68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41" name="TextBox 18">
                <a:extLst>
                  <a:ext uri="{FF2B5EF4-FFF2-40B4-BE49-F238E27FC236}">
                    <a16:creationId xmlns:a16="http://schemas.microsoft.com/office/drawing/2014/main" id="{E10501D2-A818-FA05-DA47-9AB4C2EF0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236" y="1966862"/>
                <a:ext cx="68589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4" name="Straight Arrow Connector 17">
            <a:extLst>
              <a:ext uri="{FF2B5EF4-FFF2-40B4-BE49-F238E27FC236}">
                <a16:creationId xmlns:a16="http://schemas.microsoft.com/office/drawing/2014/main" id="{2B822B43-F819-3CCB-14A6-466B99C5C23F}"/>
              </a:ext>
            </a:extLst>
          </p:cNvPr>
          <p:cNvCxnSpPr>
            <a:cxnSpLocks/>
          </p:cNvCxnSpPr>
          <p:nvPr/>
        </p:nvCxnSpPr>
        <p:spPr>
          <a:xfrm>
            <a:off x="5348372" y="1868186"/>
            <a:ext cx="167419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5" name="TextBox 18">
                <a:extLst>
                  <a:ext uri="{FF2B5EF4-FFF2-40B4-BE49-F238E27FC236}">
                    <a16:creationId xmlns:a16="http://schemas.microsoft.com/office/drawing/2014/main" id="{07E8B197-36A0-EEC0-74C2-0365ECFBBC88}"/>
                  </a:ext>
                </a:extLst>
              </p:cNvPr>
              <p:cNvSpPr txBox="1"/>
              <p:nvPr/>
            </p:nvSpPr>
            <p:spPr>
              <a:xfrm>
                <a:off x="5788521" y="1953243"/>
                <a:ext cx="68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45" name="TextBox 18">
                <a:extLst>
                  <a:ext uri="{FF2B5EF4-FFF2-40B4-BE49-F238E27FC236}">
                    <a16:creationId xmlns:a16="http://schemas.microsoft.com/office/drawing/2014/main" id="{07E8B197-36A0-EEC0-74C2-0365ECFBB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8521" y="1953243"/>
                <a:ext cx="68589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7050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9" grpId="0" animBg="1"/>
      <p:bldP spid="61" grpId="0" animBg="1"/>
      <p:bldP spid="1027" grpId="0" animBg="1"/>
      <p:bldP spid="1029" grpId="0" animBg="1"/>
      <p:bldP spid="1031" grpId="0" animBg="1"/>
      <p:bldP spid="1033" grpId="0" animBg="1"/>
      <p:bldP spid="1035" grpId="0" animBg="1"/>
      <p:bldP spid="1041" grpId="0"/>
      <p:bldP spid="104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9B89E-9BDF-BCA2-10C3-33A2BF5B7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262" y="365125"/>
            <a:ext cx="11652738" cy="73977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Real world dataset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4E891C5-09BB-FC86-4E2E-E31BF9778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183" y="1818126"/>
            <a:ext cx="2844799" cy="85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7F61F1F-3F22-93A8-70F3-682D56B3F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370" y="1668476"/>
            <a:ext cx="2571259" cy="78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5E054EE-FA5E-7A19-62E0-1AECF3610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9984" y="1668476"/>
            <a:ext cx="2711937" cy="816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Đường nối Thẳng 3">
            <a:extLst>
              <a:ext uri="{FF2B5EF4-FFF2-40B4-BE49-F238E27FC236}">
                <a16:creationId xmlns:a16="http://schemas.microsoft.com/office/drawing/2014/main" id="{7F115A9A-B1BD-1E06-0B12-26B35F052259}"/>
              </a:ext>
            </a:extLst>
          </p:cNvPr>
          <p:cNvCxnSpPr/>
          <p:nvPr/>
        </p:nvCxnSpPr>
        <p:spPr>
          <a:xfrm>
            <a:off x="4314092" y="1896043"/>
            <a:ext cx="0" cy="410617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Đường nối Thẳng 4">
            <a:extLst>
              <a:ext uri="{FF2B5EF4-FFF2-40B4-BE49-F238E27FC236}">
                <a16:creationId xmlns:a16="http://schemas.microsoft.com/office/drawing/2014/main" id="{11CB7A01-69C4-1082-99FD-6B183E345756}"/>
              </a:ext>
            </a:extLst>
          </p:cNvPr>
          <p:cNvCxnSpPr/>
          <p:nvPr/>
        </p:nvCxnSpPr>
        <p:spPr>
          <a:xfrm>
            <a:off x="7874000" y="1818126"/>
            <a:ext cx="0" cy="410617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Nhóm 10">
            <a:extLst>
              <a:ext uri="{FF2B5EF4-FFF2-40B4-BE49-F238E27FC236}">
                <a16:creationId xmlns:a16="http://schemas.microsoft.com/office/drawing/2014/main" id="{6BCAF23D-7EC2-4400-11F1-6AB2C7DD9DEB}"/>
              </a:ext>
            </a:extLst>
          </p:cNvPr>
          <p:cNvGrpSpPr/>
          <p:nvPr/>
        </p:nvGrpSpPr>
        <p:grpSpPr>
          <a:xfrm>
            <a:off x="1317726" y="3595186"/>
            <a:ext cx="2219571" cy="707886"/>
            <a:chOff x="1317728" y="3687519"/>
            <a:chExt cx="2219571" cy="707886"/>
          </a:xfrm>
        </p:grpSpPr>
        <p:sp>
          <p:nvSpPr>
            <p:cNvPr id="7" name="Hộp Văn bản 6">
              <a:extLst>
                <a:ext uri="{FF2B5EF4-FFF2-40B4-BE49-F238E27FC236}">
                  <a16:creationId xmlns:a16="http://schemas.microsoft.com/office/drawing/2014/main" id="{38658DAA-A757-919E-3631-8B13357DD46D}"/>
                </a:ext>
              </a:extLst>
            </p:cNvPr>
            <p:cNvSpPr txBox="1"/>
            <p:nvPr/>
          </p:nvSpPr>
          <p:spPr>
            <a:xfrm>
              <a:off x="1317728" y="3687519"/>
              <a:ext cx="22195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>
                  <a:solidFill>
                    <a:srgbClr val="215F9A"/>
                  </a:solidFill>
                </a:rPr>
                <a:t>600 MILION</a:t>
              </a:r>
              <a:endParaRPr lang="en-US" sz="2800" b="1">
                <a:solidFill>
                  <a:srgbClr val="215F9A"/>
                </a:solidFill>
              </a:endParaRPr>
            </a:p>
          </p:txBody>
        </p:sp>
        <p:sp>
          <p:nvSpPr>
            <p:cNvPr id="9" name="Hộp Văn bản 8">
              <a:extLst>
                <a:ext uri="{FF2B5EF4-FFF2-40B4-BE49-F238E27FC236}">
                  <a16:creationId xmlns:a16="http://schemas.microsoft.com/office/drawing/2014/main" id="{9ABB37C6-F93B-6D24-34CE-8AB98CCE290E}"/>
                </a:ext>
              </a:extLst>
            </p:cNvPr>
            <p:cNvSpPr txBox="1"/>
            <p:nvPr/>
          </p:nvSpPr>
          <p:spPr>
            <a:xfrm>
              <a:off x="1406769" y="4026073"/>
              <a:ext cx="19159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err="1">
                  <a:solidFill>
                    <a:srgbClr val="215F9A"/>
                  </a:solidFill>
                  <a:latin typeface="Aptos (Body)"/>
                </a:rPr>
                <a:t>Product</a:t>
              </a:r>
              <a:r>
                <a:rPr lang="vi-VN">
                  <a:solidFill>
                    <a:srgbClr val="215F9A"/>
                  </a:solidFill>
                  <a:latin typeface="Aptos (Body)"/>
                </a:rPr>
                <a:t> </a:t>
              </a:r>
              <a:r>
                <a:rPr lang="vi-VN" err="1">
                  <a:solidFill>
                    <a:srgbClr val="215F9A"/>
                  </a:solidFill>
                  <a:latin typeface="Aptos (Body)"/>
                </a:rPr>
                <a:t>rankings</a:t>
              </a:r>
              <a:endParaRPr lang="en-US">
                <a:solidFill>
                  <a:srgbClr val="215F9A"/>
                </a:solidFill>
                <a:latin typeface="Aptos (Body)"/>
              </a:endParaRPr>
            </a:p>
          </p:txBody>
        </p:sp>
      </p:grpSp>
      <p:grpSp>
        <p:nvGrpSpPr>
          <p:cNvPr id="12" name="Nhóm 11">
            <a:extLst>
              <a:ext uri="{FF2B5EF4-FFF2-40B4-BE49-F238E27FC236}">
                <a16:creationId xmlns:a16="http://schemas.microsoft.com/office/drawing/2014/main" id="{00936DF3-6676-4DD2-26C2-CBF5EA5B025F}"/>
              </a:ext>
            </a:extLst>
          </p:cNvPr>
          <p:cNvGrpSpPr/>
          <p:nvPr/>
        </p:nvGrpSpPr>
        <p:grpSpPr>
          <a:xfrm>
            <a:off x="1317727" y="4549293"/>
            <a:ext cx="2219571" cy="707886"/>
            <a:chOff x="1317727" y="4549293"/>
            <a:chExt cx="2219571" cy="707886"/>
          </a:xfrm>
        </p:grpSpPr>
        <p:sp>
          <p:nvSpPr>
            <p:cNvPr id="8" name="Hộp Văn bản 7">
              <a:extLst>
                <a:ext uri="{FF2B5EF4-FFF2-40B4-BE49-F238E27FC236}">
                  <a16:creationId xmlns:a16="http://schemas.microsoft.com/office/drawing/2014/main" id="{52F820FA-6A39-3044-527A-154A20801905}"/>
                </a:ext>
              </a:extLst>
            </p:cNvPr>
            <p:cNvSpPr txBox="1"/>
            <p:nvPr/>
          </p:nvSpPr>
          <p:spPr>
            <a:xfrm>
              <a:off x="1317727" y="4549293"/>
              <a:ext cx="22195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>
                  <a:solidFill>
                    <a:srgbClr val="215F9A"/>
                  </a:solidFill>
                </a:rPr>
                <a:t>300 MILION</a:t>
              </a:r>
              <a:endParaRPr lang="en-US" sz="2800" b="1">
                <a:solidFill>
                  <a:srgbClr val="215F9A"/>
                </a:solidFill>
              </a:endParaRPr>
            </a:p>
          </p:txBody>
        </p:sp>
        <p:sp>
          <p:nvSpPr>
            <p:cNvPr id="10" name="Hộp Văn bản 9">
              <a:extLst>
                <a:ext uri="{FF2B5EF4-FFF2-40B4-BE49-F238E27FC236}">
                  <a16:creationId xmlns:a16="http://schemas.microsoft.com/office/drawing/2014/main" id="{FFFAAA15-8BE6-447A-9F1B-1D8AFA0BBA62}"/>
                </a:ext>
              </a:extLst>
            </p:cNvPr>
            <p:cNvSpPr txBox="1"/>
            <p:nvPr/>
          </p:nvSpPr>
          <p:spPr>
            <a:xfrm>
              <a:off x="1327419" y="4887847"/>
              <a:ext cx="20746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err="1">
                  <a:solidFill>
                    <a:srgbClr val="215F9A"/>
                  </a:solidFill>
                  <a:latin typeface="Aptos (Body)"/>
                </a:rPr>
                <a:t>Active</a:t>
              </a:r>
              <a:r>
                <a:rPr lang="vi-VN">
                  <a:solidFill>
                    <a:srgbClr val="215F9A"/>
                  </a:solidFill>
                  <a:latin typeface="Aptos (Body)"/>
                </a:rPr>
                <a:t> </a:t>
              </a:r>
              <a:r>
                <a:rPr lang="vi-VN" err="1">
                  <a:solidFill>
                    <a:srgbClr val="215F9A"/>
                  </a:solidFill>
                  <a:latin typeface="Aptos (Body)"/>
                </a:rPr>
                <a:t>user</a:t>
              </a:r>
              <a:r>
                <a:rPr lang="vi-VN">
                  <a:solidFill>
                    <a:srgbClr val="215F9A"/>
                  </a:solidFill>
                  <a:latin typeface="Aptos (Body)"/>
                </a:rPr>
                <a:t> </a:t>
              </a:r>
              <a:r>
                <a:rPr lang="vi-VN" err="1">
                  <a:solidFill>
                    <a:srgbClr val="215F9A"/>
                  </a:solidFill>
                  <a:latin typeface="Aptos (Body)"/>
                </a:rPr>
                <a:t>profiles</a:t>
              </a:r>
              <a:endParaRPr lang="en-US">
                <a:solidFill>
                  <a:srgbClr val="215F9A"/>
                </a:solidFill>
                <a:latin typeface="Aptos (Body)"/>
              </a:endParaRPr>
            </a:p>
          </p:txBody>
        </p:sp>
      </p:grpSp>
      <p:grpSp>
        <p:nvGrpSpPr>
          <p:cNvPr id="13" name="Nhóm 12">
            <a:extLst>
              <a:ext uri="{FF2B5EF4-FFF2-40B4-BE49-F238E27FC236}">
                <a16:creationId xmlns:a16="http://schemas.microsoft.com/office/drawing/2014/main" id="{0A4062C9-498B-9D59-E036-60C438F0C270}"/>
              </a:ext>
            </a:extLst>
          </p:cNvPr>
          <p:cNvGrpSpPr/>
          <p:nvPr/>
        </p:nvGrpSpPr>
        <p:grpSpPr>
          <a:xfrm>
            <a:off x="5019989" y="3595186"/>
            <a:ext cx="2245689" cy="707886"/>
            <a:chOff x="1317727" y="4549293"/>
            <a:chExt cx="2245689" cy="707886"/>
          </a:xfrm>
        </p:grpSpPr>
        <p:sp>
          <p:nvSpPr>
            <p:cNvPr id="14" name="Hộp Văn bản 13">
              <a:extLst>
                <a:ext uri="{FF2B5EF4-FFF2-40B4-BE49-F238E27FC236}">
                  <a16:creationId xmlns:a16="http://schemas.microsoft.com/office/drawing/2014/main" id="{F6929805-AB91-C78F-8C69-108D4D74CE50}"/>
                </a:ext>
              </a:extLst>
            </p:cNvPr>
            <p:cNvSpPr txBox="1"/>
            <p:nvPr/>
          </p:nvSpPr>
          <p:spPr>
            <a:xfrm>
              <a:off x="1317727" y="4549293"/>
              <a:ext cx="22195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>
                  <a:solidFill>
                    <a:srgbClr val="215F9A"/>
                  </a:solidFill>
                </a:rPr>
                <a:t>100 MILION</a:t>
              </a:r>
              <a:endParaRPr lang="en-US" sz="2800" b="1">
                <a:solidFill>
                  <a:srgbClr val="215F9A"/>
                </a:solidFill>
              </a:endParaRPr>
            </a:p>
          </p:txBody>
        </p:sp>
        <p:sp>
          <p:nvSpPr>
            <p:cNvPr id="15" name="Hộp Văn bản 14">
              <a:extLst>
                <a:ext uri="{FF2B5EF4-FFF2-40B4-BE49-F238E27FC236}">
                  <a16:creationId xmlns:a16="http://schemas.microsoft.com/office/drawing/2014/main" id="{342D6382-02D4-0B2F-AD73-D3507E00A444}"/>
                </a:ext>
              </a:extLst>
            </p:cNvPr>
            <p:cNvSpPr txBox="1"/>
            <p:nvPr/>
          </p:nvSpPr>
          <p:spPr>
            <a:xfrm>
              <a:off x="1327419" y="4887847"/>
              <a:ext cx="22359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err="1">
                  <a:solidFill>
                    <a:srgbClr val="215F9A"/>
                  </a:solidFill>
                  <a:latin typeface="Aptos (Body)"/>
                </a:rPr>
                <a:t>User</a:t>
              </a:r>
              <a:r>
                <a:rPr lang="vi-VN">
                  <a:solidFill>
                    <a:srgbClr val="215F9A"/>
                  </a:solidFill>
                  <a:latin typeface="Aptos (Body)"/>
                </a:rPr>
                <a:t> </a:t>
              </a:r>
              <a:r>
                <a:rPr lang="vi-VN" err="1">
                  <a:solidFill>
                    <a:srgbClr val="215F9A"/>
                  </a:solidFill>
                  <a:latin typeface="Aptos (Body)"/>
                </a:rPr>
                <a:t>preference</a:t>
              </a:r>
              <a:r>
                <a:rPr lang="vi-VN">
                  <a:solidFill>
                    <a:srgbClr val="215F9A"/>
                  </a:solidFill>
                  <a:latin typeface="Aptos (Body)"/>
                </a:rPr>
                <a:t> </a:t>
              </a:r>
              <a:r>
                <a:rPr lang="vi-VN" err="1">
                  <a:solidFill>
                    <a:srgbClr val="215F9A"/>
                  </a:solidFill>
                  <a:latin typeface="Aptos (Body)"/>
                </a:rPr>
                <a:t>lists</a:t>
              </a:r>
              <a:endParaRPr lang="en-US">
                <a:solidFill>
                  <a:srgbClr val="215F9A"/>
                </a:solidFill>
                <a:latin typeface="Aptos (Body)"/>
              </a:endParaRPr>
            </a:p>
          </p:txBody>
        </p:sp>
      </p:grpSp>
      <p:grpSp>
        <p:nvGrpSpPr>
          <p:cNvPr id="16" name="Nhóm 15">
            <a:extLst>
              <a:ext uri="{FF2B5EF4-FFF2-40B4-BE49-F238E27FC236}">
                <a16:creationId xmlns:a16="http://schemas.microsoft.com/office/drawing/2014/main" id="{5DE1132C-5EE3-1AE3-79F8-4F1AB70B5253}"/>
              </a:ext>
            </a:extLst>
          </p:cNvPr>
          <p:cNvGrpSpPr/>
          <p:nvPr/>
        </p:nvGrpSpPr>
        <p:grpSpPr>
          <a:xfrm>
            <a:off x="5029681" y="4504651"/>
            <a:ext cx="2351948" cy="707886"/>
            <a:chOff x="1327419" y="4549293"/>
            <a:chExt cx="2351948" cy="707886"/>
          </a:xfrm>
        </p:grpSpPr>
        <p:sp>
          <p:nvSpPr>
            <p:cNvPr id="17" name="Hộp Văn bản 16">
              <a:extLst>
                <a:ext uri="{FF2B5EF4-FFF2-40B4-BE49-F238E27FC236}">
                  <a16:creationId xmlns:a16="http://schemas.microsoft.com/office/drawing/2014/main" id="{F1A52CCD-597A-5401-95A6-CB0BC2DD1210}"/>
                </a:ext>
              </a:extLst>
            </p:cNvPr>
            <p:cNvSpPr txBox="1"/>
            <p:nvPr/>
          </p:nvSpPr>
          <p:spPr>
            <a:xfrm>
              <a:off x="1459796" y="4549293"/>
              <a:ext cx="22195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>
                  <a:solidFill>
                    <a:srgbClr val="215F9A"/>
                  </a:solidFill>
                </a:rPr>
                <a:t>5 BILLION</a:t>
              </a:r>
              <a:endParaRPr lang="en-US" sz="2800" b="1">
                <a:solidFill>
                  <a:srgbClr val="215F9A"/>
                </a:solidFill>
              </a:endParaRPr>
            </a:p>
          </p:txBody>
        </p:sp>
        <p:sp>
          <p:nvSpPr>
            <p:cNvPr id="18" name="Hộp Văn bản 17">
              <a:extLst>
                <a:ext uri="{FF2B5EF4-FFF2-40B4-BE49-F238E27FC236}">
                  <a16:creationId xmlns:a16="http://schemas.microsoft.com/office/drawing/2014/main" id="{7166C546-6EF1-CCAB-301B-0A8567808BA8}"/>
                </a:ext>
              </a:extLst>
            </p:cNvPr>
            <p:cNvSpPr txBox="1"/>
            <p:nvPr/>
          </p:nvSpPr>
          <p:spPr>
            <a:xfrm>
              <a:off x="1327419" y="4887847"/>
              <a:ext cx="2319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err="1">
                  <a:solidFill>
                    <a:srgbClr val="215F9A"/>
                  </a:solidFill>
                  <a:latin typeface="Aptos (Body)"/>
                </a:rPr>
                <a:t>Ratings</a:t>
              </a:r>
              <a:r>
                <a:rPr lang="vi-VN">
                  <a:solidFill>
                    <a:srgbClr val="215F9A"/>
                  </a:solidFill>
                  <a:latin typeface="Aptos (Body)"/>
                </a:rPr>
                <a:t> </a:t>
              </a:r>
              <a:r>
                <a:rPr lang="vi-VN" err="1">
                  <a:solidFill>
                    <a:srgbClr val="215F9A"/>
                  </a:solidFill>
                  <a:latin typeface="Aptos (Body)"/>
                </a:rPr>
                <a:t>permutations</a:t>
              </a:r>
              <a:endParaRPr lang="en-US">
                <a:solidFill>
                  <a:srgbClr val="215F9A"/>
                </a:solidFill>
                <a:latin typeface="Aptos (Body)"/>
              </a:endParaRPr>
            </a:p>
          </p:txBody>
        </p:sp>
      </p:grpSp>
      <p:grpSp>
        <p:nvGrpSpPr>
          <p:cNvPr id="19" name="Nhóm 18">
            <a:extLst>
              <a:ext uri="{FF2B5EF4-FFF2-40B4-BE49-F238E27FC236}">
                <a16:creationId xmlns:a16="http://schemas.microsoft.com/office/drawing/2014/main" id="{A83980CF-7F30-0896-9416-9397C53DED2A}"/>
              </a:ext>
            </a:extLst>
          </p:cNvPr>
          <p:cNvGrpSpPr/>
          <p:nvPr/>
        </p:nvGrpSpPr>
        <p:grpSpPr>
          <a:xfrm>
            <a:off x="8899973" y="3579797"/>
            <a:ext cx="2389565" cy="707886"/>
            <a:chOff x="1327419" y="4549293"/>
            <a:chExt cx="2389565" cy="707886"/>
          </a:xfrm>
        </p:grpSpPr>
        <p:sp>
          <p:nvSpPr>
            <p:cNvPr id="20" name="Hộp Văn bản 19">
              <a:extLst>
                <a:ext uri="{FF2B5EF4-FFF2-40B4-BE49-F238E27FC236}">
                  <a16:creationId xmlns:a16="http://schemas.microsoft.com/office/drawing/2014/main" id="{E92D39DB-D836-0B79-C73B-C255CD109310}"/>
                </a:ext>
              </a:extLst>
            </p:cNvPr>
            <p:cNvSpPr txBox="1"/>
            <p:nvPr/>
          </p:nvSpPr>
          <p:spPr>
            <a:xfrm>
              <a:off x="1459796" y="4549293"/>
              <a:ext cx="22195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>
                  <a:solidFill>
                    <a:srgbClr val="215F9A"/>
                  </a:solidFill>
                </a:rPr>
                <a:t>4 BILLION</a:t>
              </a:r>
              <a:endParaRPr lang="en-US" sz="2800" b="1">
                <a:solidFill>
                  <a:srgbClr val="215F9A"/>
                </a:solidFill>
              </a:endParaRPr>
            </a:p>
          </p:txBody>
        </p:sp>
        <p:sp>
          <p:nvSpPr>
            <p:cNvPr id="21" name="Hộp Văn bản 20">
              <a:extLst>
                <a:ext uri="{FF2B5EF4-FFF2-40B4-BE49-F238E27FC236}">
                  <a16:creationId xmlns:a16="http://schemas.microsoft.com/office/drawing/2014/main" id="{98293F44-AD56-9818-25C9-D41AC1FA8A91}"/>
                </a:ext>
              </a:extLst>
            </p:cNvPr>
            <p:cNvSpPr txBox="1"/>
            <p:nvPr/>
          </p:nvSpPr>
          <p:spPr>
            <a:xfrm>
              <a:off x="1327419" y="4887847"/>
              <a:ext cx="23895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err="1">
                  <a:solidFill>
                    <a:srgbClr val="215F9A"/>
                  </a:solidFill>
                  <a:latin typeface="Aptos (Body)"/>
                </a:rPr>
                <a:t>Collaborative</a:t>
              </a:r>
              <a:r>
                <a:rPr lang="vi-VN">
                  <a:solidFill>
                    <a:srgbClr val="215F9A"/>
                  </a:solidFill>
                  <a:latin typeface="Aptos (Body)"/>
                </a:rPr>
                <a:t> </a:t>
              </a:r>
              <a:r>
                <a:rPr lang="vi-VN" err="1">
                  <a:solidFill>
                    <a:srgbClr val="215F9A"/>
                  </a:solidFill>
                  <a:latin typeface="Aptos (Body)"/>
                </a:rPr>
                <a:t>playlists</a:t>
              </a:r>
              <a:endParaRPr lang="en-US">
                <a:solidFill>
                  <a:srgbClr val="215F9A"/>
                </a:solidFill>
                <a:latin typeface="Aptos (Body)"/>
              </a:endParaRPr>
            </a:p>
          </p:txBody>
        </p:sp>
      </p:grpSp>
      <p:grpSp>
        <p:nvGrpSpPr>
          <p:cNvPr id="22" name="Nhóm 21">
            <a:extLst>
              <a:ext uri="{FF2B5EF4-FFF2-40B4-BE49-F238E27FC236}">
                <a16:creationId xmlns:a16="http://schemas.microsoft.com/office/drawing/2014/main" id="{9C5C7C04-2230-330C-2084-03D26C191AE4}"/>
              </a:ext>
            </a:extLst>
          </p:cNvPr>
          <p:cNvGrpSpPr/>
          <p:nvPr/>
        </p:nvGrpSpPr>
        <p:grpSpPr>
          <a:xfrm>
            <a:off x="8901624" y="4486150"/>
            <a:ext cx="2302916" cy="707886"/>
            <a:chOff x="1327419" y="4549293"/>
            <a:chExt cx="2302916" cy="707886"/>
          </a:xfrm>
        </p:grpSpPr>
        <p:sp>
          <p:nvSpPr>
            <p:cNvPr id="23" name="Hộp Văn bản 22">
              <a:extLst>
                <a:ext uri="{FF2B5EF4-FFF2-40B4-BE49-F238E27FC236}">
                  <a16:creationId xmlns:a16="http://schemas.microsoft.com/office/drawing/2014/main" id="{C78CF9C3-0BA2-B3CA-98FC-A568A935A607}"/>
                </a:ext>
              </a:extLst>
            </p:cNvPr>
            <p:cNvSpPr txBox="1"/>
            <p:nvPr/>
          </p:nvSpPr>
          <p:spPr>
            <a:xfrm>
              <a:off x="1410764" y="4549293"/>
              <a:ext cx="22195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>
                  <a:solidFill>
                    <a:srgbClr val="215F9A"/>
                  </a:solidFill>
                </a:rPr>
                <a:t>70 MILION</a:t>
              </a:r>
              <a:endParaRPr lang="en-US" sz="2800" b="1">
                <a:solidFill>
                  <a:srgbClr val="215F9A"/>
                </a:solidFill>
              </a:endParaRPr>
            </a:p>
          </p:txBody>
        </p:sp>
        <p:sp>
          <p:nvSpPr>
            <p:cNvPr id="24" name="Hộp Văn bản 23">
              <a:extLst>
                <a:ext uri="{FF2B5EF4-FFF2-40B4-BE49-F238E27FC236}">
                  <a16:creationId xmlns:a16="http://schemas.microsoft.com/office/drawing/2014/main" id="{C131159A-E128-6148-8612-A8B096C8801C}"/>
                </a:ext>
              </a:extLst>
            </p:cNvPr>
            <p:cNvSpPr txBox="1"/>
            <p:nvPr/>
          </p:nvSpPr>
          <p:spPr>
            <a:xfrm>
              <a:off x="1327419" y="4887847"/>
              <a:ext cx="2086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err="1">
                  <a:solidFill>
                    <a:srgbClr val="215F9A"/>
                  </a:solidFill>
                  <a:latin typeface="Aptos (Body)"/>
                </a:rPr>
                <a:t>Tracks</a:t>
              </a:r>
              <a:r>
                <a:rPr lang="vi-VN">
                  <a:solidFill>
                    <a:srgbClr val="215F9A"/>
                  </a:solidFill>
                  <a:latin typeface="Aptos (Body)"/>
                </a:rPr>
                <a:t> to </a:t>
              </a:r>
              <a:r>
                <a:rPr lang="vi-VN" err="1">
                  <a:solidFill>
                    <a:srgbClr val="215F9A"/>
                  </a:solidFill>
                  <a:latin typeface="Aptos (Body)"/>
                </a:rPr>
                <a:t>aggregate</a:t>
              </a:r>
              <a:endParaRPr lang="en-US">
                <a:solidFill>
                  <a:srgbClr val="215F9A"/>
                </a:solidFill>
                <a:latin typeface="Aptos (Body)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7896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89B28-4A31-B744-5615-AC30611F0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9C76F-14AD-16FD-10CE-D6658EA03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188" y="365125"/>
            <a:ext cx="11415812" cy="73977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Massively Parallel Computation (MPC)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FB6272-5FFD-ABA0-B8EC-C04711FE5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88" y="2172363"/>
            <a:ext cx="11154229" cy="46856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E4D9FE-FEAB-3704-26DF-28E1937AB17D}"/>
              </a:ext>
            </a:extLst>
          </p:cNvPr>
          <p:cNvSpPr txBox="1"/>
          <p:nvPr/>
        </p:nvSpPr>
        <p:spPr>
          <a:xfrm>
            <a:off x="776188" y="1427517"/>
            <a:ext cx="633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215F9A"/>
                </a:solidFill>
              </a:rPr>
              <a:t>A theoretical abstraction of tools for handling massive data</a:t>
            </a:r>
          </a:p>
        </p:txBody>
      </p:sp>
    </p:spTree>
    <p:extLst>
      <p:ext uri="{BB962C8B-B14F-4D97-AF65-F5344CB8AC3E}">
        <p14:creationId xmlns:p14="http://schemas.microsoft.com/office/powerpoint/2010/main" val="2078689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FB51D-E05F-1925-8F3D-70A39F6B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65125"/>
            <a:ext cx="11521440" cy="813040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Results (old and new)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DD420F3-89F5-71CE-CEA1-673F2D605115}"/>
              </a:ext>
            </a:extLst>
          </p:cNvPr>
          <p:cNvGrpSpPr/>
          <p:nvPr/>
        </p:nvGrpSpPr>
        <p:grpSpPr>
          <a:xfrm>
            <a:off x="670560" y="1667023"/>
            <a:ext cx="10573396" cy="1266092"/>
            <a:chOff x="670560" y="1667023"/>
            <a:chExt cx="10573396" cy="126609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51765D-8358-B3AA-8728-B699A698ED9B}"/>
                </a:ext>
              </a:extLst>
            </p:cNvPr>
            <p:cNvSpPr/>
            <p:nvPr/>
          </p:nvSpPr>
          <p:spPr>
            <a:xfrm>
              <a:off x="5190034" y="1769165"/>
              <a:ext cx="6053922" cy="1105535"/>
            </a:xfrm>
            <a:prstGeom prst="rect">
              <a:avLst/>
            </a:prstGeom>
            <a:solidFill>
              <a:srgbClr val="DBE9F5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rgbClr val="215F9A"/>
                  </a:solidFill>
                </a:rPr>
                <a:t>Output the best permutation </a:t>
              </a:r>
            </a:p>
            <a:p>
              <a:pPr algn="ctr"/>
              <a:r>
                <a:rPr lang="en-US" sz="2000">
                  <a:solidFill>
                    <a:srgbClr val="215F9A"/>
                  </a:solidFill>
                </a:rPr>
                <a:t>from the input set</a:t>
              </a:r>
            </a:p>
          </p:txBody>
        </p:sp>
        <p:sp>
          <p:nvSpPr>
            <p:cNvPr id="18" name="Arrow: Pentagon 17">
              <a:extLst>
                <a:ext uri="{FF2B5EF4-FFF2-40B4-BE49-F238E27FC236}">
                  <a16:creationId xmlns:a16="http://schemas.microsoft.com/office/drawing/2014/main" id="{650A3926-E70C-81CE-9D51-7D89AFB8F440}"/>
                </a:ext>
              </a:extLst>
            </p:cNvPr>
            <p:cNvSpPr/>
            <p:nvPr/>
          </p:nvSpPr>
          <p:spPr>
            <a:xfrm>
              <a:off x="670560" y="1667023"/>
              <a:ext cx="5218042" cy="1266092"/>
            </a:xfrm>
            <a:prstGeom prst="homePlate">
              <a:avLst/>
            </a:prstGeom>
            <a:solidFill>
              <a:srgbClr val="9AC6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accent2">
                      <a:lumMod val="75000"/>
                    </a:schemeClr>
                  </a:solidFill>
                </a:rPr>
                <a:t>2</a:t>
              </a:r>
              <a:r>
                <a:rPr lang="en-US" sz="2000" dirty="0">
                  <a:solidFill>
                    <a:srgbClr val="215F9A"/>
                  </a:solidFill>
                </a:rPr>
                <a:t>-approximation algorithm for </a:t>
              </a:r>
              <a:r>
                <a:rPr lang="en-US" sz="2000" dirty="0">
                  <a:solidFill>
                    <a:srgbClr val="FF0000"/>
                  </a:solidFill>
                </a:rPr>
                <a:t>any metric</a:t>
              </a:r>
              <a:r>
                <a:rPr lang="en-US" sz="2000" dirty="0"/>
                <a:t> 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6FFDADE4-BE5B-E408-94BD-D5B006F8B031}"/>
              </a:ext>
            </a:extLst>
          </p:cNvPr>
          <p:cNvSpPr/>
          <p:nvPr/>
        </p:nvSpPr>
        <p:spPr>
          <a:xfrm>
            <a:off x="670560" y="3101902"/>
            <a:ext cx="10573396" cy="1105535"/>
          </a:xfrm>
          <a:prstGeom prst="rect">
            <a:avLst/>
          </a:prstGeom>
          <a:solidFill>
            <a:srgbClr val="DBE9F5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rgbClr val="215F9A"/>
                </a:solidFill>
              </a:rPr>
              <a:t>             Analysis: triangle inequality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AC2D6B6-C648-1145-F287-0502C02F26E3}"/>
              </a:ext>
            </a:extLst>
          </p:cNvPr>
          <p:cNvGrpSpPr/>
          <p:nvPr/>
        </p:nvGrpSpPr>
        <p:grpSpPr>
          <a:xfrm>
            <a:off x="670560" y="4434639"/>
            <a:ext cx="10573396" cy="1266092"/>
            <a:chOff x="670560" y="4434639"/>
            <a:chExt cx="10573396" cy="126609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43CA62B-3321-C4A8-C496-B9BEA09D4BFB}"/>
                </a:ext>
              </a:extLst>
            </p:cNvPr>
            <p:cNvSpPr/>
            <p:nvPr/>
          </p:nvSpPr>
          <p:spPr>
            <a:xfrm>
              <a:off x="5190034" y="4536781"/>
              <a:ext cx="6053922" cy="1105535"/>
            </a:xfrm>
            <a:prstGeom prst="rect">
              <a:avLst/>
            </a:prstGeom>
            <a:solidFill>
              <a:srgbClr val="DBE9F5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1">
                <a:lnSpc>
                  <a:spcPct val="300000"/>
                </a:lnSpc>
              </a:pPr>
              <a:r>
                <a:rPr lang="en-US">
                  <a:solidFill>
                    <a:srgbClr val="FF0000"/>
                  </a:solidFill>
                </a:rPr>
                <a:t>                 Beat</a:t>
              </a:r>
              <a:r>
                <a:rPr lang="en-US"/>
                <a:t> </a:t>
              </a:r>
              <a:r>
                <a:rPr lang="en-US">
                  <a:solidFill>
                    <a:srgbClr val="215F9A"/>
                  </a:solidFill>
                </a:rPr>
                <a:t>the</a:t>
              </a:r>
              <a:r>
                <a:rPr lang="en-US"/>
                <a:t> </a:t>
              </a:r>
              <a:r>
                <a:rPr lang="en-US">
                  <a:solidFill>
                    <a:srgbClr val="FF0000"/>
                  </a:solidFill>
                </a:rPr>
                <a:t>2</a:t>
              </a:r>
              <a:r>
                <a:rPr lang="en-US">
                  <a:solidFill>
                    <a:srgbClr val="215F9A"/>
                  </a:solidFill>
                </a:rPr>
                <a:t>-approximation</a:t>
              </a:r>
            </a:p>
          </p:txBody>
        </p:sp>
        <p:sp>
          <p:nvSpPr>
            <p:cNvPr id="39" name="Arrow: Pentagon 38">
              <a:extLst>
                <a:ext uri="{FF2B5EF4-FFF2-40B4-BE49-F238E27FC236}">
                  <a16:creationId xmlns:a16="http://schemas.microsoft.com/office/drawing/2014/main" id="{86C2B869-3D60-CCD1-6C6F-453E0E69BC00}"/>
                </a:ext>
              </a:extLst>
            </p:cNvPr>
            <p:cNvSpPr/>
            <p:nvPr/>
          </p:nvSpPr>
          <p:spPr>
            <a:xfrm>
              <a:off x="670560" y="4434639"/>
              <a:ext cx="5218042" cy="1266092"/>
            </a:xfrm>
            <a:prstGeom prst="homePlate">
              <a:avLst/>
            </a:prstGeom>
            <a:solidFill>
              <a:srgbClr val="9AC6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/>
                <a:t> </a:t>
              </a:r>
              <a:r>
                <a:rPr lang="en-US" sz="2000">
                  <a:solidFill>
                    <a:srgbClr val="215F9A"/>
                  </a:solidFill>
                </a:rPr>
                <a:t>Main questions for some metrics</a:t>
              </a:r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3495124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6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335A23-97A2-44C2-A3C2-BA66A0FEC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731D7-5E5F-F699-CAFB-DDD040908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783" y="365125"/>
            <a:ext cx="11455217" cy="73143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Results (old and new)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F209CE-A16E-3C88-CCCE-FFF54F14F7BA}"/>
              </a:ext>
            </a:extLst>
          </p:cNvPr>
          <p:cNvSpPr txBox="1"/>
          <p:nvPr/>
        </p:nvSpPr>
        <p:spPr>
          <a:xfrm>
            <a:off x="663272" y="4557457"/>
            <a:ext cx="296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>
                <a:solidFill>
                  <a:srgbClr val="215F9A"/>
                </a:solidFill>
              </a:rPr>
              <a:t>Via a new unified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7F75233-B593-D41B-3B1D-B8B287F3BC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7177901"/>
                  </p:ext>
                </p:extLst>
              </p:nvPr>
            </p:nvGraphicFramePr>
            <p:xfrm>
              <a:off x="749392" y="1631809"/>
              <a:ext cx="10750946" cy="28483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0897">
                      <a:extLst>
                        <a:ext uri="{9D8B030D-6E8A-4147-A177-3AD203B41FA5}">
                          <a16:colId xmlns:a16="http://schemas.microsoft.com/office/drawing/2014/main" val="113723004"/>
                        </a:ext>
                      </a:extLst>
                    </a:gridCol>
                    <a:gridCol w="2149833">
                      <a:extLst>
                        <a:ext uri="{9D8B030D-6E8A-4147-A177-3AD203B41FA5}">
                          <a16:colId xmlns:a16="http://schemas.microsoft.com/office/drawing/2014/main" val="412546910"/>
                        </a:ext>
                      </a:extLst>
                    </a:gridCol>
                    <a:gridCol w="4775823">
                      <a:extLst>
                        <a:ext uri="{9D8B030D-6E8A-4147-A177-3AD203B41FA5}">
                          <a16:colId xmlns:a16="http://schemas.microsoft.com/office/drawing/2014/main" val="3510761127"/>
                        </a:ext>
                      </a:extLst>
                    </a:gridCol>
                    <a:gridCol w="1744393">
                      <a:extLst>
                        <a:ext uri="{9D8B030D-6E8A-4147-A177-3AD203B41FA5}">
                          <a16:colId xmlns:a16="http://schemas.microsoft.com/office/drawing/2014/main" val="3775414349"/>
                        </a:ext>
                      </a:extLst>
                    </a:gridCol>
                  </a:tblGrid>
                  <a:tr h="434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Metrics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Hardness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Approximation (offline setting)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MPC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0147386"/>
                      </a:ext>
                    </a:extLst>
                  </a:tr>
                  <a:tr h="34509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Hamming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Optimal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>
                              <a:solidFill>
                                <a:srgbClr val="FF0000"/>
                              </a:solidFill>
                            </a:rPr>
                            <a:t>1.75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4219196"/>
                      </a:ext>
                    </a:extLst>
                  </a:tr>
                  <a:tr h="434448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Spearman-footrule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Optimal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>
                              <a:solidFill>
                                <a:srgbClr val="FF0000"/>
                              </a:solidFill>
                            </a:rPr>
                            <a:t>1.75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5696021"/>
                      </a:ext>
                    </a:extLst>
                  </a:tr>
                  <a:tr h="6206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Kendall-tau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NP-hard (Alon 06)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PTAS (Kenyon-Mathieu, Schudy 07)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1.9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6145504"/>
                      </a:ext>
                    </a:extLst>
                  </a:tr>
                  <a:tr h="993023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Ulam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NP-hard (FGHS 25)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oMath>
                          </a14:m>
                          <a:r>
                            <a:rPr lang="en-US" dirty="0"/>
                            <a:t>-approximation (CDK22)</a:t>
                          </a:r>
                        </a:p>
                        <a:p>
                          <a:r>
                            <a:rPr lang="en-US" dirty="0"/>
                            <a:t>(no known lower bound)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1800" kern="120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2−</m:t>
                                </m:r>
                                <m:r>
                                  <a:rPr lang="en-US" sz="1800" kern="120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𝛿</m:t>
                                </m:r>
                              </m:oMath>
                            </m:oMathPara>
                          </a14:m>
                          <a:endParaRPr lang="en-US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23080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7F75233-B593-D41B-3B1D-B8B287F3BC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7177901"/>
                  </p:ext>
                </p:extLst>
              </p:nvPr>
            </p:nvGraphicFramePr>
            <p:xfrm>
              <a:off x="749392" y="1631809"/>
              <a:ext cx="10750946" cy="28483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0897">
                      <a:extLst>
                        <a:ext uri="{9D8B030D-6E8A-4147-A177-3AD203B41FA5}">
                          <a16:colId xmlns:a16="http://schemas.microsoft.com/office/drawing/2014/main" val="113723004"/>
                        </a:ext>
                      </a:extLst>
                    </a:gridCol>
                    <a:gridCol w="2149833">
                      <a:extLst>
                        <a:ext uri="{9D8B030D-6E8A-4147-A177-3AD203B41FA5}">
                          <a16:colId xmlns:a16="http://schemas.microsoft.com/office/drawing/2014/main" val="412546910"/>
                        </a:ext>
                      </a:extLst>
                    </a:gridCol>
                    <a:gridCol w="4775823">
                      <a:extLst>
                        <a:ext uri="{9D8B030D-6E8A-4147-A177-3AD203B41FA5}">
                          <a16:colId xmlns:a16="http://schemas.microsoft.com/office/drawing/2014/main" val="3510761127"/>
                        </a:ext>
                      </a:extLst>
                    </a:gridCol>
                    <a:gridCol w="1744393">
                      <a:extLst>
                        <a:ext uri="{9D8B030D-6E8A-4147-A177-3AD203B41FA5}">
                          <a16:colId xmlns:a16="http://schemas.microsoft.com/office/drawing/2014/main" val="3775414349"/>
                        </a:ext>
                      </a:extLst>
                    </a:gridCol>
                  </a:tblGrid>
                  <a:tr h="434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Metrics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Hardness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Approximation (offline setting)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MPC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01473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Hamming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Optimal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>
                              <a:solidFill>
                                <a:srgbClr val="FF0000"/>
                              </a:solidFill>
                            </a:rPr>
                            <a:t>1.75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4219196"/>
                      </a:ext>
                    </a:extLst>
                  </a:tr>
                  <a:tr h="434448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Spearman-footrule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Optimal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>
                              <a:solidFill>
                                <a:srgbClr val="FF0000"/>
                              </a:solidFill>
                            </a:rPr>
                            <a:t>1.75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5696021"/>
                      </a:ext>
                    </a:extLst>
                  </a:tr>
                  <a:tr h="6206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Kendall-tau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NP-hard (Alon 06)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PTAS (Kenyon-Mathieu, Schudy 07)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1.9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6145504"/>
                      </a:ext>
                    </a:extLst>
                  </a:tr>
                  <a:tr h="993023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Ulam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NP-hard (FGHS 25)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8776" t="-189571" r="-36990" b="-1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17483" t="-189571" r="-1399" b="-18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23080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239DB53-EB6C-FB60-37CB-FF6503D9A89D}"/>
              </a:ext>
            </a:extLst>
          </p:cNvPr>
          <p:cNvSpPr/>
          <p:nvPr/>
        </p:nvSpPr>
        <p:spPr>
          <a:xfrm>
            <a:off x="2628960" y="5113853"/>
            <a:ext cx="7274695" cy="10215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55600" sx="103000" sy="103000" algn="ctr" rotWithShape="0">
              <a:prstClr val="black">
                <a:alpha val="26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Remark: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Applies to some weighted version of the above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Improve (weighted) Ulam to 1.968 in offline setting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7D32589-B7ED-CE1A-863F-FDA873C15425}"/>
              </a:ext>
            </a:extLst>
          </p:cNvPr>
          <p:cNvGrpSpPr/>
          <p:nvPr/>
        </p:nvGrpSpPr>
        <p:grpSpPr>
          <a:xfrm>
            <a:off x="10248899" y="2128184"/>
            <a:ext cx="1193708" cy="1988039"/>
            <a:chOff x="10248900" y="2114550"/>
            <a:chExt cx="1193708" cy="198803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FDA65C5-E1EB-7F6E-EF39-8FACE6E01C1A}"/>
                </a:ext>
              </a:extLst>
            </p:cNvPr>
            <p:cNvSpPr/>
            <p:nvPr/>
          </p:nvSpPr>
          <p:spPr>
            <a:xfrm>
              <a:off x="10420350" y="2114550"/>
              <a:ext cx="1022258" cy="274320"/>
            </a:xfrm>
            <a:prstGeom prst="rect">
              <a:avLst/>
            </a:prstGeom>
            <a:solidFill>
              <a:srgbClr val="CCD2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E60A88A-831C-05DE-D72B-F739D223E562}"/>
                </a:ext>
              </a:extLst>
            </p:cNvPr>
            <p:cNvSpPr/>
            <p:nvPr/>
          </p:nvSpPr>
          <p:spPr>
            <a:xfrm>
              <a:off x="10420350" y="2501211"/>
              <a:ext cx="1022258" cy="274320"/>
            </a:xfrm>
            <a:prstGeom prst="rect">
              <a:avLst/>
            </a:prstGeom>
            <a:solidFill>
              <a:srgbClr val="E7EA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ADEBEA-89E8-3F59-B195-911D570D21FC}"/>
                </a:ext>
              </a:extLst>
            </p:cNvPr>
            <p:cNvSpPr/>
            <p:nvPr/>
          </p:nvSpPr>
          <p:spPr>
            <a:xfrm>
              <a:off x="10420350" y="3023962"/>
              <a:ext cx="1022258" cy="274320"/>
            </a:xfrm>
            <a:prstGeom prst="rect">
              <a:avLst/>
            </a:prstGeom>
            <a:solidFill>
              <a:srgbClr val="CCD2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D575D4F-EF94-4357-CE1F-122F5DEFB449}"/>
                </a:ext>
              </a:extLst>
            </p:cNvPr>
            <p:cNvSpPr/>
            <p:nvPr/>
          </p:nvSpPr>
          <p:spPr>
            <a:xfrm>
              <a:off x="10248900" y="3828269"/>
              <a:ext cx="1193708" cy="274320"/>
            </a:xfrm>
            <a:prstGeom prst="rect">
              <a:avLst/>
            </a:prstGeom>
            <a:solidFill>
              <a:srgbClr val="E7EA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6DA18CA-C71B-4726-2193-A55DA998B55B}"/>
              </a:ext>
            </a:extLst>
          </p:cNvPr>
          <p:cNvGrpSpPr/>
          <p:nvPr/>
        </p:nvGrpSpPr>
        <p:grpSpPr>
          <a:xfrm>
            <a:off x="11047804" y="2130272"/>
            <a:ext cx="282446" cy="2007762"/>
            <a:chOff x="11168288" y="2114550"/>
            <a:chExt cx="282446" cy="2007762"/>
          </a:xfrm>
        </p:grpSpPr>
        <p:pic>
          <p:nvPicPr>
            <p:cNvPr id="23" name="Graphic 22" descr="Question Mark with solid fill">
              <a:extLst>
                <a:ext uri="{FF2B5EF4-FFF2-40B4-BE49-F238E27FC236}">
                  <a16:creationId xmlns:a16="http://schemas.microsoft.com/office/drawing/2014/main" id="{6567A365-B18C-1F4F-C329-0B857AA71E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68288" y="2114550"/>
              <a:ext cx="274320" cy="27432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5" name="Graphic 24" descr="Question Mark with solid fill">
              <a:extLst>
                <a:ext uri="{FF2B5EF4-FFF2-40B4-BE49-F238E27FC236}">
                  <a16:creationId xmlns:a16="http://schemas.microsoft.com/office/drawing/2014/main" id="{8594D7F3-579B-8EC0-0778-1C9106E4E8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76414" y="2503170"/>
              <a:ext cx="274320" cy="27432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7" name="Graphic 26" descr="Question Mark with solid fill">
              <a:extLst>
                <a:ext uri="{FF2B5EF4-FFF2-40B4-BE49-F238E27FC236}">
                  <a16:creationId xmlns:a16="http://schemas.microsoft.com/office/drawing/2014/main" id="{1B6E81D4-C5B7-B20C-7206-BEEFC74D4B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68288" y="3038421"/>
              <a:ext cx="274320" cy="27432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9" name="Graphic 28" descr="Question Mark with solid fill">
              <a:extLst>
                <a:ext uri="{FF2B5EF4-FFF2-40B4-BE49-F238E27FC236}">
                  <a16:creationId xmlns:a16="http://schemas.microsoft.com/office/drawing/2014/main" id="{1A9E69A6-8CE1-6E67-07DE-68E2EF550F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71224" y="3847992"/>
              <a:ext cx="274320" cy="27432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7F7B21F-CE0E-FAA8-A4D9-D628F150CA0D}"/>
              </a:ext>
            </a:extLst>
          </p:cNvPr>
          <p:cNvSpPr/>
          <p:nvPr/>
        </p:nvSpPr>
        <p:spPr>
          <a:xfrm>
            <a:off x="2802078" y="1546379"/>
            <a:ext cx="2138806" cy="2925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22B86B-B978-5BA6-FC68-4220B105625F}"/>
              </a:ext>
            </a:extLst>
          </p:cNvPr>
          <p:cNvSpPr/>
          <p:nvPr/>
        </p:nvSpPr>
        <p:spPr>
          <a:xfrm>
            <a:off x="4910878" y="1562369"/>
            <a:ext cx="4798492" cy="2925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FAA3B92-1F74-02FF-ECA8-86617F6B726A}"/>
              </a:ext>
            </a:extLst>
          </p:cNvPr>
          <p:cNvSpPr/>
          <p:nvPr/>
        </p:nvSpPr>
        <p:spPr>
          <a:xfrm>
            <a:off x="663272" y="1599830"/>
            <a:ext cx="2138806" cy="29805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7D8EC27-E496-ACAB-9335-3C8017F48320}"/>
              </a:ext>
            </a:extLst>
          </p:cNvPr>
          <p:cNvGrpSpPr/>
          <p:nvPr/>
        </p:nvGrpSpPr>
        <p:grpSpPr>
          <a:xfrm>
            <a:off x="9679364" y="1306946"/>
            <a:ext cx="2003544" cy="3250511"/>
            <a:chOff x="9679364" y="1306946"/>
            <a:chExt cx="2003544" cy="3250511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5CA4A31-933A-7468-7483-C0E61FFE67F6}"/>
                </a:ext>
              </a:extLst>
            </p:cNvPr>
            <p:cNvSpPr/>
            <p:nvPr/>
          </p:nvSpPr>
          <p:spPr>
            <a:xfrm>
              <a:off x="9679364" y="1306946"/>
              <a:ext cx="1911807" cy="325051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E42CC16-9683-0087-9971-4EE500688B0C}"/>
                </a:ext>
              </a:extLst>
            </p:cNvPr>
            <p:cNvSpPr txBox="1"/>
            <p:nvPr/>
          </p:nvSpPr>
          <p:spPr>
            <a:xfrm>
              <a:off x="10008599" y="1309538"/>
              <a:ext cx="16743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New result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14566631-87BA-6B13-3A09-6821A7257271}"/>
              </a:ext>
            </a:extLst>
          </p:cNvPr>
          <p:cNvSpPr/>
          <p:nvPr/>
        </p:nvSpPr>
        <p:spPr>
          <a:xfrm>
            <a:off x="9674651" y="1599830"/>
            <a:ext cx="1911807" cy="2925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71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 animBg="1"/>
      <p:bldP spid="17" grpId="0" animBg="1"/>
      <p:bldP spid="19" grpId="0" animBg="1"/>
      <p:bldP spid="39" grpId="0" animBg="1"/>
      <p:bldP spid="39" grpId="1" animBg="1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6E5157-DA58-F973-C42A-B13849743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B5EF4-1C8E-A475-D0B3-7E9922AC3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353800" cy="79267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Our contributions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1E1963-FE8A-503D-C924-68C88B6060FA}"/>
              </a:ext>
            </a:extLst>
          </p:cNvPr>
          <p:cNvSpPr/>
          <p:nvPr/>
        </p:nvSpPr>
        <p:spPr>
          <a:xfrm>
            <a:off x="2013277" y="1679908"/>
            <a:ext cx="3757153" cy="468712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15F9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751032-AF36-040E-CAE3-A029AD1C313B}"/>
              </a:ext>
            </a:extLst>
          </p:cNvPr>
          <p:cNvSpPr txBox="1"/>
          <p:nvPr/>
        </p:nvSpPr>
        <p:spPr>
          <a:xfrm>
            <a:off x="2392219" y="2019295"/>
            <a:ext cx="2999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>
                <a:gradFill flip="none" rotWithShape="1">
                  <a:gsLst>
                    <a:gs pos="0">
                      <a:srgbClr val="002060"/>
                    </a:gs>
                    <a:gs pos="51000">
                      <a:schemeClr val="accent4">
                        <a:lumMod val="97000"/>
                        <a:lumOff val="3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</a:rPr>
              <a:t>A new unified framework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2453BF-CBFA-486F-E303-B0ABA0B4D8A9}"/>
              </a:ext>
            </a:extLst>
          </p:cNvPr>
          <p:cNvSpPr/>
          <p:nvPr/>
        </p:nvSpPr>
        <p:spPr>
          <a:xfrm>
            <a:off x="6151862" y="1679908"/>
            <a:ext cx="4203608" cy="468712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15F9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84E9BE-E3B1-349A-BE30-B53C5216A800}"/>
                  </a:ext>
                </a:extLst>
              </p:cNvPr>
              <p:cNvSpPr txBox="1"/>
              <p:nvPr/>
            </p:nvSpPr>
            <p:spPr>
              <a:xfrm>
                <a:off x="6487630" y="1881051"/>
                <a:ext cx="353267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gradFill flip="none" rotWithShape="1">
                      <a:gsLst>
                        <a:gs pos="0">
                          <a:srgbClr val="002060"/>
                        </a:gs>
                        <a:gs pos="51000">
                          <a:schemeClr val="accent4">
                            <a:lumMod val="97000"/>
                            <a:lumOff val="3000"/>
                          </a:schemeClr>
                        </a:gs>
                        <a:gs pos="100000">
                          <a:schemeClr val="accent4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  <a:tileRect/>
                    </a:gradFill>
                  </a:defRPr>
                </a:lvl1pPr>
              </a:lstStyle>
              <a:p>
                <a:r>
                  <a:rPr lang="en-US">
                    <a:solidFill>
                      <a:srgbClr val="00B050"/>
                    </a:solidFill>
                  </a:rPr>
                  <a:t>MPC-friendly</a:t>
                </a:r>
                <a:r>
                  <a:rPr lang="en-US"/>
                  <a:t> Local algorithms (aggregating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84E9BE-E3B1-349A-BE30-B53C5216A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630" y="1881051"/>
                <a:ext cx="3532670" cy="646331"/>
              </a:xfrm>
              <a:prstGeom prst="rect">
                <a:avLst/>
              </a:prstGeom>
              <a:blipFill>
                <a:blip r:embed="rId3"/>
                <a:stretch>
                  <a:fillRect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39B474ED-6737-75E7-7628-7A6DEFA85842}"/>
                  </a:ext>
                </a:extLst>
              </p:cNvPr>
              <p:cNvSpPr/>
              <p:nvPr/>
            </p:nvSpPr>
            <p:spPr>
              <a:xfrm>
                <a:off x="2474417" y="2541401"/>
                <a:ext cx="2834871" cy="1598833"/>
              </a:xfrm>
              <a:prstGeom prst="roundRect">
                <a:avLst/>
              </a:prstGeom>
              <a:solidFill>
                <a:srgbClr val="ECF3F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Either </a:t>
                </a:r>
                <a14:m>
                  <m:oMath xmlns:m="http://schemas.openxmlformats.org/officeDocument/2006/math">
                    <m:r>
                      <a:rPr lang="en-US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∃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>
                    <a:solidFill>
                      <a:srgbClr val="215F9A"/>
                    </a:solidFill>
                  </a:rPr>
                  <a:t> close to a median</a:t>
                </a:r>
              </a:p>
            </p:txBody>
          </p:sp>
        </mc:Choice>
        <mc:Fallback xmlns="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39B474ED-6737-75E7-7628-7A6DEFA858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417" y="2541401"/>
                <a:ext cx="2834871" cy="159883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3536F81E-C9CC-424E-19B3-070C49396882}"/>
                  </a:ext>
                </a:extLst>
              </p:cNvPr>
              <p:cNvSpPr/>
              <p:nvPr/>
            </p:nvSpPr>
            <p:spPr>
              <a:xfrm>
                <a:off x="2474416" y="4284867"/>
                <a:ext cx="2834871" cy="189884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Or </a:t>
                </a:r>
                <a14:m>
                  <m:oMath xmlns:m="http://schemas.openxmlformats.org/officeDocument/2006/math">
                    <m:r>
                      <a:rPr lang="en-US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∃ </m:t>
                    </m:r>
                    <m:r>
                      <m:rPr>
                        <m:sty m:val="p"/>
                      </m:rPr>
                      <a:rPr lang="en-US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US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>
                    <a:solidFill>
                      <a:srgbClr val="215F9A"/>
                    </a:solidFill>
                  </a:rPr>
                  <a:t> : a good approximation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med</m:t>
                    </m:r>
                    <m:d>
                      <m:dPr>
                        <m:ctrlPr>
                          <a:rPr lang="en-US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215F9A"/>
                    </a:solidFill>
                  </a:rPr>
                  <a:t> (local solution) is close to a median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Local – global property</a:t>
                </a:r>
              </a:p>
            </p:txBody>
          </p:sp>
        </mc:Choice>
        <mc:Fallback xmlns="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3536F81E-C9CC-424E-19B3-070C493968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416" y="4284867"/>
                <a:ext cx="2834871" cy="189884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F67C64E-FCD0-7245-D42A-E54FC98795AA}"/>
              </a:ext>
            </a:extLst>
          </p:cNvPr>
          <p:cNvSpPr/>
          <p:nvPr/>
        </p:nvSpPr>
        <p:spPr>
          <a:xfrm>
            <a:off x="6487631" y="2541402"/>
            <a:ext cx="1645927" cy="159883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>
                <a:solidFill>
                  <a:srgbClr val="215F9A"/>
                </a:solidFill>
              </a:rPr>
              <a:t>Ulam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DD75880-3F6E-815B-5E50-5EFC05FD4B91}"/>
              </a:ext>
            </a:extLst>
          </p:cNvPr>
          <p:cNvSpPr/>
          <p:nvPr/>
        </p:nvSpPr>
        <p:spPr>
          <a:xfrm>
            <a:off x="6487630" y="4286854"/>
            <a:ext cx="1645927" cy="1598833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15F9A"/>
                </a:solidFill>
              </a:rPr>
              <a:t>Hamming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0EBC954-903A-53F3-B631-582855038C54}"/>
              </a:ext>
            </a:extLst>
          </p:cNvPr>
          <p:cNvSpPr/>
          <p:nvPr/>
        </p:nvSpPr>
        <p:spPr>
          <a:xfrm>
            <a:off x="8300147" y="2541401"/>
            <a:ext cx="1645927" cy="159883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15F9A"/>
                </a:solidFill>
              </a:rPr>
              <a:t>Kendall-tau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409DB8B-5FA5-25DF-C561-5F36BA52CA86}"/>
              </a:ext>
            </a:extLst>
          </p:cNvPr>
          <p:cNvSpPr/>
          <p:nvPr/>
        </p:nvSpPr>
        <p:spPr>
          <a:xfrm>
            <a:off x="8300146" y="4286853"/>
            <a:ext cx="1645927" cy="1598833"/>
          </a:xfrm>
          <a:prstGeom prst="roundRect">
            <a:avLst/>
          </a:prstGeom>
          <a:solidFill>
            <a:srgbClr val="CDE0F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15F9A"/>
                </a:solidFill>
              </a:rPr>
              <a:t>Spearman-Footrule</a:t>
            </a:r>
          </a:p>
        </p:txBody>
      </p:sp>
    </p:spTree>
    <p:extLst>
      <p:ext uri="{BB962C8B-B14F-4D97-AF65-F5344CB8AC3E}">
        <p14:creationId xmlns:p14="http://schemas.microsoft.com/office/powerpoint/2010/main" val="1522133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6C6AC"/>
                                      </p:to>
                                    </p:animClr>
                                    <p:set>
                                      <p:cBhvr>
                                        <p:cTn id="6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6C6AC"/>
                                      </p:to>
                                    </p:animClr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6C6AC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3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6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9" dur="indefinite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2" dur="indefinite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5" dur="indefinite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  <p:bldP spid="12" grpId="0" animBg="1"/>
      <p:bldP spid="9" grpId="0"/>
      <p:bldP spid="10" grpId="0" animBg="1"/>
      <p:bldP spid="10" grpId="1" animBg="1"/>
      <p:bldP spid="14" grpId="0" animBg="1"/>
      <p:bldP spid="14" grpId="1" animBg="1"/>
      <p:bldP spid="23" grpId="0" animBg="1"/>
      <p:bldP spid="29" grpId="0" animBg="1"/>
      <p:bldP spid="29" grpId="1" animBg="1"/>
      <p:bldP spid="31" grpId="0" animBg="1"/>
      <p:bldP spid="31" grpId="1" animBg="1"/>
      <p:bldP spid="33" grpId="0" animBg="1"/>
      <p:bldP spid="33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0E04318-6A68-233A-F247-DE23556100FC}"/>
              </a:ext>
            </a:extLst>
          </p:cNvPr>
          <p:cNvGrpSpPr/>
          <p:nvPr/>
        </p:nvGrpSpPr>
        <p:grpSpPr>
          <a:xfrm>
            <a:off x="3352800" y="1598183"/>
            <a:ext cx="6096000" cy="4120991"/>
            <a:chOff x="3352800" y="1598183"/>
            <a:chExt cx="6096000" cy="412099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5F0D466-E6FC-E23A-F6B8-A32A54D179B9}"/>
                </a:ext>
              </a:extLst>
            </p:cNvPr>
            <p:cNvSpPr/>
            <p:nvPr/>
          </p:nvSpPr>
          <p:spPr>
            <a:xfrm>
              <a:off x="4310155" y="2038714"/>
              <a:ext cx="4122420" cy="368046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>
                <a:solidFill>
                  <a:srgbClr val="215F9A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AE61236-01A5-7408-D2D8-43C87DFFC514}"/>
                    </a:ext>
                  </a:extLst>
                </p:cNvPr>
                <p:cNvSpPr txBox="1"/>
                <p:nvPr/>
              </p:nvSpPr>
              <p:spPr>
                <a:xfrm>
                  <a:off x="3352800" y="2512583"/>
                  <a:ext cx="6096000" cy="4664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dirty="0">
                      <a:solidFill>
                        <a:srgbClr val="002060"/>
                      </a:solidFill>
                    </a:rPr>
                    <a:t>Repeat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a14:m>
                  <a:r>
                    <a:rPr lang="en-US" dirty="0">
                      <a:solidFill>
                        <a:srgbClr val="002060"/>
                      </a:solidFill>
                    </a:rPr>
                    <a:t> times: </a:t>
                  </a: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AE61236-01A5-7408-D2D8-43C87DFFC5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2800" y="2512583"/>
                  <a:ext cx="6096000" cy="466474"/>
                </a:xfrm>
                <a:prstGeom prst="rect">
                  <a:avLst/>
                </a:prstGeom>
                <a:blipFill>
                  <a:blip r:embed="rId3"/>
                  <a:stretch>
                    <a:fillRect b="-207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" name="Graphic 16" descr="Badge with solid fill">
              <a:extLst>
                <a:ext uri="{FF2B5EF4-FFF2-40B4-BE49-F238E27FC236}">
                  <a16:creationId xmlns:a16="http://schemas.microsoft.com/office/drawing/2014/main" id="{013778D5-F047-4AC0-8A29-B7668A913D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955029" y="1598183"/>
              <a:ext cx="914400" cy="9144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9A68DE8-2465-B72B-1348-3752CADC5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1582400" cy="83121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Framework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18E50373-33E0-C013-09BF-A65ED971242A}"/>
                  </a:ext>
                </a:extLst>
              </p:cNvPr>
              <p:cNvSpPr/>
              <p:nvPr/>
            </p:nvSpPr>
            <p:spPr>
              <a:xfrm>
                <a:off x="4544289" y="3284298"/>
                <a:ext cx="3735883" cy="508492"/>
              </a:xfrm>
              <a:prstGeom prst="roundRect">
                <a:avLst/>
              </a:prstGeom>
              <a:solidFill>
                <a:srgbClr val="ECF3F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dirty="0">
                    <a:solidFill>
                      <a:srgbClr val="215F9A"/>
                    </a:solidFill>
                  </a:rPr>
                  <a:t>a. 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rgbClr val="215F9A"/>
                    </a:solidFill>
                  </a:rPr>
                  <a:t>points sampled from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18E50373-33E0-C013-09BF-A65ED97124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289" y="3284298"/>
                <a:ext cx="3735883" cy="50849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AC789C22-9820-6E0C-FD26-C54AF0448516}"/>
                  </a:ext>
                </a:extLst>
              </p:cNvPr>
              <p:cNvSpPr/>
              <p:nvPr/>
            </p:nvSpPr>
            <p:spPr>
              <a:xfrm>
                <a:off x="4544288" y="3936798"/>
                <a:ext cx="3735883" cy="508492"/>
              </a:xfrm>
              <a:prstGeom prst="roundRect">
                <a:avLst/>
              </a:prstGeom>
              <a:solidFill>
                <a:srgbClr val="ECF3F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b. 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dirty="0">
                    <a:solidFill>
                      <a:srgbClr val="215F9A"/>
                    </a:solidFill>
                  </a:rPr>
                  <a:t> local solution of </a:t>
                </a:r>
                <a14:m>
                  <m:oMath xmlns:m="http://schemas.openxmlformats.org/officeDocument/2006/math">
                    <m:r>
                      <a:rPr lang="en-US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AC789C22-9820-6E0C-FD26-C54AF04485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288" y="3936798"/>
                <a:ext cx="3735883" cy="50849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2E698E75-0AC6-C0C9-FB97-FE2D94E7677B}"/>
                  </a:ext>
                </a:extLst>
              </p:cNvPr>
              <p:cNvSpPr/>
              <p:nvPr/>
            </p:nvSpPr>
            <p:spPr>
              <a:xfrm>
                <a:off x="4544288" y="4589298"/>
                <a:ext cx="3735883" cy="508492"/>
              </a:xfrm>
              <a:prstGeom prst="roundRect">
                <a:avLst/>
              </a:prstGeom>
              <a:solidFill>
                <a:srgbClr val="ECF3F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c.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lit/>
                      </m:rPr>
                      <a:rPr lang="en-US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lit/>
                      </m:rPr>
                      <a:rPr lang="en-US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2E698E75-0AC6-C0C9-FB97-FE2D94E767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288" y="4589298"/>
                <a:ext cx="3735883" cy="50849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5E759850-13FF-DC98-D68D-CA057DEC0852}"/>
              </a:ext>
            </a:extLst>
          </p:cNvPr>
          <p:cNvGrpSpPr/>
          <p:nvPr/>
        </p:nvGrpSpPr>
        <p:grpSpPr>
          <a:xfrm>
            <a:off x="8673650" y="2349384"/>
            <a:ext cx="3086100" cy="2124535"/>
            <a:chOff x="8673650" y="2349384"/>
            <a:chExt cx="3086100" cy="21245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: Rounded Corners 5">
                  <a:extLst>
                    <a:ext uri="{FF2B5EF4-FFF2-40B4-BE49-F238E27FC236}">
                      <a16:creationId xmlns:a16="http://schemas.microsoft.com/office/drawing/2014/main" id="{0A638465-4A47-31D3-8D1F-A36299540649}"/>
                    </a:ext>
                  </a:extLst>
                </p:cNvPr>
                <p:cNvSpPr/>
                <p:nvPr/>
              </p:nvSpPr>
              <p:spPr>
                <a:xfrm>
                  <a:off x="8673650" y="2875086"/>
                  <a:ext cx="3086100" cy="1598833"/>
                </a:xfrm>
                <a:prstGeom prst="roundRect">
                  <a:avLst/>
                </a:prstGeom>
                <a:solidFill>
                  <a:srgbClr val="CDE0F3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dirty="0">
                      <a:solidFill>
                        <a:srgbClr val="002060"/>
                      </a:solidFill>
                    </a:rPr>
                    <a:t>Output the best from </a:t>
                  </a:r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Rectangle: Rounded Corners 5">
                  <a:extLst>
                    <a:ext uri="{FF2B5EF4-FFF2-40B4-BE49-F238E27FC236}">
                      <a16:creationId xmlns:a16="http://schemas.microsoft.com/office/drawing/2014/main" id="{0A638465-4A47-31D3-8D1F-A362995406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3650" y="2875086"/>
                  <a:ext cx="3086100" cy="1598833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9" name="Graphic 18" descr="Badge 3 with solid fill">
              <a:extLst>
                <a:ext uri="{FF2B5EF4-FFF2-40B4-BE49-F238E27FC236}">
                  <a16:creationId xmlns:a16="http://schemas.microsoft.com/office/drawing/2014/main" id="{09177AF0-CD0E-50A4-66DD-2555D1961B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773173" y="2349384"/>
              <a:ext cx="914400" cy="91440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6462FA2-89F0-B527-7B17-DADDD246923C}"/>
              </a:ext>
            </a:extLst>
          </p:cNvPr>
          <p:cNvGrpSpPr/>
          <p:nvPr/>
        </p:nvGrpSpPr>
        <p:grpSpPr>
          <a:xfrm>
            <a:off x="475889" y="2349384"/>
            <a:ext cx="3593191" cy="2095906"/>
            <a:chOff x="475889" y="2349384"/>
            <a:chExt cx="3593191" cy="2095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382FC89B-75A3-1BFF-ACB8-075B7DB58545}"/>
                    </a:ext>
                  </a:extLst>
                </p:cNvPr>
                <p:cNvSpPr/>
                <p:nvPr/>
              </p:nvSpPr>
              <p:spPr>
                <a:xfrm>
                  <a:off x="475889" y="2846457"/>
                  <a:ext cx="3593191" cy="1598833"/>
                </a:xfrm>
                <a:prstGeom prst="roundRect">
                  <a:avLst/>
                </a:prstGeom>
                <a:solidFill>
                  <a:srgbClr val="ECF3FA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func>
                        <m:funcPr>
                          <m:ctrlPr>
                            <a:rPr lang="en-US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>
                      <a:solidFill>
                        <a:srgbClr val="002060"/>
                      </a:solidFill>
                    </a:rPr>
                    <a:t>points sampled from </a:t>
                  </a:r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382FC89B-75A3-1BFF-ACB8-075B7DB585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889" y="2846457"/>
                  <a:ext cx="3593191" cy="1598833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1" name="Graphic 20" descr="Badge 1 with solid fill">
              <a:extLst>
                <a:ext uri="{FF2B5EF4-FFF2-40B4-BE49-F238E27FC236}">
                  <a16:creationId xmlns:a16="http://schemas.microsoft.com/office/drawing/2014/main" id="{73EB8315-2A5B-40B1-4307-4480350E57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815284" y="234938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4169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1A984"/>
                                      </p:to>
                                    </p:animClr>
                                    <p:set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B84FAE-74F5-AC2B-4B22-20DF225FA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F2E53-72E1-F60C-BA05-1D915845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1582400" cy="83121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Quantify Triangle Inequality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F8F50A-59D2-6A90-92A0-92CF6C399468}"/>
                  </a:ext>
                </a:extLst>
              </p:cNvPr>
              <p:cNvSpPr txBox="1"/>
              <p:nvPr/>
            </p:nvSpPr>
            <p:spPr>
              <a:xfrm>
                <a:off x="622092" y="1341058"/>
                <a:ext cx="4744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lang="en-US" dirty="0"/>
                  <a:t> a metric space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𝒳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dist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F8F50A-59D2-6A90-92A0-92CF6C399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92" y="1341058"/>
                <a:ext cx="4744056" cy="369332"/>
              </a:xfrm>
              <a:prstGeom prst="rect">
                <a:avLst/>
              </a:prstGeom>
              <a:blipFill>
                <a:blip r:embed="rId3"/>
                <a:stretch>
                  <a:fillRect t="-8197" r="-2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FDA7D61-4F18-0E9C-54ED-58F6B5E5BE2D}"/>
                  </a:ext>
                </a:extLst>
              </p:cNvPr>
              <p:cNvSpPr txBox="1"/>
              <p:nvPr/>
            </p:nvSpPr>
            <p:spPr>
              <a:xfrm>
                <a:off x="1663908" y="1899368"/>
                <a:ext cx="9022598" cy="5887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𝒳</m:t>
                      </m:r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sSub>
                        <m:sSubPr>
                          <m:ctrlPr>
                            <a:rPr lang="en-US" sz="28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dist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dist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dist</m:t>
                      </m:r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FDA7D61-4F18-0E9C-54ED-58F6B5E5B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908" y="1899368"/>
                <a:ext cx="9022598" cy="5887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AE64183-4CED-6BD1-934C-E136E66412B8}"/>
              </a:ext>
            </a:extLst>
          </p:cNvPr>
          <p:cNvSpPr txBox="1"/>
          <p:nvPr/>
        </p:nvSpPr>
        <p:spPr>
          <a:xfrm>
            <a:off x="834556" y="2019714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Slack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EC76C0-B4E1-A174-1EF4-EE9B83634246}"/>
              </a:ext>
            </a:extLst>
          </p:cNvPr>
          <p:cNvSpPr txBox="1"/>
          <p:nvPr/>
        </p:nvSpPr>
        <p:spPr>
          <a:xfrm>
            <a:off x="270301" y="3129886"/>
            <a:ext cx="2858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Quantify triangle inequality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4245FAB2-0B60-5A85-8988-F8D6A03037C7}"/>
              </a:ext>
            </a:extLst>
          </p:cNvPr>
          <p:cNvSpPr/>
          <p:nvPr/>
        </p:nvSpPr>
        <p:spPr>
          <a:xfrm rot="10800000">
            <a:off x="1029930" y="2438174"/>
            <a:ext cx="329783" cy="524656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070EF29-5CBA-A1FB-827C-C8D1E2FCC40B}"/>
              </a:ext>
            </a:extLst>
          </p:cNvPr>
          <p:cNvSpPr/>
          <p:nvPr/>
        </p:nvSpPr>
        <p:spPr>
          <a:xfrm>
            <a:off x="8366681" y="2619773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719E972-6C28-9457-0CA6-C1547800540E}"/>
              </a:ext>
            </a:extLst>
          </p:cNvPr>
          <p:cNvSpPr/>
          <p:nvPr/>
        </p:nvSpPr>
        <p:spPr>
          <a:xfrm>
            <a:off x="9770135" y="3222026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D8799C1-7953-B0D6-3D01-E6F55199005C}"/>
                  </a:ext>
                </a:extLst>
              </p:cNvPr>
              <p:cNvSpPr txBox="1"/>
              <p:nvPr/>
            </p:nvSpPr>
            <p:spPr>
              <a:xfrm>
                <a:off x="8267621" y="2250441"/>
                <a:ext cx="4267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D8799C1-7953-B0D6-3D01-E6F551990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621" y="2250441"/>
                <a:ext cx="426719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BB8234A-7881-A7D8-188F-4B26B47153B3}"/>
                  </a:ext>
                </a:extLst>
              </p:cNvPr>
              <p:cNvSpPr txBox="1"/>
              <p:nvPr/>
            </p:nvSpPr>
            <p:spPr>
              <a:xfrm>
                <a:off x="9831327" y="2784548"/>
                <a:ext cx="444224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BB8234A-7881-A7D8-188F-4B26B4715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1327" y="2784548"/>
                <a:ext cx="444224" cy="391646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>
            <a:extLst>
              <a:ext uri="{FF2B5EF4-FFF2-40B4-BE49-F238E27FC236}">
                <a16:creationId xmlns:a16="http://schemas.microsoft.com/office/drawing/2014/main" id="{727657B4-8A48-2156-EA2B-C97CC0DFAD06}"/>
              </a:ext>
            </a:extLst>
          </p:cNvPr>
          <p:cNvSpPr/>
          <p:nvPr/>
        </p:nvSpPr>
        <p:spPr>
          <a:xfrm>
            <a:off x="8423831" y="3993508"/>
            <a:ext cx="114300" cy="1143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05D7876-C5E4-758A-95F8-588D40FE235B}"/>
                  </a:ext>
                </a:extLst>
              </p:cNvPr>
              <p:cNvSpPr txBox="1"/>
              <p:nvPr/>
            </p:nvSpPr>
            <p:spPr>
              <a:xfrm>
                <a:off x="8243044" y="4107808"/>
                <a:ext cx="361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05D7876-C5E4-758A-95F8-588D40FE2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044" y="4107808"/>
                <a:ext cx="36157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1EF34D4-E895-2157-6B46-BBA4CC47F544}"/>
              </a:ext>
            </a:extLst>
          </p:cNvPr>
          <p:cNvCxnSpPr>
            <a:stCxn id="26" idx="5"/>
            <a:endCxn id="28" idx="5"/>
          </p:cNvCxnSpPr>
          <p:nvPr/>
        </p:nvCxnSpPr>
        <p:spPr>
          <a:xfrm>
            <a:off x="8464242" y="2717334"/>
            <a:ext cx="1403454" cy="6022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E9C9043-C619-BED5-952B-E6D127D2FE53}"/>
              </a:ext>
            </a:extLst>
          </p:cNvPr>
          <p:cNvCxnSpPr>
            <a:cxnSpLocks/>
            <a:stCxn id="26" idx="5"/>
            <a:endCxn id="35" idx="0"/>
          </p:cNvCxnSpPr>
          <p:nvPr/>
        </p:nvCxnSpPr>
        <p:spPr>
          <a:xfrm>
            <a:off x="8464242" y="2717334"/>
            <a:ext cx="16739" cy="127617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AB29C4C-111E-0A5A-5243-1C2E3089539E}"/>
              </a:ext>
            </a:extLst>
          </p:cNvPr>
          <p:cNvCxnSpPr>
            <a:cxnSpLocks/>
            <a:stCxn id="35" idx="4"/>
            <a:endCxn id="28" idx="2"/>
          </p:cNvCxnSpPr>
          <p:nvPr/>
        </p:nvCxnSpPr>
        <p:spPr>
          <a:xfrm flipV="1">
            <a:off x="8480981" y="3279176"/>
            <a:ext cx="1289154" cy="828632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5DB2751-6758-CDEA-CD0E-6DF95C9C2DAE}"/>
                  </a:ext>
                </a:extLst>
              </p:cNvPr>
              <p:cNvSpPr txBox="1"/>
              <p:nvPr/>
            </p:nvSpPr>
            <p:spPr>
              <a:xfrm>
                <a:off x="7702042" y="3236274"/>
                <a:ext cx="12055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dist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5DB2751-6758-CDEA-CD0E-6DF95C9C2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042" y="3236274"/>
                <a:ext cx="1205586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8BF2CED-BDAE-673E-C2EA-C765A90B48CD}"/>
                  </a:ext>
                </a:extLst>
              </p:cNvPr>
              <p:cNvSpPr txBox="1"/>
              <p:nvPr/>
            </p:nvSpPr>
            <p:spPr>
              <a:xfrm>
                <a:off x="8982683" y="3696763"/>
                <a:ext cx="95250" cy="411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dist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8BF2CED-BDAE-673E-C2EA-C765A90B4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2683" y="3696763"/>
                <a:ext cx="95250" cy="411395"/>
              </a:xfrm>
              <a:prstGeom prst="rect">
                <a:avLst/>
              </a:prstGeom>
              <a:blipFill>
                <a:blip r:embed="rId9"/>
                <a:stretch>
                  <a:fillRect l="-46667" r="-103333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837B4D3-7420-C467-4BF2-568EC861C3F8}"/>
                  </a:ext>
                </a:extLst>
              </p:cNvPr>
              <p:cNvSpPr txBox="1"/>
              <p:nvPr/>
            </p:nvSpPr>
            <p:spPr>
              <a:xfrm>
                <a:off x="8764788" y="2498449"/>
                <a:ext cx="95250" cy="411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dist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837B4D3-7420-C467-4BF2-568EC861C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4788" y="2498449"/>
                <a:ext cx="95250" cy="411395"/>
              </a:xfrm>
              <a:prstGeom prst="rect">
                <a:avLst/>
              </a:prstGeom>
              <a:blipFill>
                <a:blip r:embed="rId10"/>
                <a:stretch>
                  <a:fillRect l="-40000" r="-1100000"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E0BB995A-FCC4-9160-6B57-BBC792A54DB7}"/>
              </a:ext>
            </a:extLst>
          </p:cNvPr>
          <p:cNvGrpSpPr/>
          <p:nvPr/>
        </p:nvGrpSpPr>
        <p:grpSpPr>
          <a:xfrm>
            <a:off x="2827466" y="3586203"/>
            <a:ext cx="6537068" cy="2618881"/>
            <a:chOff x="337279" y="3528909"/>
            <a:chExt cx="6537068" cy="26188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B6C1C37-8DF4-BB09-06D5-04CB0B4B020A}"/>
                    </a:ext>
                  </a:extLst>
                </p:cNvPr>
                <p:cNvSpPr txBox="1"/>
                <p:nvPr/>
              </p:nvSpPr>
              <p:spPr>
                <a:xfrm>
                  <a:off x="337279" y="4576897"/>
                  <a:ext cx="3083280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Small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/>
                    <a:t> are far</a:t>
                  </a: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B6C1C37-8DF4-BB09-06D5-04CB0B4B02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279" y="4576897"/>
                  <a:ext cx="3083280" cy="391646"/>
                </a:xfrm>
                <a:prstGeom prst="rect">
                  <a:avLst/>
                </a:prstGeom>
                <a:blipFill>
                  <a:blip r:embed="rId11"/>
                  <a:stretch>
                    <a:fillRect l="-1779" t="-4688" r="-593" b="-218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DAA6F4D-E4E5-1525-690A-FAEAE81F508E}"/>
                </a:ext>
              </a:extLst>
            </p:cNvPr>
            <p:cNvSpPr/>
            <p:nvPr/>
          </p:nvSpPr>
          <p:spPr>
            <a:xfrm>
              <a:off x="3249492" y="3828097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650112B-7268-00B4-2250-B4745BF3EAA7}"/>
                </a:ext>
              </a:extLst>
            </p:cNvPr>
            <p:cNvSpPr/>
            <p:nvPr/>
          </p:nvSpPr>
          <p:spPr>
            <a:xfrm>
              <a:off x="6372973" y="5394702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B47EEC5-5AAB-83C4-F2D1-B21D9A17F48B}"/>
                    </a:ext>
                  </a:extLst>
                </p:cNvPr>
                <p:cNvSpPr txBox="1"/>
                <p:nvPr/>
              </p:nvSpPr>
              <p:spPr>
                <a:xfrm>
                  <a:off x="2993840" y="3528909"/>
                  <a:ext cx="42671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B47EEC5-5AAB-83C4-F2D1-B21D9A17F4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840" y="3528909"/>
                  <a:ext cx="426719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F6CEBEF7-A182-9B73-40CE-3908B44A9002}"/>
                    </a:ext>
                  </a:extLst>
                </p:cNvPr>
                <p:cNvSpPr txBox="1"/>
                <p:nvPr/>
              </p:nvSpPr>
              <p:spPr>
                <a:xfrm>
                  <a:off x="6430123" y="5157767"/>
                  <a:ext cx="444224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F6CEBEF7-A182-9B73-40CE-3908B44A90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0123" y="5157767"/>
                  <a:ext cx="444224" cy="391646"/>
                </a:xfrm>
                <a:prstGeom prst="rect">
                  <a:avLst/>
                </a:prstGeom>
                <a:blipFill>
                  <a:blip r:embed="rId13"/>
                  <a:stretch>
                    <a:fillRect b="-61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36A098B-5A95-F493-0A0F-AF9AF83C75D3}"/>
                </a:ext>
              </a:extLst>
            </p:cNvPr>
            <p:cNvSpPr/>
            <p:nvPr/>
          </p:nvSpPr>
          <p:spPr>
            <a:xfrm>
              <a:off x="4115722" y="5664158"/>
              <a:ext cx="114300" cy="1143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DF536AF9-8269-3566-1EBD-F31BD404912A}"/>
                    </a:ext>
                  </a:extLst>
                </p:cNvPr>
                <p:cNvSpPr txBox="1"/>
                <p:nvPr/>
              </p:nvSpPr>
              <p:spPr>
                <a:xfrm>
                  <a:off x="3934935" y="5778458"/>
                  <a:ext cx="3615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DF536AF9-8269-3566-1EBD-F31BD40491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4935" y="5778458"/>
                  <a:ext cx="361574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88B76AF-30CC-9A61-38B1-B61C4CB226E2}"/>
                </a:ext>
              </a:extLst>
            </p:cNvPr>
            <p:cNvCxnSpPr>
              <a:cxnSpLocks/>
              <a:stCxn id="60" idx="6"/>
              <a:endCxn id="61" idx="1"/>
            </p:cNvCxnSpPr>
            <p:nvPr/>
          </p:nvCxnSpPr>
          <p:spPr>
            <a:xfrm>
              <a:off x="3363792" y="3885247"/>
              <a:ext cx="3025920" cy="152619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5E778C2-8FA9-8BBD-90BB-865314764187}"/>
                </a:ext>
              </a:extLst>
            </p:cNvPr>
            <p:cNvCxnSpPr>
              <a:cxnSpLocks/>
              <a:stCxn id="60" idx="5"/>
              <a:endCxn id="64" idx="0"/>
            </p:cNvCxnSpPr>
            <p:nvPr/>
          </p:nvCxnSpPr>
          <p:spPr>
            <a:xfrm>
              <a:off x="3347053" y="3925658"/>
              <a:ext cx="825819" cy="1738500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D746B12-DE0D-E594-28A4-519C128C2F05}"/>
                </a:ext>
              </a:extLst>
            </p:cNvPr>
            <p:cNvCxnSpPr>
              <a:cxnSpLocks/>
              <a:stCxn id="64" idx="4"/>
              <a:endCxn id="61" idx="2"/>
            </p:cNvCxnSpPr>
            <p:nvPr/>
          </p:nvCxnSpPr>
          <p:spPr>
            <a:xfrm flipV="1">
              <a:off x="4172872" y="5451852"/>
              <a:ext cx="2200101" cy="326606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91013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8" grpId="0"/>
      <p:bldP spid="20" grpId="0" animBg="1"/>
      <p:bldP spid="26" grpId="0" animBg="1"/>
      <p:bldP spid="28" grpId="0" animBg="1"/>
      <p:bldP spid="29" grpId="0"/>
      <p:bldP spid="31" grpId="0"/>
      <p:bldP spid="35" grpId="0" animBg="1"/>
      <p:bldP spid="37" grpId="0"/>
      <p:bldP spid="50" grpId="0"/>
      <p:bldP spid="56" grpId="0"/>
      <p:bldP spid="5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75283D-43CB-CAB0-0912-5D90EFC05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D1DB2-A86B-89BA-C01F-D425DEB57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1582400" cy="83121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Quantify Triangle Inequality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B3F044-A60A-DD50-8799-CB3BED5B85DA}"/>
                  </a:ext>
                </a:extLst>
              </p:cNvPr>
              <p:cNvSpPr txBox="1"/>
              <p:nvPr/>
            </p:nvSpPr>
            <p:spPr>
              <a:xfrm>
                <a:off x="622092" y="1341058"/>
                <a:ext cx="4744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lang="en-US" dirty="0"/>
                  <a:t> a metric space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𝒳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dist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B3F044-A60A-DD50-8799-CB3BED5B8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92" y="1341058"/>
                <a:ext cx="4744056" cy="369332"/>
              </a:xfrm>
              <a:prstGeom prst="rect">
                <a:avLst/>
              </a:prstGeom>
              <a:blipFill>
                <a:blip r:embed="rId3"/>
                <a:stretch>
                  <a:fillRect t="-8197" r="-2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FBA22F-975E-5B9A-A527-2F49E12AEA56}"/>
                  </a:ext>
                </a:extLst>
              </p:cNvPr>
              <p:cNvSpPr txBox="1"/>
              <p:nvPr/>
            </p:nvSpPr>
            <p:spPr>
              <a:xfrm>
                <a:off x="1663908" y="1899368"/>
                <a:ext cx="9022598" cy="5887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𝒳</m:t>
                      </m:r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sSub>
                        <m:sSubPr>
                          <m:ctrlPr>
                            <a:rPr lang="en-US" sz="28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dist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dist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dist</m:t>
                      </m:r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FBA22F-975E-5B9A-A527-2F49E12AE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908" y="1899368"/>
                <a:ext cx="9022598" cy="5887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04533BF-CCC8-8B5F-6707-BAEB67F761CC}"/>
                  </a:ext>
                </a:extLst>
              </p:cNvPr>
              <p:cNvSpPr txBox="1"/>
              <p:nvPr/>
            </p:nvSpPr>
            <p:spPr>
              <a:xfrm>
                <a:off x="2643377" y="3049056"/>
                <a:ext cx="6445226" cy="759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0" dirty="0"/>
                  <a:t>For a set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sz="2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US" sz="2800" b="0" dirty="0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ctrlP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sz="2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b>
                      <m:sup/>
                      <m:e>
                        <m:sSub>
                          <m:sSubPr>
                            <m:ctrlPr>
                              <a:rPr lang="en-US" sz="2800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04533BF-CCC8-8B5F-6707-BAEB67F76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377" y="3049056"/>
                <a:ext cx="6445226" cy="759888"/>
              </a:xfrm>
              <a:prstGeom prst="rect">
                <a:avLst/>
              </a:prstGeom>
              <a:blipFill>
                <a:blip r:embed="rId5"/>
                <a:stretch>
                  <a:fillRect l="-1987" t="-7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93C0E4-AA52-436F-FF3E-77B02ECCA5FA}"/>
                  </a:ext>
                </a:extLst>
              </p:cNvPr>
              <p:cNvSpPr txBox="1"/>
              <p:nvPr/>
            </p:nvSpPr>
            <p:spPr>
              <a:xfrm>
                <a:off x="1549095" y="4310727"/>
                <a:ext cx="8826199" cy="759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0" dirty="0"/>
                  <a:t>Fix an optimal solution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800" b="0" dirty="0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800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≜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ctrlP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sz="2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b>
                      <m:sup/>
                      <m:e>
                        <m:sSub>
                          <m:sSubPr>
                            <m:ctrlPr>
                              <a:rPr lang="en-US" sz="2800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93C0E4-AA52-436F-FF3E-77B02ECCA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095" y="4310727"/>
                <a:ext cx="8826199" cy="759888"/>
              </a:xfrm>
              <a:prstGeom prst="rect">
                <a:avLst/>
              </a:prstGeom>
              <a:blipFill>
                <a:blip r:embed="rId6"/>
                <a:stretch>
                  <a:fillRect l="-1381" t="-7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372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A853A-81A3-55B2-9AEC-E01EE6876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6565C-A731-F55D-AFF0-268AA5562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1582400" cy="83121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Key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06FAE9-01A9-CB37-750C-8B6EA3A176C7}"/>
                  </a:ext>
                </a:extLst>
              </p:cNvPr>
              <p:cNvSpPr txBox="1"/>
              <p:nvPr/>
            </p:nvSpPr>
            <p:spPr>
              <a:xfrm>
                <a:off x="609600" y="1437163"/>
                <a:ext cx="11205147" cy="1524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i="1" dirty="0"/>
                  <a:t>Property I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Either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points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obj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 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2 − </m:t>
                        </m:r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m:rPr>
                        <m:sty m:val="p"/>
                      </m:rPr>
                      <a:rPr 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OPT</m:t>
                    </m:r>
                  </m:oMath>
                </a14:m>
                <a:r>
                  <a:rPr lang="en-US" dirty="0"/>
                  <a:t>, for some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∈ [0, 1 − 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Or:  sample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≥ 2</m:t>
                    </m:r>
                  </m:oMath>
                </a14:m>
                <a:r>
                  <a:rPr lang="en-US" dirty="0"/>
                  <a:t>. 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OPT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06FAE9-01A9-CB37-750C-8B6EA3A17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437163"/>
                <a:ext cx="11205147" cy="1524520"/>
              </a:xfrm>
              <a:prstGeom prst="rect">
                <a:avLst/>
              </a:prstGeom>
              <a:blipFill>
                <a:blip r:embed="rId3"/>
                <a:stretch>
                  <a:fillRect l="-544" t="-2400" b="-4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01A09A-BBB6-040E-21DF-E0F2D86EB95F}"/>
                  </a:ext>
                </a:extLst>
              </p:cNvPr>
              <p:cNvSpPr txBox="1"/>
              <p:nvPr/>
            </p:nvSpPr>
            <p:spPr>
              <a:xfrm>
                <a:off x="609600" y="5713719"/>
                <a:ext cx="8127804" cy="878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i="1" dirty="0"/>
                  <a:t>Property II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The local algorithm produces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dist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b="0" i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for a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01A09A-BBB6-040E-21DF-E0F2D86EB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713719"/>
                <a:ext cx="8127804" cy="878126"/>
              </a:xfrm>
              <a:prstGeom prst="rect">
                <a:avLst/>
              </a:prstGeom>
              <a:blipFill>
                <a:blip r:embed="rId4"/>
                <a:stretch>
                  <a:fillRect l="-750" t="-347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6DA265B4-25FD-9AE8-0295-0E4E5440009D}"/>
              </a:ext>
            </a:extLst>
          </p:cNvPr>
          <p:cNvGrpSpPr/>
          <p:nvPr/>
        </p:nvGrpSpPr>
        <p:grpSpPr>
          <a:xfrm>
            <a:off x="2889366" y="3202506"/>
            <a:ext cx="3111774" cy="2115086"/>
            <a:chOff x="8038487" y="3040398"/>
            <a:chExt cx="3111774" cy="211508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5557E61-A97D-3465-E4C5-370CF7768DFE}"/>
                </a:ext>
              </a:extLst>
            </p:cNvPr>
            <p:cNvSpPr/>
            <p:nvPr/>
          </p:nvSpPr>
          <p:spPr>
            <a:xfrm>
              <a:off x="9366010" y="346307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C2030A2-DA10-9ACA-645A-614410048ED3}"/>
                </a:ext>
              </a:extLst>
            </p:cNvPr>
            <p:cNvSpPr/>
            <p:nvPr/>
          </p:nvSpPr>
          <p:spPr>
            <a:xfrm>
              <a:off x="8304778" y="354261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A313129-8C38-BE11-87F0-0A4E0200CDDD}"/>
                </a:ext>
              </a:extLst>
            </p:cNvPr>
            <p:cNvSpPr/>
            <p:nvPr/>
          </p:nvSpPr>
          <p:spPr>
            <a:xfrm>
              <a:off x="8341518" y="412302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BDAD6CB-DC68-15F6-A7B5-BD908F70CA9D}"/>
                </a:ext>
              </a:extLst>
            </p:cNvPr>
            <p:cNvSpPr/>
            <p:nvPr/>
          </p:nvSpPr>
          <p:spPr>
            <a:xfrm>
              <a:off x="8961034" y="342805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BB4896C-3E4E-F49B-0E11-DAB874A046C3}"/>
                </a:ext>
              </a:extLst>
            </p:cNvPr>
            <p:cNvSpPr/>
            <p:nvPr/>
          </p:nvSpPr>
          <p:spPr>
            <a:xfrm>
              <a:off x="8038487" y="379141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8612616-4E3D-BB0A-EEAD-9753BA8F11C9}"/>
                </a:ext>
              </a:extLst>
            </p:cNvPr>
            <p:cNvSpPr/>
            <p:nvPr/>
          </p:nvSpPr>
          <p:spPr>
            <a:xfrm>
              <a:off x="9458464" y="308634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735D936-8A37-ADF0-637C-F6E67A3153E9}"/>
                </a:ext>
              </a:extLst>
            </p:cNvPr>
            <p:cNvSpPr/>
            <p:nvPr/>
          </p:nvSpPr>
          <p:spPr>
            <a:xfrm>
              <a:off x="10896271" y="337090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EE47B38-8DE2-F81D-3814-BAC28E1A202E}"/>
                </a:ext>
              </a:extLst>
            </p:cNvPr>
            <p:cNvSpPr/>
            <p:nvPr/>
          </p:nvSpPr>
          <p:spPr>
            <a:xfrm>
              <a:off x="8737404" y="4535186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DA2E2BD-34B2-CBED-D486-3F29642B219F}"/>
                </a:ext>
              </a:extLst>
            </p:cNvPr>
            <p:cNvSpPr/>
            <p:nvPr/>
          </p:nvSpPr>
          <p:spPr>
            <a:xfrm>
              <a:off x="11035961" y="4552180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DF8F6B1-7940-3A08-8A76-A2478D0DA7B3}"/>
                </a:ext>
              </a:extLst>
            </p:cNvPr>
            <p:cNvSpPr/>
            <p:nvPr/>
          </p:nvSpPr>
          <p:spPr>
            <a:xfrm>
              <a:off x="9751719" y="34854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DB89288-8213-6FAA-A569-7584FB029495}"/>
                </a:ext>
              </a:extLst>
            </p:cNvPr>
            <p:cNvSpPr/>
            <p:nvPr/>
          </p:nvSpPr>
          <p:spPr>
            <a:xfrm>
              <a:off x="10953421" y="396109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9D87554-2F7D-4584-A557-7A961B98C142}"/>
                </a:ext>
              </a:extLst>
            </p:cNvPr>
            <p:cNvSpPr/>
            <p:nvPr/>
          </p:nvSpPr>
          <p:spPr>
            <a:xfrm>
              <a:off x="10214036" y="4947347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FF3A0BE-6980-F575-7CBC-DD2F09FABC54}"/>
                </a:ext>
              </a:extLst>
            </p:cNvPr>
            <p:cNvSpPr/>
            <p:nvPr/>
          </p:nvSpPr>
          <p:spPr>
            <a:xfrm>
              <a:off x="9458464" y="492688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8BF9911-7436-7AEC-7B69-3CEA657FBEA2}"/>
                </a:ext>
              </a:extLst>
            </p:cNvPr>
            <p:cNvSpPr/>
            <p:nvPr/>
          </p:nvSpPr>
          <p:spPr>
            <a:xfrm>
              <a:off x="10779109" y="492211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A5DC779-92B8-0CBB-0334-2AE18C1A72D6}"/>
                </a:ext>
              </a:extLst>
            </p:cNvPr>
            <p:cNvSpPr/>
            <p:nvPr/>
          </p:nvSpPr>
          <p:spPr>
            <a:xfrm>
              <a:off x="10203566" y="3221062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C40CB34-EEF4-7937-2069-8E505045B9FC}"/>
                </a:ext>
              </a:extLst>
            </p:cNvPr>
            <p:cNvSpPr/>
            <p:nvPr/>
          </p:nvSpPr>
          <p:spPr>
            <a:xfrm>
              <a:off x="9241070" y="3040398"/>
              <a:ext cx="114300" cy="1143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515B719-C304-B10C-A84A-71ABEE0C8603}"/>
                </a:ext>
              </a:extLst>
            </p:cNvPr>
            <p:cNvSpPr/>
            <p:nvPr/>
          </p:nvSpPr>
          <p:spPr>
            <a:xfrm>
              <a:off x="8039238" y="4193060"/>
              <a:ext cx="114300" cy="1143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680CA3B-BBC7-E256-87D9-DDBF0B66E3BC}"/>
                </a:ext>
              </a:extLst>
            </p:cNvPr>
            <p:cNvSpPr/>
            <p:nvPr/>
          </p:nvSpPr>
          <p:spPr>
            <a:xfrm>
              <a:off x="10839121" y="3709041"/>
              <a:ext cx="114300" cy="1143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73032B8-635A-4BD8-B769-AF6BEABF6D05}"/>
                </a:ext>
              </a:extLst>
            </p:cNvPr>
            <p:cNvSpPr/>
            <p:nvPr/>
          </p:nvSpPr>
          <p:spPr>
            <a:xfrm>
              <a:off x="9763264" y="5041184"/>
              <a:ext cx="114300" cy="1143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3728F4E-C79E-5BE6-76DB-E59E8E6731B8}"/>
                </a:ext>
              </a:extLst>
            </p:cNvPr>
            <p:cNvSpPr/>
            <p:nvPr/>
          </p:nvSpPr>
          <p:spPr>
            <a:xfrm>
              <a:off x="9751719" y="4123024"/>
              <a:ext cx="114300" cy="1143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05011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90C1E-7568-40B3-DB72-F362D79D5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A387598-83D5-5AD6-16A6-0F7897F397D2}"/>
              </a:ext>
            </a:extLst>
          </p:cNvPr>
          <p:cNvCxnSpPr>
            <a:cxnSpLocks/>
            <a:stCxn id="27" idx="2"/>
            <a:endCxn id="25" idx="3"/>
          </p:cNvCxnSpPr>
          <p:nvPr/>
        </p:nvCxnSpPr>
        <p:spPr>
          <a:xfrm flipH="1" flipV="1">
            <a:off x="2906856" y="4452729"/>
            <a:ext cx="1707287" cy="80771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705392-1CDA-8B64-9694-5D4852C039EC}"/>
              </a:ext>
            </a:extLst>
          </p:cNvPr>
          <p:cNvCxnSpPr>
            <a:cxnSpLocks/>
            <a:stCxn id="13" idx="6"/>
            <a:endCxn id="25" idx="3"/>
          </p:cNvCxnSpPr>
          <p:nvPr/>
        </p:nvCxnSpPr>
        <p:spPr>
          <a:xfrm flipH="1">
            <a:off x="2906856" y="3305599"/>
            <a:ext cx="1516787" cy="11471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4A87DA0-F35E-EF32-1A0D-CCC4771764D0}"/>
              </a:ext>
            </a:extLst>
          </p:cNvPr>
          <p:cNvCxnSpPr>
            <a:cxnSpLocks/>
            <a:stCxn id="27" idx="4"/>
            <a:endCxn id="26" idx="3"/>
          </p:cNvCxnSpPr>
          <p:nvPr/>
        </p:nvCxnSpPr>
        <p:spPr>
          <a:xfrm flipV="1">
            <a:off x="4671293" y="3968710"/>
            <a:ext cx="1035446" cy="13488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16897D4-A62D-0757-C0C2-8A4E3069B470}"/>
              </a:ext>
            </a:extLst>
          </p:cNvPr>
          <p:cNvCxnSpPr>
            <a:stCxn id="13" idx="2"/>
            <a:endCxn id="26" idx="5"/>
          </p:cNvCxnSpPr>
          <p:nvPr/>
        </p:nvCxnSpPr>
        <p:spPr>
          <a:xfrm>
            <a:off x="4309343" y="3305599"/>
            <a:ext cx="1478218" cy="6631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33CB2D5-9770-FBAC-690D-020C56ECA7E4}"/>
              </a:ext>
            </a:extLst>
          </p:cNvPr>
          <p:cNvGrpSpPr/>
          <p:nvPr/>
        </p:nvGrpSpPr>
        <p:grpSpPr>
          <a:xfrm>
            <a:off x="2889366" y="3202506"/>
            <a:ext cx="3111774" cy="2115086"/>
            <a:chOff x="8038487" y="3040398"/>
            <a:chExt cx="3111774" cy="211508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78A0305-AB75-D8D7-06E9-45C290524838}"/>
                </a:ext>
              </a:extLst>
            </p:cNvPr>
            <p:cNvSpPr/>
            <p:nvPr/>
          </p:nvSpPr>
          <p:spPr>
            <a:xfrm>
              <a:off x="9366010" y="346307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EEBC95D-D40C-5A39-85D5-0DA77E1F150F}"/>
                </a:ext>
              </a:extLst>
            </p:cNvPr>
            <p:cNvSpPr/>
            <p:nvPr/>
          </p:nvSpPr>
          <p:spPr>
            <a:xfrm>
              <a:off x="8304778" y="354261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002BB41-8C13-A028-DBE0-C37B6A381782}"/>
                </a:ext>
              </a:extLst>
            </p:cNvPr>
            <p:cNvSpPr/>
            <p:nvPr/>
          </p:nvSpPr>
          <p:spPr>
            <a:xfrm>
              <a:off x="8341518" y="412302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9B77D10-595D-1C42-0DC7-C900453FBFF0}"/>
                </a:ext>
              </a:extLst>
            </p:cNvPr>
            <p:cNvSpPr/>
            <p:nvPr/>
          </p:nvSpPr>
          <p:spPr>
            <a:xfrm>
              <a:off x="8961034" y="342805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4B648B6-577E-7F4D-25DE-DFE001088D46}"/>
                </a:ext>
              </a:extLst>
            </p:cNvPr>
            <p:cNvSpPr/>
            <p:nvPr/>
          </p:nvSpPr>
          <p:spPr>
            <a:xfrm>
              <a:off x="8038487" y="379141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D941EDA-C79F-D53E-AB5C-EB0331B5EC8B}"/>
                </a:ext>
              </a:extLst>
            </p:cNvPr>
            <p:cNvSpPr/>
            <p:nvPr/>
          </p:nvSpPr>
          <p:spPr>
            <a:xfrm>
              <a:off x="9458464" y="3086341"/>
              <a:ext cx="114300" cy="1143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E230D06-8821-29B8-EF9C-39196E55604E}"/>
                </a:ext>
              </a:extLst>
            </p:cNvPr>
            <p:cNvSpPr/>
            <p:nvPr/>
          </p:nvSpPr>
          <p:spPr>
            <a:xfrm>
              <a:off x="10896271" y="337090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DC923F2-D25C-CFA1-01EB-4855DE267056}"/>
                </a:ext>
              </a:extLst>
            </p:cNvPr>
            <p:cNvSpPr/>
            <p:nvPr/>
          </p:nvSpPr>
          <p:spPr>
            <a:xfrm>
              <a:off x="8737404" y="4535186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59B2D20-201A-E8B7-FC7B-F7C5C251CB67}"/>
                </a:ext>
              </a:extLst>
            </p:cNvPr>
            <p:cNvSpPr/>
            <p:nvPr/>
          </p:nvSpPr>
          <p:spPr>
            <a:xfrm>
              <a:off x="11035961" y="4552180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DCACAEB-C176-9756-5ED1-1A13D271451E}"/>
                </a:ext>
              </a:extLst>
            </p:cNvPr>
            <p:cNvSpPr/>
            <p:nvPr/>
          </p:nvSpPr>
          <p:spPr>
            <a:xfrm>
              <a:off x="9751719" y="34854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0202361-C39B-C3E2-1640-09EACCAD7018}"/>
                </a:ext>
              </a:extLst>
            </p:cNvPr>
            <p:cNvSpPr/>
            <p:nvPr/>
          </p:nvSpPr>
          <p:spPr>
            <a:xfrm>
              <a:off x="10953421" y="396109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53B2696-7EE1-44DB-407E-24D21A807746}"/>
                </a:ext>
              </a:extLst>
            </p:cNvPr>
            <p:cNvSpPr/>
            <p:nvPr/>
          </p:nvSpPr>
          <p:spPr>
            <a:xfrm>
              <a:off x="10214036" y="4947347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D78689A-986B-C3B8-2302-07E06DB52878}"/>
                </a:ext>
              </a:extLst>
            </p:cNvPr>
            <p:cNvSpPr/>
            <p:nvPr/>
          </p:nvSpPr>
          <p:spPr>
            <a:xfrm>
              <a:off x="9458464" y="492688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FE00693-1D0E-2F52-2493-D905D5DF61E5}"/>
                </a:ext>
              </a:extLst>
            </p:cNvPr>
            <p:cNvSpPr/>
            <p:nvPr/>
          </p:nvSpPr>
          <p:spPr>
            <a:xfrm>
              <a:off x="10779109" y="492211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B7FB7B7-E72D-C114-46AE-98379F17AB2D}"/>
                </a:ext>
              </a:extLst>
            </p:cNvPr>
            <p:cNvSpPr/>
            <p:nvPr/>
          </p:nvSpPr>
          <p:spPr>
            <a:xfrm>
              <a:off x="10203566" y="3221062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26BCAF9-9D3F-11E3-DB0D-D8B8E388E0F6}"/>
                </a:ext>
              </a:extLst>
            </p:cNvPr>
            <p:cNvSpPr/>
            <p:nvPr/>
          </p:nvSpPr>
          <p:spPr>
            <a:xfrm>
              <a:off x="9241070" y="3040398"/>
              <a:ext cx="114300" cy="1143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EDF1C1A-892E-553F-55AE-46B344B5DC90}"/>
                </a:ext>
              </a:extLst>
            </p:cNvPr>
            <p:cNvSpPr/>
            <p:nvPr/>
          </p:nvSpPr>
          <p:spPr>
            <a:xfrm>
              <a:off x="8039238" y="4193060"/>
              <a:ext cx="114300" cy="1143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EDA036D-045F-4154-05E8-F845922E8D86}"/>
                </a:ext>
              </a:extLst>
            </p:cNvPr>
            <p:cNvSpPr/>
            <p:nvPr/>
          </p:nvSpPr>
          <p:spPr>
            <a:xfrm>
              <a:off x="10839121" y="3709041"/>
              <a:ext cx="114300" cy="1143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6616CCC-36DE-DC5A-0EA9-14B5F370F4E3}"/>
                </a:ext>
              </a:extLst>
            </p:cNvPr>
            <p:cNvSpPr/>
            <p:nvPr/>
          </p:nvSpPr>
          <p:spPr>
            <a:xfrm>
              <a:off x="9763264" y="5041184"/>
              <a:ext cx="114300" cy="1143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C31B3F1-E724-46F6-1E4E-7FF24EC10AA1}"/>
                </a:ext>
              </a:extLst>
            </p:cNvPr>
            <p:cNvSpPr/>
            <p:nvPr/>
          </p:nvSpPr>
          <p:spPr>
            <a:xfrm>
              <a:off x="9751719" y="4123024"/>
              <a:ext cx="114300" cy="1143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CCB94B-5A5D-D5F4-D6F6-63424D9BE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1582400" cy="83121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Key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CDA0F2-D0DF-764E-3E6F-5B2362E8B628}"/>
                  </a:ext>
                </a:extLst>
              </p:cNvPr>
              <p:cNvSpPr txBox="1"/>
              <p:nvPr/>
            </p:nvSpPr>
            <p:spPr>
              <a:xfrm>
                <a:off x="609600" y="1437163"/>
                <a:ext cx="11205147" cy="1524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i="1" dirty="0"/>
                  <a:t>Property I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Either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points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obj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 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2 − </m:t>
                        </m:r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m:rPr>
                        <m:sty m:val="p"/>
                      </m:rPr>
                      <a:rPr 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OPT</m:t>
                    </m:r>
                  </m:oMath>
                </a14:m>
                <a:r>
                  <a:rPr lang="en-US" dirty="0"/>
                  <a:t>, for some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∈ [0, 1 − 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Or:  sample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≥ 2</m:t>
                    </m:r>
                  </m:oMath>
                </a14:m>
                <a:r>
                  <a:rPr lang="en-US" dirty="0"/>
                  <a:t>. 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OPT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CDA0F2-D0DF-764E-3E6F-5B2362E8B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437163"/>
                <a:ext cx="11205147" cy="1524520"/>
              </a:xfrm>
              <a:prstGeom prst="rect">
                <a:avLst/>
              </a:prstGeom>
              <a:blipFill>
                <a:blip r:embed="rId3"/>
                <a:stretch>
                  <a:fillRect l="-544" t="-2400" b="-4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F6BB7C-BACC-B8F6-8D4D-D242434DE9B3}"/>
                  </a:ext>
                </a:extLst>
              </p:cNvPr>
              <p:cNvSpPr txBox="1"/>
              <p:nvPr/>
            </p:nvSpPr>
            <p:spPr>
              <a:xfrm>
                <a:off x="609600" y="5713719"/>
                <a:ext cx="8127804" cy="878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i="1" dirty="0"/>
                  <a:t>Property II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The local algorithm produces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dist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b="0" i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for a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F6BB7C-BACC-B8F6-8D4D-D242434DE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713719"/>
                <a:ext cx="8127804" cy="878126"/>
              </a:xfrm>
              <a:prstGeom prst="rect">
                <a:avLst/>
              </a:prstGeom>
              <a:blipFill>
                <a:blip r:embed="rId4"/>
                <a:stretch>
                  <a:fillRect l="-750" t="-347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6329A71-8CB6-5280-9669-2DB678F37B5C}"/>
                  </a:ext>
                </a:extLst>
              </p:cNvPr>
              <p:cNvSpPr txBox="1"/>
              <p:nvPr/>
            </p:nvSpPr>
            <p:spPr>
              <a:xfrm>
                <a:off x="4626874" y="4233637"/>
                <a:ext cx="4585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6329A71-8CB6-5280-9669-2DB678F37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874" y="4233637"/>
                <a:ext cx="45852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7988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48EDC5-67B7-29D1-7CC6-0ACABCE2B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1FB2931-1BA2-04EC-0352-69FB06D36A22}"/>
              </a:ext>
            </a:extLst>
          </p:cNvPr>
          <p:cNvCxnSpPr>
            <a:cxnSpLocks/>
            <a:stCxn id="27" idx="2"/>
            <a:endCxn id="25" idx="3"/>
          </p:cNvCxnSpPr>
          <p:nvPr/>
        </p:nvCxnSpPr>
        <p:spPr>
          <a:xfrm flipH="1" flipV="1">
            <a:off x="2906856" y="4452729"/>
            <a:ext cx="1707287" cy="80771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32CD4A8-28D5-F9C2-5665-FCD45330CA93}"/>
              </a:ext>
            </a:extLst>
          </p:cNvPr>
          <p:cNvCxnSpPr>
            <a:cxnSpLocks/>
            <a:stCxn id="13" idx="6"/>
            <a:endCxn id="25" idx="3"/>
          </p:cNvCxnSpPr>
          <p:nvPr/>
        </p:nvCxnSpPr>
        <p:spPr>
          <a:xfrm flipH="1">
            <a:off x="2906856" y="3305599"/>
            <a:ext cx="1516787" cy="11471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2FB914E-DAB0-8CEB-A05F-236B226B105E}"/>
              </a:ext>
            </a:extLst>
          </p:cNvPr>
          <p:cNvCxnSpPr>
            <a:cxnSpLocks/>
            <a:stCxn id="27" idx="4"/>
            <a:endCxn id="26" idx="3"/>
          </p:cNvCxnSpPr>
          <p:nvPr/>
        </p:nvCxnSpPr>
        <p:spPr>
          <a:xfrm flipV="1">
            <a:off x="4671293" y="3968710"/>
            <a:ext cx="1035446" cy="13488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E83B1BF-78B0-073B-3FF7-58E3A5E68E5F}"/>
              </a:ext>
            </a:extLst>
          </p:cNvPr>
          <p:cNvCxnSpPr>
            <a:stCxn id="13" idx="2"/>
            <a:endCxn id="26" idx="5"/>
          </p:cNvCxnSpPr>
          <p:nvPr/>
        </p:nvCxnSpPr>
        <p:spPr>
          <a:xfrm>
            <a:off x="4309343" y="3305599"/>
            <a:ext cx="1478218" cy="6631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C51CD07-61FF-4DA3-3484-14F4C6A098F4}"/>
              </a:ext>
            </a:extLst>
          </p:cNvPr>
          <p:cNvGrpSpPr/>
          <p:nvPr/>
        </p:nvGrpSpPr>
        <p:grpSpPr>
          <a:xfrm>
            <a:off x="2889366" y="3202506"/>
            <a:ext cx="3111774" cy="2115086"/>
            <a:chOff x="8038487" y="3040398"/>
            <a:chExt cx="3111774" cy="211508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38B3F30-762C-489D-240F-989680D9DDBE}"/>
                </a:ext>
              </a:extLst>
            </p:cNvPr>
            <p:cNvSpPr/>
            <p:nvPr/>
          </p:nvSpPr>
          <p:spPr>
            <a:xfrm>
              <a:off x="9366010" y="346307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5F47C2D-FD41-F423-4BB8-F62A3899AE1F}"/>
                </a:ext>
              </a:extLst>
            </p:cNvPr>
            <p:cNvSpPr/>
            <p:nvPr/>
          </p:nvSpPr>
          <p:spPr>
            <a:xfrm>
              <a:off x="8304778" y="354261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C0F20F-802D-C5F5-FC7A-336CC4914ECA}"/>
                </a:ext>
              </a:extLst>
            </p:cNvPr>
            <p:cNvSpPr/>
            <p:nvPr/>
          </p:nvSpPr>
          <p:spPr>
            <a:xfrm>
              <a:off x="8341518" y="412302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6EBBF42-1718-4B86-7472-D1081419FD43}"/>
                </a:ext>
              </a:extLst>
            </p:cNvPr>
            <p:cNvSpPr/>
            <p:nvPr/>
          </p:nvSpPr>
          <p:spPr>
            <a:xfrm>
              <a:off x="8961034" y="342805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0712256-7F61-DE8B-EFB9-5EF457ECBF60}"/>
                </a:ext>
              </a:extLst>
            </p:cNvPr>
            <p:cNvSpPr/>
            <p:nvPr/>
          </p:nvSpPr>
          <p:spPr>
            <a:xfrm>
              <a:off x="8038487" y="379141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F2F9E74-A7C4-5955-3444-7184192FA04B}"/>
                </a:ext>
              </a:extLst>
            </p:cNvPr>
            <p:cNvSpPr/>
            <p:nvPr/>
          </p:nvSpPr>
          <p:spPr>
            <a:xfrm>
              <a:off x="9458464" y="3086341"/>
              <a:ext cx="114300" cy="1143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620D80-9F8D-E6C2-8C9A-2ED9FB47C907}"/>
                </a:ext>
              </a:extLst>
            </p:cNvPr>
            <p:cNvSpPr/>
            <p:nvPr/>
          </p:nvSpPr>
          <p:spPr>
            <a:xfrm>
              <a:off x="10896271" y="337090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E8502D6-5D7D-AF14-794B-1A8E7E739655}"/>
                </a:ext>
              </a:extLst>
            </p:cNvPr>
            <p:cNvSpPr/>
            <p:nvPr/>
          </p:nvSpPr>
          <p:spPr>
            <a:xfrm>
              <a:off x="8737404" y="4535186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83ED002-972B-CBFB-649C-1BCA9D35B67E}"/>
                </a:ext>
              </a:extLst>
            </p:cNvPr>
            <p:cNvSpPr/>
            <p:nvPr/>
          </p:nvSpPr>
          <p:spPr>
            <a:xfrm>
              <a:off x="11035961" y="4552180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32B4CF0-6D1D-DDDC-E5EC-377A6B64C45F}"/>
                </a:ext>
              </a:extLst>
            </p:cNvPr>
            <p:cNvSpPr/>
            <p:nvPr/>
          </p:nvSpPr>
          <p:spPr>
            <a:xfrm>
              <a:off x="9751719" y="34854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5678FF3-E4AD-55B1-58E8-A9A9F0FD91B6}"/>
                </a:ext>
              </a:extLst>
            </p:cNvPr>
            <p:cNvSpPr/>
            <p:nvPr/>
          </p:nvSpPr>
          <p:spPr>
            <a:xfrm>
              <a:off x="10953421" y="396109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0E7DD14-FB79-B5C7-3330-43B12A0ADD27}"/>
                </a:ext>
              </a:extLst>
            </p:cNvPr>
            <p:cNvSpPr/>
            <p:nvPr/>
          </p:nvSpPr>
          <p:spPr>
            <a:xfrm>
              <a:off x="10214036" y="4947347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43856E9-D86F-F26E-CB23-CFBF3860D269}"/>
                </a:ext>
              </a:extLst>
            </p:cNvPr>
            <p:cNvSpPr/>
            <p:nvPr/>
          </p:nvSpPr>
          <p:spPr>
            <a:xfrm>
              <a:off x="9458464" y="492688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5F8026D-EAF0-5187-DA1E-4E36381A97E3}"/>
                </a:ext>
              </a:extLst>
            </p:cNvPr>
            <p:cNvSpPr/>
            <p:nvPr/>
          </p:nvSpPr>
          <p:spPr>
            <a:xfrm>
              <a:off x="10779109" y="492211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CCFF26B-CF03-ADE6-B87B-53C4AEC7DC2A}"/>
                </a:ext>
              </a:extLst>
            </p:cNvPr>
            <p:cNvSpPr/>
            <p:nvPr/>
          </p:nvSpPr>
          <p:spPr>
            <a:xfrm>
              <a:off x="10203566" y="3221062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2EAD469-FBF8-E881-5FE7-FE548DAC063B}"/>
                </a:ext>
              </a:extLst>
            </p:cNvPr>
            <p:cNvSpPr/>
            <p:nvPr/>
          </p:nvSpPr>
          <p:spPr>
            <a:xfrm>
              <a:off x="9241070" y="3040398"/>
              <a:ext cx="114300" cy="1143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D0880F4-1480-200E-0EE1-24B6398874FA}"/>
                </a:ext>
              </a:extLst>
            </p:cNvPr>
            <p:cNvSpPr/>
            <p:nvPr/>
          </p:nvSpPr>
          <p:spPr>
            <a:xfrm>
              <a:off x="8039238" y="4193060"/>
              <a:ext cx="114300" cy="1143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98F07B2-0D77-A498-94AE-2160EF7FFB06}"/>
                </a:ext>
              </a:extLst>
            </p:cNvPr>
            <p:cNvSpPr/>
            <p:nvPr/>
          </p:nvSpPr>
          <p:spPr>
            <a:xfrm>
              <a:off x="10839121" y="3709041"/>
              <a:ext cx="114300" cy="1143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6E635F5-7247-CA2E-6956-AE4024353B73}"/>
                </a:ext>
              </a:extLst>
            </p:cNvPr>
            <p:cNvSpPr/>
            <p:nvPr/>
          </p:nvSpPr>
          <p:spPr>
            <a:xfrm>
              <a:off x="9763264" y="5041184"/>
              <a:ext cx="114300" cy="1143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E2C128F-E6BE-3C69-FF22-2CFA3694DF82}"/>
                </a:ext>
              </a:extLst>
            </p:cNvPr>
            <p:cNvSpPr/>
            <p:nvPr/>
          </p:nvSpPr>
          <p:spPr>
            <a:xfrm>
              <a:off x="9751719" y="4123024"/>
              <a:ext cx="114300" cy="1143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6758E1-DE77-EC08-514A-EB658E48A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1582400" cy="83121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Key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050EAE-E803-5FF6-0EAE-3BD3AEB0E463}"/>
                  </a:ext>
                </a:extLst>
              </p:cNvPr>
              <p:cNvSpPr txBox="1"/>
              <p:nvPr/>
            </p:nvSpPr>
            <p:spPr>
              <a:xfrm>
                <a:off x="609600" y="1437163"/>
                <a:ext cx="11205147" cy="1524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i="1" dirty="0"/>
                  <a:t>Property I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Either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points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obj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 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2 − </m:t>
                        </m:r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m:rPr>
                        <m:sty m:val="p"/>
                      </m:rPr>
                      <a:rPr 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OPT</m:t>
                    </m:r>
                  </m:oMath>
                </a14:m>
                <a:r>
                  <a:rPr lang="en-US" dirty="0"/>
                  <a:t>, for some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∈ [0, 1 − 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Or:  sample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≥ 2</m:t>
                    </m:r>
                  </m:oMath>
                </a14:m>
                <a:r>
                  <a:rPr lang="en-US" dirty="0"/>
                  <a:t>. 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OPT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050EAE-E803-5FF6-0EAE-3BD3AEB0E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437163"/>
                <a:ext cx="11205147" cy="1524520"/>
              </a:xfrm>
              <a:prstGeom prst="rect">
                <a:avLst/>
              </a:prstGeom>
              <a:blipFill>
                <a:blip r:embed="rId3"/>
                <a:stretch>
                  <a:fillRect l="-544" t="-2400" b="-4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82018E-A05D-544E-7B1C-3C1C9C69B0E9}"/>
                  </a:ext>
                </a:extLst>
              </p:cNvPr>
              <p:cNvSpPr txBox="1"/>
              <p:nvPr/>
            </p:nvSpPr>
            <p:spPr>
              <a:xfrm>
                <a:off x="609600" y="5713719"/>
                <a:ext cx="8127804" cy="878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i="1" dirty="0"/>
                  <a:t>Property II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The local algorithm produces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dist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b="0" i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for a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82018E-A05D-544E-7B1C-3C1C9C69B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713719"/>
                <a:ext cx="8127804" cy="878126"/>
              </a:xfrm>
              <a:prstGeom prst="rect">
                <a:avLst/>
              </a:prstGeom>
              <a:blipFill>
                <a:blip r:embed="rId4"/>
                <a:stretch>
                  <a:fillRect l="-750" t="-347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AAC7B02-5820-6165-FCDF-A301E137C617}"/>
                  </a:ext>
                </a:extLst>
              </p:cNvPr>
              <p:cNvSpPr txBox="1"/>
              <p:nvPr/>
            </p:nvSpPr>
            <p:spPr>
              <a:xfrm>
                <a:off x="4626874" y="4233637"/>
                <a:ext cx="4585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AAC7B02-5820-6165-FCDF-A301E137C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874" y="4233637"/>
                <a:ext cx="45852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3230D7D9-E34B-6AA1-A2AF-781B66AA4693}"/>
              </a:ext>
            </a:extLst>
          </p:cNvPr>
          <p:cNvSpPr/>
          <p:nvPr/>
        </p:nvSpPr>
        <p:spPr>
          <a:xfrm>
            <a:off x="4240919" y="4197521"/>
            <a:ext cx="114300" cy="1143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876C54A-6D3B-9482-561D-FDC01718F542}"/>
                  </a:ext>
                </a:extLst>
              </p:cNvPr>
              <p:cNvSpPr txBox="1"/>
              <p:nvPr/>
            </p:nvSpPr>
            <p:spPr>
              <a:xfrm>
                <a:off x="4087246" y="4266383"/>
                <a:ext cx="364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876C54A-6D3B-9482-561D-FDC01718F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246" y="4266383"/>
                <a:ext cx="364972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0049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7784DA-6769-29A8-C211-8D84C0AB7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7DD23-1B0E-8145-482D-AD2B28DDB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1582400" cy="83121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Key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8CE7B4-E2EC-FC3D-89F5-644206BFE1C4}"/>
                  </a:ext>
                </a:extLst>
              </p:cNvPr>
              <p:cNvSpPr txBox="1"/>
              <p:nvPr/>
            </p:nvSpPr>
            <p:spPr>
              <a:xfrm>
                <a:off x="609600" y="1437163"/>
                <a:ext cx="11205147" cy="1003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i="1" dirty="0"/>
                  <a:t>Property I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Either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points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obj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 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2 − </m:t>
                        </m:r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m:rPr>
                        <m:sty m:val="p"/>
                      </m:rPr>
                      <a:rPr 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OPT</m:t>
                    </m:r>
                  </m:oMath>
                </a14:m>
                <a:r>
                  <a:rPr lang="en-US" dirty="0"/>
                  <a:t>, for some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∈ [0, 1 − 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Or:  sample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≥ 2</m:t>
                    </m:r>
                  </m:oMath>
                </a14:m>
                <a:r>
                  <a:rPr lang="en-US" dirty="0"/>
                  <a:t>. 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OPT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8CE7B4-E2EC-FC3D-89F5-644206BFE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437163"/>
                <a:ext cx="11205147" cy="1003031"/>
              </a:xfrm>
              <a:prstGeom prst="rect">
                <a:avLst/>
              </a:prstGeom>
              <a:blipFill>
                <a:blip r:embed="rId3"/>
                <a:stretch>
                  <a:fillRect l="-544" t="-3659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ADE73F-3E71-1FA1-F16B-8998895F6FDB}"/>
                  </a:ext>
                </a:extLst>
              </p:cNvPr>
              <p:cNvSpPr txBox="1"/>
              <p:nvPr/>
            </p:nvSpPr>
            <p:spPr>
              <a:xfrm>
                <a:off x="704538" y="2518348"/>
                <a:ext cx="7120328" cy="4216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Proof: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obj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OPT</m:t>
                    </m:r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  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obj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OPT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=1, </m:t>
                            </m:r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b="0" i="0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nary>
                      </m:e>
                    </m:nary>
                  </m:oMath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i="1" dirty="0"/>
                  <a:t>From 1. &amp; 2.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1≤</m:t>
                        </m:r>
                        <m:r>
                          <a:rPr lang="en-US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0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  <m:r>
                      <a:rPr 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OPT</m:t>
                    </m:r>
                  </m:oMath>
                </a14:m>
                <a:endParaRPr lang="en-US" dirty="0"/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1≤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endParaRPr lang="en-US" dirty="0"/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dirty="0"/>
                  <a:t>From </a:t>
                </a:r>
                <a:r>
                  <a:rPr lang="en-US" i="1" dirty="0"/>
                  <a:t>3. &amp; 4. &amp; 5.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  <m:r>
                      <m:rPr>
                        <m:sty m:val="p"/>
                      </m:rPr>
                      <a:rPr lang="en-US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OPT</m:t>
                    </m:r>
                  </m:oMath>
                </a14:m>
                <a:endParaRPr lang="en-US" i="1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ADE73F-3E71-1FA1-F16B-8998895F6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38" y="2518348"/>
                <a:ext cx="7120328" cy="4216219"/>
              </a:xfrm>
              <a:prstGeom prst="rect">
                <a:avLst/>
              </a:prstGeom>
              <a:blipFill>
                <a:blip r:embed="rId4"/>
                <a:stretch>
                  <a:fillRect l="-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4134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8483FE-8301-F49A-C869-CAE4E0878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59B89C8-17B3-0ACA-70FC-D97BCB4840E8}"/>
              </a:ext>
            </a:extLst>
          </p:cNvPr>
          <p:cNvCxnSpPr>
            <a:cxnSpLocks/>
            <a:stCxn id="27" idx="2"/>
            <a:endCxn id="25" idx="3"/>
          </p:cNvCxnSpPr>
          <p:nvPr/>
        </p:nvCxnSpPr>
        <p:spPr>
          <a:xfrm flipH="1" flipV="1">
            <a:off x="2906856" y="4452729"/>
            <a:ext cx="1707287" cy="80771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564876B-809B-D351-E9AF-9D816F324F17}"/>
              </a:ext>
            </a:extLst>
          </p:cNvPr>
          <p:cNvCxnSpPr>
            <a:cxnSpLocks/>
            <a:stCxn id="13" idx="6"/>
            <a:endCxn id="25" idx="3"/>
          </p:cNvCxnSpPr>
          <p:nvPr/>
        </p:nvCxnSpPr>
        <p:spPr>
          <a:xfrm flipH="1">
            <a:off x="2906856" y="3305599"/>
            <a:ext cx="1516787" cy="11471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E5E620E-CA05-1F19-6BD3-AFDF9A42C452}"/>
              </a:ext>
            </a:extLst>
          </p:cNvPr>
          <p:cNvCxnSpPr>
            <a:cxnSpLocks/>
            <a:stCxn id="27" idx="4"/>
            <a:endCxn id="26" idx="3"/>
          </p:cNvCxnSpPr>
          <p:nvPr/>
        </p:nvCxnSpPr>
        <p:spPr>
          <a:xfrm flipV="1">
            <a:off x="4671293" y="3968710"/>
            <a:ext cx="1035446" cy="13488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0496F67-2D36-0182-8C0F-2444E9263F26}"/>
              </a:ext>
            </a:extLst>
          </p:cNvPr>
          <p:cNvCxnSpPr>
            <a:stCxn id="13" idx="2"/>
            <a:endCxn id="26" idx="5"/>
          </p:cNvCxnSpPr>
          <p:nvPr/>
        </p:nvCxnSpPr>
        <p:spPr>
          <a:xfrm>
            <a:off x="4309343" y="3305599"/>
            <a:ext cx="1478218" cy="6631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8C43A45-027A-C6CF-C533-734A9482EA11}"/>
              </a:ext>
            </a:extLst>
          </p:cNvPr>
          <p:cNvGrpSpPr/>
          <p:nvPr/>
        </p:nvGrpSpPr>
        <p:grpSpPr>
          <a:xfrm>
            <a:off x="2889366" y="3202506"/>
            <a:ext cx="3111774" cy="2115086"/>
            <a:chOff x="8038487" y="3040398"/>
            <a:chExt cx="3111774" cy="211508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0A9DAC6-03FC-D7A5-AFF4-3D76B578C4D3}"/>
                </a:ext>
              </a:extLst>
            </p:cNvPr>
            <p:cNvSpPr/>
            <p:nvPr/>
          </p:nvSpPr>
          <p:spPr>
            <a:xfrm>
              <a:off x="9366010" y="346307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729C251-19DC-E80F-5DB2-1CF1C259FF7F}"/>
                </a:ext>
              </a:extLst>
            </p:cNvPr>
            <p:cNvSpPr/>
            <p:nvPr/>
          </p:nvSpPr>
          <p:spPr>
            <a:xfrm>
              <a:off x="8304778" y="354261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3860A88-B07D-99F6-B2F3-F36584DB0538}"/>
                </a:ext>
              </a:extLst>
            </p:cNvPr>
            <p:cNvSpPr/>
            <p:nvPr/>
          </p:nvSpPr>
          <p:spPr>
            <a:xfrm>
              <a:off x="8341518" y="412302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04CC5A-763D-6CE9-0C84-C6E2ACEDB0D6}"/>
                </a:ext>
              </a:extLst>
            </p:cNvPr>
            <p:cNvSpPr/>
            <p:nvPr/>
          </p:nvSpPr>
          <p:spPr>
            <a:xfrm>
              <a:off x="8961034" y="342805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3010955-E7BF-DE71-FF2E-C59EFEE2BDE6}"/>
                </a:ext>
              </a:extLst>
            </p:cNvPr>
            <p:cNvSpPr/>
            <p:nvPr/>
          </p:nvSpPr>
          <p:spPr>
            <a:xfrm>
              <a:off x="8038487" y="379141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BEAEE10-3B2A-6DD1-32C8-E841CEC5C9F7}"/>
                </a:ext>
              </a:extLst>
            </p:cNvPr>
            <p:cNvSpPr/>
            <p:nvPr/>
          </p:nvSpPr>
          <p:spPr>
            <a:xfrm>
              <a:off x="9458464" y="3086341"/>
              <a:ext cx="114300" cy="1143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5B0044F-EAB1-2681-D1E1-4853087F7FCF}"/>
                </a:ext>
              </a:extLst>
            </p:cNvPr>
            <p:cNvSpPr/>
            <p:nvPr/>
          </p:nvSpPr>
          <p:spPr>
            <a:xfrm>
              <a:off x="10896271" y="337090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1504CF1-AA6F-92C9-31D0-FC068D8F5EC1}"/>
                </a:ext>
              </a:extLst>
            </p:cNvPr>
            <p:cNvSpPr/>
            <p:nvPr/>
          </p:nvSpPr>
          <p:spPr>
            <a:xfrm>
              <a:off x="8737404" y="4535186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16CA488-441E-C117-5D3B-B16BB6707238}"/>
                </a:ext>
              </a:extLst>
            </p:cNvPr>
            <p:cNvSpPr/>
            <p:nvPr/>
          </p:nvSpPr>
          <p:spPr>
            <a:xfrm>
              <a:off x="11035961" y="4552180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F4A8D04-7AFD-3F84-E9E2-6D1F76109B05}"/>
                </a:ext>
              </a:extLst>
            </p:cNvPr>
            <p:cNvSpPr/>
            <p:nvPr/>
          </p:nvSpPr>
          <p:spPr>
            <a:xfrm>
              <a:off x="9751719" y="34854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240FAEB-0DBD-214C-132A-A527D520F561}"/>
                </a:ext>
              </a:extLst>
            </p:cNvPr>
            <p:cNvSpPr/>
            <p:nvPr/>
          </p:nvSpPr>
          <p:spPr>
            <a:xfrm>
              <a:off x="10953421" y="396109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D0BECBF-A676-0B37-0020-0AE67F4FA589}"/>
                </a:ext>
              </a:extLst>
            </p:cNvPr>
            <p:cNvSpPr/>
            <p:nvPr/>
          </p:nvSpPr>
          <p:spPr>
            <a:xfrm>
              <a:off x="10214036" y="4947347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3337EE4-F02D-566D-E794-B1433A8F780F}"/>
                </a:ext>
              </a:extLst>
            </p:cNvPr>
            <p:cNvSpPr/>
            <p:nvPr/>
          </p:nvSpPr>
          <p:spPr>
            <a:xfrm>
              <a:off x="9458464" y="492688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37D5D45-C09A-0685-5AF4-E6182F11AC90}"/>
                </a:ext>
              </a:extLst>
            </p:cNvPr>
            <p:cNvSpPr/>
            <p:nvPr/>
          </p:nvSpPr>
          <p:spPr>
            <a:xfrm>
              <a:off x="10779109" y="492211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361C90C-AF19-7AA6-0D57-FCACC6BA7ED5}"/>
                </a:ext>
              </a:extLst>
            </p:cNvPr>
            <p:cNvSpPr/>
            <p:nvPr/>
          </p:nvSpPr>
          <p:spPr>
            <a:xfrm>
              <a:off x="10203566" y="3221062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2FA0C3C-5555-8A1B-BE9D-D51808553DD5}"/>
                </a:ext>
              </a:extLst>
            </p:cNvPr>
            <p:cNvSpPr/>
            <p:nvPr/>
          </p:nvSpPr>
          <p:spPr>
            <a:xfrm>
              <a:off x="9241070" y="3040398"/>
              <a:ext cx="114300" cy="1143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42CF8DE-4F14-9EF0-1C77-FFCACB051A44}"/>
                </a:ext>
              </a:extLst>
            </p:cNvPr>
            <p:cNvSpPr/>
            <p:nvPr/>
          </p:nvSpPr>
          <p:spPr>
            <a:xfrm>
              <a:off x="8039238" y="4193060"/>
              <a:ext cx="114300" cy="1143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D34F785-218F-0C35-3850-2E98C5A244AD}"/>
                </a:ext>
              </a:extLst>
            </p:cNvPr>
            <p:cNvSpPr/>
            <p:nvPr/>
          </p:nvSpPr>
          <p:spPr>
            <a:xfrm>
              <a:off x="10839121" y="3709041"/>
              <a:ext cx="114300" cy="1143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0655669-7C8F-C19B-4859-1C7388542D5D}"/>
                </a:ext>
              </a:extLst>
            </p:cNvPr>
            <p:cNvSpPr/>
            <p:nvPr/>
          </p:nvSpPr>
          <p:spPr>
            <a:xfrm>
              <a:off x="9763264" y="5041184"/>
              <a:ext cx="114300" cy="1143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8AD87D5-1471-85C7-06AB-1009D49F7243}"/>
                </a:ext>
              </a:extLst>
            </p:cNvPr>
            <p:cNvSpPr/>
            <p:nvPr/>
          </p:nvSpPr>
          <p:spPr>
            <a:xfrm>
              <a:off x="9751719" y="4123024"/>
              <a:ext cx="114300" cy="1143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70C536B-5B0C-30B6-CD97-2445D480B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1582400" cy="83121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Key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AF13E7-C400-9CD1-2221-249967BAF6BF}"/>
                  </a:ext>
                </a:extLst>
              </p:cNvPr>
              <p:cNvSpPr txBox="1"/>
              <p:nvPr/>
            </p:nvSpPr>
            <p:spPr>
              <a:xfrm>
                <a:off x="609600" y="1437163"/>
                <a:ext cx="11205147" cy="1524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i="1" dirty="0"/>
                  <a:t>Property I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Either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points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obj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 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2 − </m:t>
                        </m:r>
                        <m:r>
                          <a:rPr lang="en-US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m:rPr>
                        <m:sty m:val="p"/>
                      </m:rPr>
                      <a:rPr 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OPT</m:t>
                    </m:r>
                  </m:oMath>
                </a14:m>
                <a:r>
                  <a:rPr lang="en-US" dirty="0"/>
                  <a:t>, for some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∈ [0, 1 − 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Or:  sample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≥ 2</m:t>
                    </m:r>
                  </m:oMath>
                </a14:m>
                <a:r>
                  <a:rPr lang="en-US" dirty="0"/>
                  <a:t>. 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OPT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AF13E7-C400-9CD1-2221-249967BAF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437163"/>
                <a:ext cx="11205147" cy="1524520"/>
              </a:xfrm>
              <a:prstGeom prst="rect">
                <a:avLst/>
              </a:prstGeom>
              <a:blipFill>
                <a:blip r:embed="rId3"/>
                <a:stretch>
                  <a:fillRect l="-544" t="-2400" b="-4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F9DAD1-8AF0-4120-E5D0-27E1387470A5}"/>
                  </a:ext>
                </a:extLst>
              </p:cNvPr>
              <p:cNvSpPr txBox="1"/>
              <p:nvPr/>
            </p:nvSpPr>
            <p:spPr>
              <a:xfrm>
                <a:off x="609600" y="5713719"/>
                <a:ext cx="8127804" cy="878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i="1" dirty="0"/>
                  <a:t>Property II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The local algorithm produces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dist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b="0" i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for a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F9DAD1-8AF0-4120-E5D0-27E138747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713719"/>
                <a:ext cx="8127804" cy="878126"/>
              </a:xfrm>
              <a:prstGeom prst="rect">
                <a:avLst/>
              </a:prstGeom>
              <a:blipFill>
                <a:blip r:embed="rId4"/>
                <a:stretch>
                  <a:fillRect l="-750" t="-347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028BE7E-6214-F716-9D4C-FE0352E02A92}"/>
                  </a:ext>
                </a:extLst>
              </p:cNvPr>
              <p:cNvSpPr txBox="1"/>
              <p:nvPr/>
            </p:nvSpPr>
            <p:spPr>
              <a:xfrm>
                <a:off x="4626874" y="4233637"/>
                <a:ext cx="4585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028BE7E-6214-F716-9D4C-FE0352E02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874" y="4233637"/>
                <a:ext cx="45852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DEEE46B6-3837-49DC-5B9B-5B46CDA4222D}"/>
              </a:ext>
            </a:extLst>
          </p:cNvPr>
          <p:cNvSpPr/>
          <p:nvPr/>
        </p:nvSpPr>
        <p:spPr>
          <a:xfrm>
            <a:off x="4240919" y="4197521"/>
            <a:ext cx="114300" cy="1143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97BE53-2B77-CC21-151E-FE3CF966348A}"/>
                  </a:ext>
                </a:extLst>
              </p:cNvPr>
              <p:cNvSpPr txBox="1"/>
              <p:nvPr/>
            </p:nvSpPr>
            <p:spPr>
              <a:xfrm>
                <a:off x="4087246" y="4266383"/>
                <a:ext cx="364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97BE53-2B77-CC21-151E-FE3CF9663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246" y="4266383"/>
                <a:ext cx="364972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3427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85F79-45C5-FEB9-6E79-A118B71A2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218" y="302468"/>
            <a:ext cx="11682782" cy="796597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Ulam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F01217-B7D2-B504-F228-6E61B29E7A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3102" y="1357409"/>
                <a:ext cx="10565523" cy="87107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0">
                    <a:latin typeface="Cambria Math" panose="02040503050406030204" pitchFamily="18" charset="0"/>
                  </a:rPr>
                  <a:t>Ulam (definition)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≝</m:t>
                    </m:r>
                  </m:oMath>
                </a14:m>
                <a:r>
                  <a:rPr lang="en-US"/>
                  <a:t>min # of moves to turn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/>
                  <a:t>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F01217-B7D2-B504-F228-6E61B29E7A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3102" y="1357409"/>
                <a:ext cx="10565523" cy="871075"/>
              </a:xfrm>
              <a:blipFill>
                <a:blip r:embed="rId2"/>
                <a:stretch>
                  <a:fillRect l="-1039" t="-16084" b="-16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145AA96A-E9AB-DD9E-514F-3A7C27885C33}"/>
              </a:ext>
            </a:extLst>
          </p:cNvPr>
          <p:cNvGrpSpPr/>
          <p:nvPr/>
        </p:nvGrpSpPr>
        <p:grpSpPr>
          <a:xfrm>
            <a:off x="2021778" y="2938209"/>
            <a:ext cx="2329759" cy="1165771"/>
            <a:chOff x="1008318" y="2780803"/>
            <a:chExt cx="2329759" cy="116577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DF6EDF5-B589-D71E-066D-D7FD95752845}"/>
                </a:ext>
              </a:extLst>
            </p:cNvPr>
            <p:cNvSpPr/>
            <p:nvPr/>
          </p:nvSpPr>
          <p:spPr>
            <a:xfrm>
              <a:off x="1477742" y="278080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3EB8E9D-A1DE-AA5E-31BE-F08A45D5DF8A}"/>
                </a:ext>
              </a:extLst>
            </p:cNvPr>
            <p:cNvSpPr/>
            <p:nvPr/>
          </p:nvSpPr>
          <p:spPr>
            <a:xfrm>
              <a:off x="1849809" y="278080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E9A731B-DD9E-5DA8-A946-6A384297E592}"/>
                </a:ext>
              </a:extLst>
            </p:cNvPr>
            <p:cNvSpPr/>
            <p:nvPr/>
          </p:nvSpPr>
          <p:spPr>
            <a:xfrm>
              <a:off x="2221876" y="278080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E1A8E1-EF83-D661-760A-183DE68C0E45}"/>
                </a:ext>
              </a:extLst>
            </p:cNvPr>
            <p:cNvSpPr/>
            <p:nvPr/>
          </p:nvSpPr>
          <p:spPr>
            <a:xfrm>
              <a:off x="2593943" y="2782382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9779BD9-44D1-07DB-2B27-8620D19DEF4C}"/>
                </a:ext>
              </a:extLst>
            </p:cNvPr>
            <p:cNvSpPr/>
            <p:nvPr/>
          </p:nvSpPr>
          <p:spPr>
            <a:xfrm>
              <a:off x="2966010" y="278238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8D5E073-8FAF-0540-5409-93CBBD51BC85}"/>
                </a:ext>
              </a:extLst>
            </p:cNvPr>
            <p:cNvSpPr/>
            <p:nvPr/>
          </p:nvSpPr>
          <p:spPr>
            <a:xfrm>
              <a:off x="1477742" y="3547703"/>
              <a:ext cx="372067" cy="397291"/>
            </a:xfrm>
            <a:prstGeom prst="rect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D69C50D-5342-71EA-55CF-89C3FC169C89}"/>
                </a:ext>
              </a:extLst>
            </p:cNvPr>
            <p:cNvSpPr/>
            <p:nvPr/>
          </p:nvSpPr>
          <p:spPr>
            <a:xfrm>
              <a:off x="1849809" y="3547703"/>
              <a:ext cx="372067" cy="397291"/>
            </a:xfrm>
            <a:prstGeom prst="rect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38C3EF7-FBF5-186D-4BFC-DE839C168C84}"/>
                </a:ext>
              </a:extLst>
            </p:cNvPr>
            <p:cNvSpPr/>
            <p:nvPr/>
          </p:nvSpPr>
          <p:spPr>
            <a:xfrm>
              <a:off x="2221876" y="3547704"/>
              <a:ext cx="372067" cy="397291"/>
            </a:xfrm>
            <a:prstGeom prst="rect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B5E5147-B05A-5A47-7075-0578E09C9845}"/>
                </a:ext>
              </a:extLst>
            </p:cNvPr>
            <p:cNvSpPr/>
            <p:nvPr/>
          </p:nvSpPr>
          <p:spPr>
            <a:xfrm>
              <a:off x="2593943" y="3549282"/>
              <a:ext cx="372067" cy="397291"/>
            </a:xfrm>
            <a:prstGeom prst="rect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5D5B6AA-3B92-CD42-2F86-E3C2B3373549}"/>
                </a:ext>
              </a:extLst>
            </p:cNvPr>
            <p:cNvSpPr/>
            <p:nvPr/>
          </p:nvSpPr>
          <p:spPr>
            <a:xfrm>
              <a:off x="2966010" y="3549283"/>
              <a:ext cx="372067" cy="397291"/>
            </a:xfrm>
            <a:prstGeom prst="rect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AA33F0C-5E87-55D3-5E2A-1D0B843F593D}"/>
                    </a:ext>
                  </a:extLst>
                </p:cNvPr>
                <p:cNvSpPr txBox="1"/>
                <p:nvPr/>
              </p:nvSpPr>
              <p:spPr>
                <a:xfrm>
                  <a:off x="1008318" y="3536778"/>
                  <a:ext cx="37144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AA33F0C-5E87-55D3-5E2A-1D0B843F59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318" y="3536778"/>
                  <a:ext cx="37144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4FBCE6-C9D4-7D21-95E4-ADD33D089299}"/>
                    </a:ext>
                  </a:extLst>
                </p:cNvPr>
                <p:cNvSpPr txBox="1"/>
                <p:nvPr/>
              </p:nvSpPr>
              <p:spPr>
                <a:xfrm>
                  <a:off x="1008318" y="2794782"/>
                  <a:ext cx="3723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4FBCE6-C9D4-7D21-95E4-ADD33D0892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318" y="2794782"/>
                  <a:ext cx="37234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95EFAE0E-FBE6-2C6A-E561-E8A3B402A1D9}"/>
              </a:ext>
            </a:extLst>
          </p:cNvPr>
          <p:cNvSpPr/>
          <p:nvPr/>
        </p:nvSpPr>
        <p:spPr>
          <a:xfrm>
            <a:off x="1736562" y="2692796"/>
            <a:ext cx="3039591" cy="17846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Curved Down 38">
            <a:extLst>
              <a:ext uri="{FF2B5EF4-FFF2-40B4-BE49-F238E27FC236}">
                <a16:creationId xmlns:a16="http://schemas.microsoft.com/office/drawing/2014/main" id="{5F99479A-B175-DF1E-C21A-47C413739597}"/>
              </a:ext>
            </a:extLst>
          </p:cNvPr>
          <p:cNvSpPr/>
          <p:nvPr/>
        </p:nvSpPr>
        <p:spPr>
          <a:xfrm>
            <a:off x="5438305" y="2591897"/>
            <a:ext cx="686324" cy="346312"/>
          </a:xfrm>
          <a:prstGeom prst="curved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4B75E59F-FB52-84D4-E30F-36F9412B7853}"/>
              </a:ext>
            </a:extLst>
          </p:cNvPr>
          <p:cNvSpPr/>
          <p:nvPr/>
        </p:nvSpPr>
        <p:spPr>
          <a:xfrm rot="5400000">
            <a:off x="6079340" y="3441570"/>
            <a:ext cx="290595" cy="200017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F9E4721-AB97-6F51-9A71-9057FD06B4CC}"/>
              </a:ext>
            </a:extLst>
          </p:cNvPr>
          <p:cNvGrpSpPr/>
          <p:nvPr/>
        </p:nvGrpSpPr>
        <p:grpSpPr>
          <a:xfrm>
            <a:off x="5288008" y="2922648"/>
            <a:ext cx="1864537" cy="397293"/>
            <a:chOff x="4274548" y="2765242"/>
            <a:chExt cx="1864537" cy="39729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40E8D37-5970-35C6-B5DE-1864A9444DBD}"/>
                </a:ext>
              </a:extLst>
            </p:cNvPr>
            <p:cNvSpPr/>
            <p:nvPr/>
          </p:nvSpPr>
          <p:spPr>
            <a:xfrm>
              <a:off x="4274548" y="276524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6A75D7A-6E01-29A2-C2F6-6F0A63056DF8}"/>
                </a:ext>
              </a:extLst>
            </p:cNvPr>
            <p:cNvSpPr/>
            <p:nvPr/>
          </p:nvSpPr>
          <p:spPr>
            <a:xfrm>
              <a:off x="4646615" y="276524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871C36C-2F07-CDDE-B1CC-E3883D76BE13}"/>
                </a:ext>
              </a:extLst>
            </p:cNvPr>
            <p:cNvSpPr/>
            <p:nvPr/>
          </p:nvSpPr>
          <p:spPr>
            <a:xfrm>
              <a:off x="5018682" y="276524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27C747E-8B67-F466-CD95-68FCB63F888E}"/>
                </a:ext>
              </a:extLst>
            </p:cNvPr>
            <p:cNvSpPr/>
            <p:nvPr/>
          </p:nvSpPr>
          <p:spPr>
            <a:xfrm>
              <a:off x="5394951" y="2765242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F87B10C-6164-FD3C-2007-9781D5B412DB}"/>
                </a:ext>
              </a:extLst>
            </p:cNvPr>
            <p:cNvSpPr/>
            <p:nvPr/>
          </p:nvSpPr>
          <p:spPr>
            <a:xfrm>
              <a:off x="5767018" y="276524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7C5A0F8-3D06-1B2F-92F3-284897E6AC04}"/>
              </a:ext>
            </a:extLst>
          </p:cNvPr>
          <p:cNvGrpSpPr/>
          <p:nvPr/>
        </p:nvGrpSpPr>
        <p:grpSpPr>
          <a:xfrm>
            <a:off x="5288008" y="3763216"/>
            <a:ext cx="1847720" cy="400217"/>
            <a:chOff x="4274548" y="3605810"/>
            <a:chExt cx="1847720" cy="400217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471E1C-4BEB-EB52-3820-A13E65EFAFEA}"/>
                </a:ext>
              </a:extLst>
            </p:cNvPr>
            <p:cNvSpPr/>
            <p:nvPr/>
          </p:nvSpPr>
          <p:spPr>
            <a:xfrm>
              <a:off x="4646615" y="360581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73C1DD4-B3EF-ED99-5732-765E1B488856}"/>
                </a:ext>
              </a:extLst>
            </p:cNvPr>
            <p:cNvSpPr/>
            <p:nvPr/>
          </p:nvSpPr>
          <p:spPr>
            <a:xfrm>
              <a:off x="4274548" y="360873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A25D541-7C9E-72E9-F17E-079213F6B0C6}"/>
                </a:ext>
              </a:extLst>
            </p:cNvPr>
            <p:cNvSpPr/>
            <p:nvPr/>
          </p:nvSpPr>
          <p:spPr>
            <a:xfrm>
              <a:off x="5006067" y="360873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C6373BF-16B2-3D62-7DE6-26983D3DE187}"/>
                </a:ext>
              </a:extLst>
            </p:cNvPr>
            <p:cNvSpPr/>
            <p:nvPr/>
          </p:nvSpPr>
          <p:spPr>
            <a:xfrm>
              <a:off x="5378134" y="360873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F727B35-17D3-7782-82E4-A137B2D067C7}"/>
                </a:ext>
              </a:extLst>
            </p:cNvPr>
            <p:cNvSpPr/>
            <p:nvPr/>
          </p:nvSpPr>
          <p:spPr>
            <a:xfrm>
              <a:off x="5750201" y="3608736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</p:grpSp>
      <p:sp>
        <p:nvSpPr>
          <p:cNvPr id="60" name="Arrow: Curved Down 59">
            <a:extLst>
              <a:ext uri="{FF2B5EF4-FFF2-40B4-BE49-F238E27FC236}">
                <a16:creationId xmlns:a16="http://schemas.microsoft.com/office/drawing/2014/main" id="{69DEBA9E-EA57-E49E-8598-A328DB2DA252}"/>
              </a:ext>
            </a:extLst>
          </p:cNvPr>
          <p:cNvSpPr/>
          <p:nvPr/>
        </p:nvSpPr>
        <p:spPr>
          <a:xfrm rot="10800000">
            <a:off x="5053627" y="4160507"/>
            <a:ext cx="1059442" cy="375566"/>
          </a:xfrm>
          <a:prstGeom prst="curved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9C1E3E21-58E4-9070-AE2B-117D613B94F4}"/>
              </a:ext>
            </a:extLst>
          </p:cNvPr>
          <p:cNvSpPr/>
          <p:nvPr/>
        </p:nvSpPr>
        <p:spPr>
          <a:xfrm rot="10800000">
            <a:off x="4843163" y="3861852"/>
            <a:ext cx="290595" cy="200017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Equals 62">
            <a:extLst>
              <a:ext uri="{FF2B5EF4-FFF2-40B4-BE49-F238E27FC236}">
                <a16:creationId xmlns:a16="http://schemas.microsoft.com/office/drawing/2014/main" id="{EBA50898-F528-7FE7-043B-7A6996A72599}"/>
              </a:ext>
            </a:extLst>
          </p:cNvPr>
          <p:cNvSpPr/>
          <p:nvPr/>
        </p:nvSpPr>
        <p:spPr>
          <a:xfrm>
            <a:off x="4769845" y="2954317"/>
            <a:ext cx="513961" cy="397291"/>
          </a:xfrm>
          <a:prstGeom prst="mathEqual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46C3CB9-2B8A-B468-6ED7-6C30FE889131}"/>
                  </a:ext>
                </a:extLst>
              </p:cNvPr>
              <p:cNvSpPr txBox="1"/>
              <p:nvPr/>
            </p:nvSpPr>
            <p:spPr>
              <a:xfrm>
                <a:off x="7943993" y="2903866"/>
                <a:ext cx="3039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12543, 52143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=2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46C3CB9-2B8A-B468-6ED7-6C30FE889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3993" y="2903866"/>
                <a:ext cx="303959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F259D099-2B2F-42E9-37BC-5B26450E36CE}"/>
              </a:ext>
            </a:extLst>
          </p:cNvPr>
          <p:cNvSpPr txBox="1">
            <a:spLocks/>
          </p:cNvSpPr>
          <p:nvPr/>
        </p:nvSpPr>
        <p:spPr>
          <a:xfrm>
            <a:off x="900587" y="5073344"/>
            <a:ext cx="11123238" cy="1784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4BD52DD5-3913-C6D8-78B3-7D0B9DA7DCEB}"/>
                  </a:ext>
                </a:extLst>
              </p:cNvPr>
              <p:cNvSpPr/>
              <p:nvPr/>
            </p:nvSpPr>
            <p:spPr>
              <a:xfrm>
                <a:off x="2778125" y="5197697"/>
                <a:ext cx="7576442" cy="84136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355600" sx="103000" sy="103000" algn="ctr" rotWithShape="0">
                  <a:prstClr val="black">
                    <a:alpha val="26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215F9A"/>
                    </a:solidFill>
                  </a:rPr>
                  <a:t>1 move = 1 delete + 1 insert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solidFill>
                      <a:srgbClr val="215F9A"/>
                    </a:solidFill>
                  </a:rPr>
                  <a:t> Edit distance </a:t>
                </a:r>
                <a:r>
                  <a:rPr lang="en-US" i="1" dirty="0">
                    <a:solidFill>
                      <a:srgbClr val="215F9A"/>
                    </a:solidFill>
                  </a:rPr>
                  <a:t>with no substitutions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n-US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≝</m:t>
                    </m:r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min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 # (ins + del) </a:t>
                </a:r>
                <a:r>
                  <a:rPr lang="en-US" dirty="0">
                    <a:solidFill>
                      <a:srgbClr val="215F9A"/>
                    </a:solidFill>
                  </a:rPr>
                  <a:t>operations to turn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>
                    <a:solidFill>
                      <a:srgbClr val="215F9A"/>
                    </a:solidFill>
                  </a:rPr>
                  <a:t> into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215F9A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4BD52DD5-3913-C6D8-78B3-7D0B9DA7DC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125" y="5197697"/>
                <a:ext cx="7576442" cy="84136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355600" sx="103000" sy="103000" algn="ctr" rotWithShape="0">
                  <a:prstClr val="black">
                    <a:alpha val="26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49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39" grpId="0" animBg="1"/>
      <p:bldP spid="40" grpId="0" animBg="1"/>
      <p:bldP spid="60" grpId="0" animBg="1"/>
      <p:bldP spid="62" grpId="0" animBg="1"/>
      <p:bldP spid="63" grpId="0" animBg="1"/>
      <p:bldP spid="64" grpId="0"/>
      <p:bldP spid="7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3FFD7-79B8-6455-287E-13091D537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115" y="365125"/>
            <a:ext cx="11599885" cy="795367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Aggregating under Ulam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8F052B-1335-7638-3C21-999E68E9DA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9096" y="1483002"/>
                <a:ext cx="3506777" cy="46983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>
                    <a:solidFill>
                      <a:srgbClr val="002060"/>
                    </a:solidFill>
                  </a:rPr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lit/>
                      </m:rP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8F052B-1335-7638-3C21-999E68E9DA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9096" y="1483002"/>
                <a:ext cx="3506777" cy="469834"/>
              </a:xfrm>
              <a:blipFill>
                <a:blip r:embed="rId2"/>
                <a:stretch>
                  <a:fillRect l="-1913" t="-2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495584A5-2C8E-12B7-76E3-9F7B98BD54E9}"/>
              </a:ext>
            </a:extLst>
          </p:cNvPr>
          <p:cNvGrpSpPr/>
          <p:nvPr/>
        </p:nvGrpSpPr>
        <p:grpSpPr>
          <a:xfrm>
            <a:off x="1483655" y="2244405"/>
            <a:ext cx="2338471" cy="3207793"/>
            <a:chOff x="592115" y="2530178"/>
            <a:chExt cx="2338471" cy="320779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5E73B22-5954-C20C-CB98-97B8B2EEB2CF}"/>
                </a:ext>
              </a:extLst>
            </p:cNvPr>
            <p:cNvSpPr/>
            <p:nvPr/>
          </p:nvSpPr>
          <p:spPr>
            <a:xfrm>
              <a:off x="1061539" y="254110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66DB71-4AB4-BDE0-63D2-34399815394B}"/>
                </a:ext>
              </a:extLst>
            </p:cNvPr>
            <p:cNvSpPr/>
            <p:nvPr/>
          </p:nvSpPr>
          <p:spPr>
            <a:xfrm>
              <a:off x="1433606" y="254110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FCB27BC-9C78-6F24-5976-25B29A1DEE4B}"/>
                </a:ext>
              </a:extLst>
            </p:cNvPr>
            <p:cNvSpPr/>
            <p:nvPr/>
          </p:nvSpPr>
          <p:spPr>
            <a:xfrm>
              <a:off x="1805673" y="254110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CCAACFF-D9D4-23B7-C8A8-CECD1A6A9B62}"/>
                </a:ext>
              </a:extLst>
            </p:cNvPr>
            <p:cNvSpPr/>
            <p:nvPr/>
          </p:nvSpPr>
          <p:spPr>
            <a:xfrm>
              <a:off x="2177740" y="2542682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8D9B6B-A883-A9D1-C03F-3C906AE64DF0}"/>
                </a:ext>
              </a:extLst>
            </p:cNvPr>
            <p:cNvSpPr/>
            <p:nvPr/>
          </p:nvSpPr>
          <p:spPr>
            <a:xfrm>
              <a:off x="2549807" y="254268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289F7E5-9EA7-FF52-3102-A6522B9A7487}"/>
                    </a:ext>
                  </a:extLst>
                </p:cNvPr>
                <p:cNvSpPr txBox="1"/>
                <p:nvPr/>
              </p:nvSpPr>
              <p:spPr>
                <a:xfrm>
                  <a:off x="592115" y="2530178"/>
                  <a:ext cx="469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289F7E5-9EA7-FF52-3102-A6522B9A74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15" y="2530178"/>
                  <a:ext cx="46942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5E1DDD2-643C-36CE-F841-A2371C7B12E9}"/>
                </a:ext>
              </a:extLst>
            </p:cNvPr>
            <p:cNvSpPr/>
            <p:nvPr/>
          </p:nvSpPr>
          <p:spPr>
            <a:xfrm>
              <a:off x="1061539" y="321708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EA3CFE5-5624-EBAE-1FD7-7BE52FE7AC4E}"/>
                </a:ext>
              </a:extLst>
            </p:cNvPr>
            <p:cNvSpPr/>
            <p:nvPr/>
          </p:nvSpPr>
          <p:spPr>
            <a:xfrm>
              <a:off x="1433606" y="321708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7BF99DD-1442-0002-4190-C491DF6A4365}"/>
                </a:ext>
              </a:extLst>
            </p:cNvPr>
            <p:cNvSpPr/>
            <p:nvPr/>
          </p:nvSpPr>
          <p:spPr>
            <a:xfrm>
              <a:off x="1805673" y="3217086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208DA8D-2367-DAC0-AF28-95B5390FD41A}"/>
                </a:ext>
              </a:extLst>
            </p:cNvPr>
            <p:cNvSpPr/>
            <p:nvPr/>
          </p:nvSpPr>
          <p:spPr>
            <a:xfrm>
              <a:off x="2177740" y="321866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A7850E0-9B82-86AE-845D-C46BD274F158}"/>
                </a:ext>
              </a:extLst>
            </p:cNvPr>
            <p:cNvSpPr/>
            <p:nvPr/>
          </p:nvSpPr>
          <p:spPr>
            <a:xfrm>
              <a:off x="2549807" y="321866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3B07774-6906-5118-F990-C87BE81A3473}"/>
                    </a:ext>
                  </a:extLst>
                </p:cNvPr>
                <p:cNvSpPr txBox="1"/>
                <p:nvPr/>
              </p:nvSpPr>
              <p:spPr>
                <a:xfrm>
                  <a:off x="592115" y="3206160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3B07774-6906-5118-F990-C87BE81A34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15" y="3206160"/>
                  <a:ext cx="47474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DECABF1-A068-D8F8-2423-39AA58BB2905}"/>
                </a:ext>
              </a:extLst>
            </p:cNvPr>
            <p:cNvSpPr/>
            <p:nvPr/>
          </p:nvSpPr>
          <p:spPr>
            <a:xfrm>
              <a:off x="1061539" y="3918192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98DF963-50E2-3B85-DEF4-BEF912054148}"/>
                </a:ext>
              </a:extLst>
            </p:cNvPr>
            <p:cNvSpPr/>
            <p:nvPr/>
          </p:nvSpPr>
          <p:spPr>
            <a:xfrm>
              <a:off x="1433606" y="3918192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6C71217-24EF-E825-9582-7C671BAE1B41}"/>
                </a:ext>
              </a:extLst>
            </p:cNvPr>
            <p:cNvSpPr/>
            <p:nvPr/>
          </p:nvSpPr>
          <p:spPr>
            <a:xfrm>
              <a:off x="1805673" y="3918193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525D4BF-D257-D813-51DA-69B37BCCFD2E}"/>
                </a:ext>
              </a:extLst>
            </p:cNvPr>
            <p:cNvSpPr/>
            <p:nvPr/>
          </p:nvSpPr>
          <p:spPr>
            <a:xfrm>
              <a:off x="2177740" y="3919771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A054B0A-CA22-69CD-3116-DDD948E33181}"/>
                </a:ext>
              </a:extLst>
            </p:cNvPr>
            <p:cNvSpPr/>
            <p:nvPr/>
          </p:nvSpPr>
          <p:spPr>
            <a:xfrm>
              <a:off x="2549807" y="3919772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ED20D40-95EC-5052-2560-66F3E721F9FA}"/>
                    </a:ext>
                  </a:extLst>
                </p:cNvPr>
                <p:cNvSpPr txBox="1"/>
                <p:nvPr/>
              </p:nvSpPr>
              <p:spPr>
                <a:xfrm>
                  <a:off x="592115" y="3907267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ED20D40-95EC-5052-2560-66F3E721F9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15" y="3907267"/>
                  <a:ext cx="47474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D5BC7C-8A9F-2AC6-65E1-075250FFDFEA}"/>
                </a:ext>
              </a:extLst>
            </p:cNvPr>
            <p:cNvSpPr/>
            <p:nvPr/>
          </p:nvSpPr>
          <p:spPr>
            <a:xfrm>
              <a:off x="1070251" y="533910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BCA2ED3-BD5F-56BA-2E10-4487D0880655}"/>
                </a:ext>
              </a:extLst>
            </p:cNvPr>
            <p:cNvSpPr/>
            <p:nvPr/>
          </p:nvSpPr>
          <p:spPr>
            <a:xfrm>
              <a:off x="1442318" y="533910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5194CCC-28ED-06D2-EC24-3A7413E28A90}"/>
                </a:ext>
              </a:extLst>
            </p:cNvPr>
            <p:cNvSpPr/>
            <p:nvPr/>
          </p:nvSpPr>
          <p:spPr>
            <a:xfrm>
              <a:off x="1814385" y="533910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CEC100B-7440-B385-B6AA-4B08F02DD39B}"/>
                </a:ext>
              </a:extLst>
            </p:cNvPr>
            <p:cNvSpPr/>
            <p:nvPr/>
          </p:nvSpPr>
          <p:spPr>
            <a:xfrm>
              <a:off x="2186452" y="5340679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4AB693F-4630-C70C-ED3D-FE9AA55C19B6}"/>
                </a:ext>
              </a:extLst>
            </p:cNvPr>
            <p:cNvSpPr/>
            <p:nvPr/>
          </p:nvSpPr>
          <p:spPr>
            <a:xfrm>
              <a:off x="2558519" y="534068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C746144-0C6D-B871-5C0A-5EACC6788A23}"/>
                    </a:ext>
                  </a:extLst>
                </p:cNvPr>
                <p:cNvSpPr txBox="1"/>
                <p:nvPr/>
              </p:nvSpPr>
              <p:spPr>
                <a:xfrm>
                  <a:off x="600827" y="5328175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C746144-0C6D-B871-5C0A-5EACC6788A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827" y="5328175"/>
                  <a:ext cx="47474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1C14284-1555-17D7-8EE2-4E81DD889F6D}"/>
                </a:ext>
              </a:extLst>
            </p:cNvPr>
            <p:cNvSpPr/>
            <p:nvPr/>
          </p:nvSpPr>
          <p:spPr>
            <a:xfrm>
              <a:off x="1053772" y="461772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825ACCB-2AF1-A126-43E7-EDA57C233CEA}"/>
                </a:ext>
              </a:extLst>
            </p:cNvPr>
            <p:cNvSpPr/>
            <p:nvPr/>
          </p:nvSpPr>
          <p:spPr>
            <a:xfrm>
              <a:off x="1425839" y="461772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ED74CB7-8876-0FE6-54E4-5B11A05D713F}"/>
                </a:ext>
              </a:extLst>
            </p:cNvPr>
            <p:cNvSpPr/>
            <p:nvPr/>
          </p:nvSpPr>
          <p:spPr>
            <a:xfrm>
              <a:off x="1797906" y="4617722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9331FF4-663C-553C-2211-C7B88B17D118}"/>
                </a:ext>
              </a:extLst>
            </p:cNvPr>
            <p:cNvSpPr/>
            <p:nvPr/>
          </p:nvSpPr>
          <p:spPr>
            <a:xfrm>
              <a:off x="2169973" y="461930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9A819BB-388F-3EEA-32E0-CD281707A561}"/>
                </a:ext>
              </a:extLst>
            </p:cNvPr>
            <p:cNvSpPr/>
            <p:nvPr/>
          </p:nvSpPr>
          <p:spPr>
            <a:xfrm>
              <a:off x="2542040" y="461930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83CCAFA-6F6B-5AFA-9709-A610DBE3D550}"/>
                    </a:ext>
                  </a:extLst>
                </p:cNvPr>
                <p:cNvSpPr txBox="1"/>
                <p:nvPr/>
              </p:nvSpPr>
              <p:spPr>
                <a:xfrm>
                  <a:off x="600827" y="4617721"/>
                  <a:ext cx="474745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83CCAFA-6F6B-5AFA-9709-A610DBE3D5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827" y="4617721"/>
                  <a:ext cx="47474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51ACD15-4AC2-7FC8-0748-62B714CB3D5C}"/>
              </a:ext>
            </a:extLst>
          </p:cNvPr>
          <p:cNvGrpSpPr/>
          <p:nvPr/>
        </p:nvGrpSpPr>
        <p:grpSpPr>
          <a:xfrm>
            <a:off x="5294326" y="3429000"/>
            <a:ext cx="2982836" cy="902948"/>
            <a:chOff x="4402786" y="3714773"/>
            <a:chExt cx="2982836" cy="90294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9F19648-1734-98B7-D60F-6DB777E4DD02}"/>
                </a:ext>
              </a:extLst>
            </p:cNvPr>
            <p:cNvSpPr/>
            <p:nvPr/>
          </p:nvSpPr>
          <p:spPr>
            <a:xfrm>
              <a:off x="5058049" y="3992506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?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6D12EDB-E50E-E5E7-2737-422F9CFB0C21}"/>
                </a:ext>
              </a:extLst>
            </p:cNvPr>
            <p:cNvSpPr/>
            <p:nvPr/>
          </p:nvSpPr>
          <p:spPr>
            <a:xfrm>
              <a:off x="5430116" y="3992506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?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A9ABE1B-8B94-B416-2071-EC0C3D51DB80}"/>
                </a:ext>
              </a:extLst>
            </p:cNvPr>
            <p:cNvSpPr/>
            <p:nvPr/>
          </p:nvSpPr>
          <p:spPr>
            <a:xfrm>
              <a:off x="5802183" y="3992507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?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E40AC62-791D-4028-7E79-A52BC7875428}"/>
                </a:ext>
              </a:extLst>
            </p:cNvPr>
            <p:cNvSpPr/>
            <p:nvPr/>
          </p:nvSpPr>
          <p:spPr>
            <a:xfrm>
              <a:off x="6174250" y="3994085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?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92E6F83-D1F8-2693-12AF-32A9C772F6DA}"/>
                </a:ext>
              </a:extLst>
            </p:cNvPr>
            <p:cNvSpPr/>
            <p:nvPr/>
          </p:nvSpPr>
          <p:spPr>
            <a:xfrm>
              <a:off x="6546317" y="3994086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10A9AC1-5E74-EFE5-5334-A376B54C4D25}"/>
                    </a:ext>
                  </a:extLst>
                </p:cNvPr>
                <p:cNvSpPr txBox="1"/>
                <p:nvPr/>
              </p:nvSpPr>
              <p:spPr>
                <a:xfrm>
                  <a:off x="4588625" y="3981581"/>
                  <a:ext cx="3723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10A9AC1-5E74-EFE5-5334-A376B54C4D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8625" y="3981581"/>
                  <a:ext cx="37234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26F23A0-6BBD-C9A3-9E75-4F2733EF3788}"/>
                </a:ext>
              </a:extLst>
            </p:cNvPr>
            <p:cNvSpPr/>
            <p:nvPr/>
          </p:nvSpPr>
          <p:spPr>
            <a:xfrm>
              <a:off x="4402786" y="3714773"/>
              <a:ext cx="2982836" cy="90294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2060"/>
                </a:solidFill>
              </a:endParaRPr>
            </a:p>
          </p:txBody>
        </p:sp>
      </p:grpSp>
      <p:sp>
        <p:nvSpPr>
          <p:cNvPr id="53" name="Left Brace 52">
            <a:extLst>
              <a:ext uri="{FF2B5EF4-FFF2-40B4-BE49-F238E27FC236}">
                <a16:creationId xmlns:a16="http://schemas.microsoft.com/office/drawing/2014/main" id="{7CAB68B0-B368-A398-4BBD-EECC70A7012A}"/>
              </a:ext>
            </a:extLst>
          </p:cNvPr>
          <p:cNvSpPr/>
          <p:nvPr/>
        </p:nvSpPr>
        <p:spPr>
          <a:xfrm rot="10800000">
            <a:off x="4112506" y="2144623"/>
            <a:ext cx="315305" cy="338643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C59A00D5-883A-1B9A-4C70-4CBAA9E05117}"/>
              </a:ext>
            </a:extLst>
          </p:cNvPr>
          <p:cNvSpPr/>
          <p:nvPr/>
        </p:nvSpPr>
        <p:spPr>
          <a:xfrm>
            <a:off x="4732445" y="3709187"/>
            <a:ext cx="357812" cy="21427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1786EB2-6D34-A995-3C4B-56EC88DA0B4B}"/>
                  </a:ext>
                </a:extLst>
              </p:cNvPr>
              <p:cNvSpPr txBox="1"/>
              <p:nvPr/>
            </p:nvSpPr>
            <p:spPr>
              <a:xfrm>
                <a:off x="8400083" y="3590819"/>
                <a:ext cx="1242426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US" sz="26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med</m:t>
                      </m:r>
                      <m:d>
                        <m:dPr>
                          <m:ctrlPr>
                            <a:rPr lang="en-US" sz="2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</m:oMath>
                  </m:oMathPara>
                </a14:m>
                <a:endParaRPr lang="en-US" sz="260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1786EB2-6D34-A995-3C4B-56EC88DA0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0083" y="3590819"/>
                <a:ext cx="1242426" cy="492443"/>
              </a:xfrm>
              <a:prstGeom prst="rect">
                <a:avLst/>
              </a:prstGeom>
              <a:blipFill>
                <a:blip r:embed="rId9"/>
                <a:stretch>
                  <a:fillRect r="-20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0834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8A9FB-9C33-3EB0-8359-32B793E2B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65125"/>
            <a:ext cx="11620500" cy="77787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Dynamic Programming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F2845606-2216-96B6-6FC8-DC6C14E25C85}"/>
                  </a:ext>
                </a:extLst>
              </p:cNvPr>
              <p:cNvSpPr/>
              <p:nvPr/>
            </p:nvSpPr>
            <p:spPr>
              <a:xfrm>
                <a:off x="1449527" y="1534232"/>
                <a:ext cx="9292951" cy="846675"/>
              </a:xfrm>
              <a:prstGeom prst="roundRect">
                <a:avLst/>
              </a:prstGeom>
              <a:solidFill>
                <a:srgbClr val="ECF3F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rgbClr val="215F9A"/>
                    </a:solidFill>
                    <a:latin typeface="Aptos (Body)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000" b="1" i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1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𝐚𝐫𝐠𝐦𝐢𝐧</m:t>
                        </m:r>
                      </m:e>
                      <m:sub>
                        <m:r>
                          <a:rPr lang="en-US" sz="2000" b="1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  <m:r>
                          <a:rPr lang="en-US" sz="2000" b="1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lit/>
                          </m:rPr>
                          <a:rPr lang="en-US" sz="2000" b="1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000" b="1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000" b="1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,…, </m:t>
                        </m:r>
                        <m:r>
                          <a:rPr lang="en-US" sz="2000" b="1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  <m:sSup>
                          <m:sSupPr>
                            <m:ctrlPr>
                              <a:rPr lang="en-US" sz="2000" b="1" i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lit/>
                              </m:rPr>
                              <a:rPr lang="en-US" sz="2000" b="1" i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  <m:sup>
                            <m:r>
                              <a:rPr lang="en-US" sz="2000" b="1" i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𝐧</m:t>
                            </m:r>
                          </m:sup>
                        </m:sSup>
                      </m:sub>
                    </m:sSub>
                    <m:nary>
                      <m:naryPr>
                        <m:chr m:val="∑"/>
                        <m:ctrlPr>
                          <a:rPr lang="en-US" sz="2000" b="1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1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  <m:r>
                          <a:rPr lang="en-US" sz="2000" b="1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1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000" b="1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  <m:e>
                        <m:r>
                          <a:rPr lang="en-US" sz="2000" b="1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𝐝</m:t>
                        </m:r>
                        <m:d>
                          <m:dPr>
                            <m:ctrlPr>
                              <a:rPr lang="en-US" sz="2000" b="1" i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  <m:r>
                              <a:rPr lang="en-US" sz="2000" b="1" i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1" i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𝛑</m:t>
                                </m:r>
                              </m:e>
                              <m:sub>
                                <m:r>
                                  <a:rPr lang="en-US" sz="2000" b="1" i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𝐢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sz="2000" b="1" i="0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215F9A"/>
                    </a:solidFill>
                    <a:latin typeface="Aptos (Body)"/>
                  </a:rPr>
                  <a:t>via </a:t>
                </a:r>
                <a:r>
                  <a:rPr lang="en-US" sz="2000" b="1" dirty="0" err="1">
                    <a:solidFill>
                      <a:srgbClr val="215F9A"/>
                    </a:solidFill>
                    <a:latin typeface="Aptos (Body)"/>
                  </a:rPr>
                  <a:t>dp</a:t>
                </a:r>
                <a:endParaRPr lang="en-US" sz="2000" b="1" dirty="0">
                  <a:solidFill>
                    <a:srgbClr val="215F9A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F2845606-2216-96B6-6FC8-DC6C14E25C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527" y="1534232"/>
                <a:ext cx="9292951" cy="84667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FC1B907-AF76-B7F4-BECA-CDB74D8AAE0A}"/>
              </a:ext>
            </a:extLst>
          </p:cNvPr>
          <p:cNvSpPr/>
          <p:nvPr/>
        </p:nvSpPr>
        <p:spPr>
          <a:xfrm>
            <a:off x="1449526" y="2651647"/>
            <a:ext cx="9292951" cy="846675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215F9A"/>
                </a:solidFill>
                <a:latin typeface="Aptos (Body)"/>
              </a:rPr>
              <a:t>Remove repeated symbols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E0AC6C9-F4D6-FA2B-105A-3CF86ACE2A18}"/>
              </a:ext>
            </a:extLst>
          </p:cNvPr>
          <p:cNvSpPr/>
          <p:nvPr/>
        </p:nvSpPr>
        <p:spPr>
          <a:xfrm>
            <a:off x="1449526" y="3783015"/>
            <a:ext cx="9292951" cy="274954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>
                <a:solidFill>
                  <a:srgbClr val="215F9A"/>
                </a:solidFill>
                <a:latin typeface="Aptos (Body)"/>
              </a:rPr>
              <a:t>Append the missing symbols arbitrarily at the end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F3AC9D-3F09-0B54-55AB-ABF60B3C4E79}"/>
              </a:ext>
            </a:extLst>
          </p:cNvPr>
          <p:cNvGrpSpPr/>
          <p:nvPr/>
        </p:nvGrpSpPr>
        <p:grpSpPr>
          <a:xfrm>
            <a:off x="3717250" y="4239405"/>
            <a:ext cx="5194220" cy="1059902"/>
            <a:chOff x="3717250" y="4239405"/>
            <a:chExt cx="5194220" cy="1059902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45968B0-0B57-9C07-11F2-F425DF9CD601}"/>
                </a:ext>
              </a:extLst>
            </p:cNvPr>
            <p:cNvSpPr/>
            <p:nvPr/>
          </p:nvSpPr>
          <p:spPr>
            <a:xfrm>
              <a:off x="3717250" y="4452632"/>
              <a:ext cx="4875938" cy="84667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i="1">
                  <a:solidFill>
                    <a:srgbClr val="215F9A"/>
                  </a:solidFill>
                </a:rPr>
                <a:t>Work in offline setting</a:t>
              </a:r>
              <a:endParaRPr lang="en-US" i="1">
                <a:solidFill>
                  <a:srgbClr val="215F9A"/>
                </a:solidFill>
                <a:latin typeface="Cambria Math" panose="02040503050406030204" pitchFamily="18" charset="0"/>
              </a:endParaRPr>
            </a:p>
          </p:txBody>
        </p:sp>
        <p:pic>
          <p:nvPicPr>
            <p:cNvPr id="9" name="Graphic 8" descr="Badge Tick1 with solid fill">
              <a:extLst>
                <a:ext uri="{FF2B5EF4-FFF2-40B4-BE49-F238E27FC236}">
                  <a16:creationId xmlns:a16="http://schemas.microsoft.com/office/drawing/2014/main" id="{55C6EED2-D758-3210-FD6B-9A776AFF73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74906" y="4239405"/>
              <a:ext cx="636564" cy="636564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D590E6-F73A-35D5-FAB6-3A2A8C30EA6C}"/>
              </a:ext>
            </a:extLst>
          </p:cNvPr>
          <p:cNvGrpSpPr/>
          <p:nvPr/>
        </p:nvGrpSpPr>
        <p:grpSpPr>
          <a:xfrm>
            <a:off x="3717250" y="5195839"/>
            <a:ext cx="5194220" cy="1136783"/>
            <a:chOff x="3717250" y="5195839"/>
            <a:chExt cx="5194220" cy="11367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BF669FEF-555C-64D6-8480-73E1D305075F}"/>
                    </a:ext>
                  </a:extLst>
                </p:cNvPr>
                <p:cNvSpPr/>
                <p:nvPr/>
              </p:nvSpPr>
              <p:spPr>
                <a:xfrm>
                  <a:off x="3717250" y="5485947"/>
                  <a:ext cx="4875938" cy="846675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i="1" dirty="0">
                      <a:solidFill>
                        <a:srgbClr val="215F9A"/>
                      </a:solidFill>
                    </a:rPr>
                    <a:t>Follows the MPC framework for ED requires 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215F9A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en-US" i="1" dirty="0">
                      <a:solidFill>
                        <a:srgbClr val="215F9A"/>
                      </a:solidFill>
                    </a:rPr>
                    <a:t>space per machine</a:t>
                  </a:r>
                  <a:endParaRPr lang="en-US" i="1" dirty="0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BF669FEF-555C-64D6-8480-73E1D30507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7250" y="5485947"/>
                  <a:ext cx="4875938" cy="846675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" name="Graphic 10" descr="Badge Cross with solid fill">
              <a:extLst>
                <a:ext uri="{FF2B5EF4-FFF2-40B4-BE49-F238E27FC236}">
                  <a16:creationId xmlns:a16="http://schemas.microsoft.com/office/drawing/2014/main" id="{0DFF0AA0-76A0-6B8C-42B7-D9A5F4F543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74906" y="5195839"/>
              <a:ext cx="636564" cy="6365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36319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F8D2B-769B-7B4E-7E72-ACB01334C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" y="365126"/>
            <a:ext cx="11666220" cy="754904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Cycle Removal Approach (CDK 21)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EA6D7-65AA-ED93-5BC7-FD3E895EE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827" y="1550389"/>
            <a:ext cx="10515600" cy="447712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Build a majority graph </a:t>
            </a:r>
          </a:p>
        </p:txBody>
      </p:sp>
      <p:sp>
        <p:nvSpPr>
          <p:cNvPr id="65" name="Left Brace 64">
            <a:extLst>
              <a:ext uri="{FF2B5EF4-FFF2-40B4-BE49-F238E27FC236}">
                <a16:creationId xmlns:a16="http://schemas.microsoft.com/office/drawing/2014/main" id="{9FD55CAE-F47C-65B1-F722-A5C76A4F7464}"/>
              </a:ext>
            </a:extLst>
          </p:cNvPr>
          <p:cNvSpPr/>
          <p:nvPr/>
        </p:nvSpPr>
        <p:spPr>
          <a:xfrm rot="10800000">
            <a:off x="4501126" y="2428460"/>
            <a:ext cx="315305" cy="338643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1E8F8421-8F6B-D526-5ED3-B81FCF42EDDC}"/>
              </a:ext>
            </a:extLst>
          </p:cNvPr>
          <p:cNvSpPr/>
          <p:nvPr/>
        </p:nvSpPr>
        <p:spPr>
          <a:xfrm>
            <a:off x="5121065" y="3993024"/>
            <a:ext cx="357812" cy="2142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87BA71F3-3D3C-7BFF-C99A-A3D1C99567EA}"/>
                  </a:ext>
                </a:extLst>
              </p:cNvPr>
              <p:cNvSpPr/>
              <p:nvPr/>
            </p:nvSpPr>
            <p:spPr>
              <a:xfrm>
                <a:off x="6582449" y="2837949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87BA71F3-3D3C-7BFF-C99A-A3D1C99567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449" y="2837949"/>
                <a:ext cx="491884" cy="42251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39129D42-7CD2-85C0-AEDB-81C6D3CBED67}"/>
                  </a:ext>
                </a:extLst>
              </p:cNvPr>
              <p:cNvSpPr/>
              <p:nvPr/>
            </p:nvSpPr>
            <p:spPr>
              <a:xfrm>
                <a:off x="7987369" y="5392378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39129D42-7CD2-85C0-AEDB-81C6D3CBED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7369" y="5392378"/>
                <a:ext cx="491884" cy="42251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FDBDD3E7-6568-399F-521B-19D92C89123A}"/>
                  </a:ext>
                </a:extLst>
              </p:cNvPr>
              <p:cNvSpPr/>
              <p:nvPr/>
            </p:nvSpPr>
            <p:spPr>
              <a:xfrm>
                <a:off x="5894618" y="4853855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FDBDD3E7-6568-399F-521B-19D92C891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4618" y="4853855"/>
                <a:ext cx="491884" cy="42251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5376ACBB-E59F-2FBC-3AF2-28E771F80E68}"/>
                  </a:ext>
                </a:extLst>
              </p:cNvPr>
              <p:cNvSpPr/>
              <p:nvPr/>
            </p:nvSpPr>
            <p:spPr>
              <a:xfrm>
                <a:off x="9689949" y="4562602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5376ACBB-E59F-2FBC-3AF2-28E771F80E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9949" y="4562602"/>
                <a:ext cx="491884" cy="42251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7E851C6-6A9C-3CE2-2B86-BA2B6356FD0B}"/>
                  </a:ext>
                </a:extLst>
              </p:cNvPr>
              <p:cNvSpPr/>
              <p:nvPr/>
            </p:nvSpPr>
            <p:spPr>
              <a:xfrm>
                <a:off x="8918443" y="2781709"/>
                <a:ext cx="491884" cy="47875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7E851C6-6A9C-3CE2-2B86-BA2B6356FD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443" y="2781709"/>
                <a:ext cx="491884" cy="47875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61C9506-1FE8-D144-164F-5DC790C1B4F9}"/>
              </a:ext>
            </a:extLst>
          </p:cNvPr>
          <p:cNvCxnSpPr>
            <a:cxnSpLocks/>
            <a:stCxn id="68" idx="6"/>
            <a:endCxn id="73" idx="2"/>
          </p:cNvCxnSpPr>
          <p:nvPr/>
        </p:nvCxnSpPr>
        <p:spPr>
          <a:xfrm flipV="1">
            <a:off x="7074333" y="3021087"/>
            <a:ext cx="1844110" cy="28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8A9A68C-0962-280B-77F3-DFD43E627DCF}"/>
                  </a:ext>
                </a:extLst>
              </p:cNvPr>
              <p:cNvSpPr txBox="1"/>
              <p:nvPr/>
            </p:nvSpPr>
            <p:spPr>
              <a:xfrm>
                <a:off x="1880987" y="4615785"/>
                <a:ext cx="47474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8A9A68C-0962-280B-77F3-DFD43E627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987" y="4615785"/>
                <a:ext cx="47474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Connector: Curved 82">
            <a:extLst>
              <a:ext uri="{FF2B5EF4-FFF2-40B4-BE49-F238E27FC236}">
                <a16:creationId xmlns:a16="http://schemas.microsoft.com/office/drawing/2014/main" id="{F0DE1121-77B3-AE35-CC92-F946E33A296D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77276" y="4058474"/>
            <a:ext cx="1579" cy="1116201"/>
          </a:xfrm>
          <a:prstGeom prst="curvedConnector3">
            <a:avLst>
              <a:gd name="adj1" fmla="val -14477517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368D829-494A-371D-82BB-14CBE2FF9A5D}"/>
              </a:ext>
            </a:extLst>
          </p:cNvPr>
          <p:cNvCxnSpPr>
            <a:stCxn id="73" idx="4"/>
            <a:endCxn id="72" idx="0"/>
          </p:cNvCxnSpPr>
          <p:nvPr/>
        </p:nvCxnSpPr>
        <p:spPr>
          <a:xfrm>
            <a:off x="9164385" y="3260464"/>
            <a:ext cx="771506" cy="1302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AE1330-6574-773B-C1BF-043F09C0D064}"/>
                  </a:ext>
                </a:extLst>
              </p:cNvPr>
              <p:cNvSpPr txBox="1"/>
              <p:nvPr/>
            </p:nvSpPr>
            <p:spPr>
              <a:xfrm>
                <a:off x="1872275" y="2528242"/>
                <a:ext cx="469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AE1330-6574-773B-C1BF-043F09C0D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2275" y="2528242"/>
                <a:ext cx="46942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nector: Curved 81">
            <a:extLst>
              <a:ext uri="{FF2B5EF4-FFF2-40B4-BE49-F238E27FC236}">
                <a16:creationId xmlns:a16="http://schemas.microsoft.com/office/drawing/2014/main" id="{2AC8DF46-D178-BD43-3A46-878BD106615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13766" y="2353134"/>
            <a:ext cx="12700" cy="372067"/>
          </a:xfrm>
          <a:prstGeom prst="curvedConnector3">
            <a:avLst>
              <a:gd name="adj1" fmla="val 1800000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7" name="Connector: Curved 96">
            <a:extLst>
              <a:ext uri="{FF2B5EF4-FFF2-40B4-BE49-F238E27FC236}">
                <a16:creationId xmlns:a16="http://schemas.microsoft.com/office/drawing/2014/main" id="{64FCE8FC-1C27-9936-AEB4-37FA3069B74D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57110" y="1981857"/>
            <a:ext cx="1580" cy="1116201"/>
          </a:xfrm>
          <a:prstGeom prst="curvedConnector3">
            <a:avLst>
              <a:gd name="adj1" fmla="val -14468354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C478667-EF06-274A-C83A-745975FC1E9E}"/>
                  </a:ext>
                </a:extLst>
              </p:cNvPr>
              <p:cNvSpPr txBox="1"/>
              <p:nvPr/>
            </p:nvSpPr>
            <p:spPr>
              <a:xfrm>
                <a:off x="1872275" y="3204224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C478667-EF06-274A-C83A-745975FC1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2275" y="3204224"/>
                <a:ext cx="47474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Connector: Curved 99">
            <a:extLst>
              <a:ext uri="{FF2B5EF4-FFF2-40B4-BE49-F238E27FC236}">
                <a16:creationId xmlns:a16="http://schemas.microsoft.com/office/drawing/2014/main" id="{D37C342B-C753-9C9E-CAB1-8B45EAFA33D0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57110" y="2657839"/>
            <a:ext cx="1580" cy="1116201"/>
          </a:xfrm>
          <a:prstGeom prst="curvedConnector3">
            <a:avLst>
              <a:gd name="adj1" fmla="val -14468354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AF4768D-6188-303D-3FE6-9BED742A4096}"/>
                  </a:ext>
                </a:extLst>
              </p:cNvPr>
              <p:cNvSpPr txBox="1"/>
              <p:nvPr/>
            </p:nvSpPr>
            <p:spPr>
              <a:xfrm>
                <a:off x="1872275" y="3905331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AF4768D-6188-303D-3FE6-9BED742A4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2275" y="3905331"/>
                <a:ext cx="47474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Connector: Curved 102">
            <a:extLst>
              <a:ext uri="{FF2B5EF4-FFF2-40B4-BE49-F238E27FC236}">
                <a16:creationId xmlns:a16="http://schemas.microsoft.com/office/drawing/2014/main" id="{3CB22889-C106-F062-9F2F-16BD59A7F19D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71077" y="3172912"/>
            <a:ext cx="1580" cy="1488268"/>
          </a:xfrm>
          <a:prstGeom prst="curvedConnector3">
            <a:avLst>
              <a:gd name="adj1" fmla="val -14468354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1587A9A-8423-C45F-8D49-195704328BFF}"/>
                  </a:ext>
                </a:extLst>
              </p:cNvPr>
              <p:cNvSpPr txBox="1"/>
              <p:nvPr/>
            </p:nvSpPr>
            <p:spPr>
              <a:xfrm>
                <a:off x="1880987" y="5326239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1587A9A-8423-C45F-8D49-195704328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987" y="5326239"/>
                <a:ext cx="47474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Connector: Curved 87">
            <a:extLst>
              <a:ext uri="{FF2B5EF4-FFF2-40B4-BE49-F238E27FC236}">
                <a16:creationId xmlns:a16="http://schemas.microsoft.com/office/drawing/2014/main" id="{9E64BD76-0BEE-C362-2944-3D6B12B3434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22478" y="5151131"/>
            <a:ext cx="12700" cy="372067"/>
          </a:xfrm>
          <a:prstGeom prst="curvedConnector3">
            <a:avLst>
              <a:gd name="adj1" fmla="val 1800000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6" name="Connector: Curved 105">
            <a:extLst>
              <a:ext uri="{FF2B5EF4-FFF2-40B4-BE49-F238E27FC236}">
                <a16:creationId xmlns:a16="http://schemas.microsoft.com/office/drawing/2014/main" id="{49662EEC-BFDC-30E8-63EE-4F0ED67D8C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94544" y="5151131"/>
            <a:ext cx="1" cy="372067"/>
          </a:xfrm>
          <a:prstGeom prst="curvedConnector3">
            <a:avLst>
              <a:gd name="adj1" fmla="val -2286000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6CA6EA7-4441-9027-0C55-1E6136A26C71}"/>
              </a:ext>
            </a:extLst>
          </p:cNvPr>
          <p:cNvCxnSpPr>
            <a:cxnSpLocks/>
            <a:stCxn id="70" idx="7"/>
            <a:endCxn id="72" idx="4"/>
          </p:cNvCxnSpPr>
          <p:nvPr/>
        </p:nvCxnSpPr>
        <p:spPr>
          <a:xfrm flipV="1">
            <a:off x="8407218" y="4985117"/>
            <a:ext cx="1528673" cy="4691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E4E6DD7-9BF8-31CB-4089-760152731CBB}"/>
              </a:ext>
            </a:extLst>
          </p:cNvPr>
          <p:cNvCxnSpPr>
            <a:cxnSpLocks/>
            <a:stCxn id="71" idx="6"/>
            <a:endCxn id="70" idx="2"/>
          </p:cNvCxnSpPr>
          <p:nvPr/>
        </p:nvCxnSpPr>
        <p:spPr>
          <a:xfrm>
            <a:off x="6386502" y="5065113"/>
            <a:ext cx="1600867" cy="5385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AA6B2D4-53A4-B8F2-E259-AEC57C64F8EA}"/>
              </a:ext>
            </a:extLst>
          </p:cNvPr>
          <p:cNvCxnSpPr>
            <a:cxnSpLocks/>
            <a:stCxn id="68" idx="3"/>
            <a:endCxn id="71" idx="0"/>
          </p:cNvCxnSpPr>
          <p:nvPr/>
        </p:nvCxnSpPr>
        <p:spPr>
          <a:xfrm flipH="1">
            <a:off x="6140560" y="3198588"/>
            <a:ext cx="513924" cy="16552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20F15680-1E14-8711-6BAF-1E10C22C713A}"/>
              </a:ext>
            </a:extLst>
          </p:cNvPr>
          <p:cNvCxnSpPr>
            <a:cxnSpLocks/>
            <a:stCxn id="68" idx="5"/>
            <a:endCxn id="72" idx="1"/>
          </p:cNvCxnSpPr>
          <p:nvPr/>
        </p:nvCxnSpPr>
        <p:spPr>
          <a:xfrm>
            <a:off x="7002298" y="3198588"/>
            <a:ext cx="2759686" cy="14258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B6401EED-EAB7-0367-861A-BC7181560B28}"/>
              </a:ext>
            </a:extLst>
          </p:cNvPr>
          <p:cNvCxnSpPr>
            <a:cxnSpLocks/>
            <a:stCxn id="68" idx="4"/>
            <a:endCxn id="70" idx="1"/>
          </p:cNvCxnSpPr>
          <p:nvPr/>
        </p:nvCxnSpPr>
        <p:spPr>
          <a:xfrm>
            <a:off x="6828391" y="3260464"/>
            <a:ext cx="1231013" cy="21937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E93F94AC-2A6A-6A1F-40B2-E596F05E1BA0}"/>
              </a:ext>
            </a:extLst>
          </p:cNvPr>
          <p:cNvCxnSpPr>
            <a:cxnSpLocks/>
            <a:stCxn id="73" idx="3"/>
            <a:endCxn id="70" idx="0"/>
          </p:cNvCxnSpPr>
          <p:nvPr/>
        </p:nvCxnSpPr>
        <p:spPr>
          <a:xfrm flipH="1">
            <a:off x="8233311" y="3190352"/>
            <a:ext cx="757167" cy="22020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418EFA76-F045-EBA3-075E-26428D359588}"/>
              </a:ext>
            </a:extLst>
          </p:cNvPr>
          <p:cNvCxnSpPr>
            <a:cxnSpLocks/>
            <a:stCxn id="73" idx="3"/>
            <a:endCxn id="71" idx="7"/>
          </p:cNvCxnSpPr>
          <p:nvPr/>
        </p:nvCxnSpPr>
        <p:spPr>
          <a:xfrm flipH="1">
            <a:off x="6314467" y="3190352"/>
            <a:ext cx="2676011" cy="17253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AB27DD25-ACE8-EFD7-E570-045E9F67D069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6402694" y="4773860"/>
            <a:ext cx="3287255" cy="2912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7" name="Table 186">
            <a:extLst>
              <a:ext uri="{FF2B5EF4-FFF2-40B4-BE49-F238E27FC236}">
                <a16:creationId xmlns:a16="http://schemas.microsoft.com/office/drawing/2014/main" id="{0B8FDD26-BD04-94D1-0BAB-0397E695E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000216"/>
              </p:ext>
            </p:extLst>
          </p:nvPr>
        </p:nvGraphicFramePr>
        <p:xfrm>
          <a:off x="2350411" y="2560493"/>
          <a:ext cx="18768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363">
                  <a:extLst>
                    <a:ext uri="{9D8B030D-6E8A-4147-A177-3AD203B41FA5}">
                      <a16:colId xmlns:a16="http://schemas.microsoft.com/office/drawing/2014/main" val="849757756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609028216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1359536440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4221498527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2558035759"/>
                    </a:ext>
                  </a:extLst>
                </a:gridCol>
              </a:tblGrid>
              <a:tr h="34278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227853"/>
                  </a:ext>
                </a:extLst>
              </a:tr>
            </a:tbl>
          </a:graphicData>
        </a:graphic>
      </p:graphicFrame>
      <p:graphicFrame>
        <p:nvGraphicFramePr>
          <p:cNvPr id="189" name="Table 188">
            <a:extLst>
              <a:ext uri="{FF2B5EF4-FFF2-40B4-BE49-F238E27FC236}">
                <a16:creationId xmlns:a16="http://schemas.microsoft.com/office/drawing/2014/main" id="{7325D116-1D14-2A49-3A82-42B3FD59E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9845"/>
              </p:ext>
            </p:extLst>
          </p:nvPr>
        </p:nvGraphicFramePr>
        <p:xfrm>
          <a:off x="2333931" y="3224113"/>
          <a:ext cx="18768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363">
                  <a:extLst>
                    <a:ext uri="{9D8B030D-6E8A-4147-A177-3AD203B41FA5}">
                      <a16:colId xmlns:a16="http://schemas.microsoft.com/office/drawing/2014/main" val="849757756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609028216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1359536440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4221498527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2558035759"/>
                    </a:ext>
                  </a:extLst>
                </a:gridCol>
              </a:tblGrid>
              <a:tr h="34278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227853"/>
                  </a:ext>
                </a:extLst>
              </a:tr>
            </a:tbl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4275AA77-0BAE-6A68-B8AA-74CC6952C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745828"/>
              </p:ext>
            </p:extLst>
          </p:nvPr>
        </p:nvGraphicFramePr>
        <p:xfrm>
          <a:off x="2317452" y="3920067"/>
          <a:ext cx="18768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363">
                  <a:extLst>
                    <a:ext uri="{9D8B030D-6E8A-4147-A177-3AD203B41FA5}">
                      <a16:colId xmlns:a16="http://schemas.microsoft.com/office/drawing/2014/main" val="849757756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609028216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1359536440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4221498527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2558035759"/>
                    </a:ext>
                  </a:extLst>
                </a:gridCol>
              </a:tblGrid>
              <a:tr h="34278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227853"/>
                  </a:ext>
                </a:extLst>
              </a:tr>
            </a:tbl>
          </a:graphicData>
        </a:graphic>
      </p:graphicFrame>
      <p:graphicFrame>
        <p:nvGraphicFramePr>
          <p:cNvPr id="193" name="Table 192">
            <a:extLst>
              <a:ext uri="{FF2B5EF4-FFF2-40B4-BE49-F238E27FC236}">
                <a16:creationId xmlns:a16="http://schemas.microsoft.com/office/drawing/2014/main" id="{484CAF47-A89F-2961-B853-54796C2FE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699081"/>
              </p:ext>
            </p:extLst>
          </p:nvPr>
        </p:nvGraphicFramePr>
        <p:xfrm>
          <a:off x="2317452" y="4623952"/>
          <a:ext cx="18768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363">
                  <a:extLst>
                    <a:ext uri="{9D8B030D-6E8A-4147-A177-3AD203B41FA5}">
                      <a16:colId xmlns:a16="http://schemas.microsoft.com/office/drawing/2014/main" val="849757756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609028216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1359536440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4221498527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2558035759"/>
                    </a:ext>
                  </a:extLst>
                </a:gridCol>
              </a:tblGrid>
              <a:tr h="34278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227853"/>
                  </a:ext>
                </a:extLst>
              </a:tr>
            </a:tbl>
          </a:graphicData>
        </a:graphic>
      </p:graphicFrame>
      <p:graphicFrame>
        <p:nvGraphicFramePr>
          <p:cNvPr id="195" name="Table 194">
            <a:extLst>
              <a:ext uri="{FF2B5EF4-FFF2-40B4-BE49-F238E27FC236}">
                <a16:creationId xmlns:a16="http://schemas.microsoft.com/office/drawing/2014/main" id="{A56EB7E9-76BC-FA7A-434D-DC17CDF76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806799"/>
              </p:ext>
            </p:extLst>
          </p:nvPr>
        </p:nvGraphicFramePr>
        <p:xfrm>
          <a:off x="2317452" y="5349865"/>
          <a:ext cx="18768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363">
                  <a:extLst>
                    <a:ext uri="{9D8B030D-6E8A-4147-A177-3AD203B41FA5}">
                      <a16:colId xmlns:a16="http://schemas.microsoft.com/office/drawing/2014/main" val="849757756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609028216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1359536440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4221498527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2558035759"/>
                    </a:ext>
                  </a:extLst>
                </a:gridCol>
              </a:tblGrid>
              <a:tr h="34278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227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8690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5" grpId="0" animBg="1"/>
      <p:bldP spid="67" grpId="0" animBg="1"/>
      <p:bldP spid="68" grpId="0" animBg="1"/>
      <p:bldP spid="70" grpId="0" animBg="1"/>
      <p:bldP spid="71" grpId="0" animBg="1"/>
      <p:bldP spid="72" grpId="0" animBg="1"/>
      <p:bldP spid="73" grpId="0" animBg="1"/>
      <p:bldP spid="63" grpId="0"/>
      <p:bldP spid="15" grpId="0"/>
      <p:bldP spid="27" grpId="0"/>
      <p:bldP spid="39" grpId="0"/>
      <p:bldP spid="5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BE8E6C-3A00-7202-FBD7-123C3AF5A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B0448-C8EE-7E38-850D-A2CD07B81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" y="365125"/>
            <a:ext cx="11574780" cy="86156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Cycle Removal Approach (CDK 21)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BA1EC77A-29AD-AF15-8115-7057EA63CC60}"/>
                  </a:ext>
                </a:extLst>
              </p:cNvPr>
              <p:cNvSpPr/>
              <p:nvPr/>
            </p:nvSpPr>
            <p:spPr>
              <a:xfrm>
                <a:off x="7559911" y="1830891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BA1EC77A-29AD-AF15-8115-7057EA63CC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911" y="1830891"/>
                <a:ext cx="491884" cy="42251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10C7B62-B91B-32D9-CE97-9DAC8232C8C6}"/>
                  </a:ext>
                </a:extLst>
              </p:cNvPr>
              <p:cNvSpPr/>
              <p:nvPr/>
            </p:nvSpPr>
            <p:spPr>
              <a:xfrm>
                <a:off x="8964831" y="4385320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10C7B62-B91B-32D9-CE97-9DAC8232C8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4831" y="4385320"/>
                <a:ext cx="491884" cy="42251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31F8E7C4-3BDA-5F92-325D-336749B47A78}"/>
                  </a:ext>
                </a:extLst>
              </p:cNvPr>
              <p:cNvSpPr/>
              <p:nvPr/>
            </p:nvSpPr>
            <p:spPr>
              <a:xfrm>
                <a:off x="6872080" y="3846797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31F8E7C4-3BDA-5F92-325D-336749B47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2080" y="3846797"/>
                <a:ext cx="491884" cy="42251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4D780065-5A5B-82C1-C01A-5D7E55C4ECCB}"/>
                  </a:ext>
                </a:extLst>
              </p:cNvPr>
              <p:cNvSpPr/>
              <p:nvPr/>
            </p:nvSpPr>
            <p:spPr>
              <a:xfrm>
                <a:off x="10667411" y="3555544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4D780065-5A5B-82C1-C01A-5D7E55C4EC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7411" y="3555544"/>
                <a:ext cx="491884" cy="42251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16935F0-17C5-EE72-ACD4-5B4B598A90FE}"/>
                  </a:ext>
                </a:extLst>
              </p:cNvPr>
              <p:cNvSpPr/>
              <p:nvPr/>
            </p:nvSpPr>
            <p:spPr>
              <a:xfrm>
                <a:off x="9895905" y="1774651"/>
                <a:ext cx="491884" cy="47875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16935F0-17C5-EE72-ACD4-5B4B598A90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5905" y="1774651"/>
                <a:ext cx="491884" cy="47875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6B43CE9-8C26-C601-A1EC-E8A14A3615FB}"/>
              </a:ext>
            </a:extLst>
          </p:cNvPr>
          <p:cNvCxnSpPr>
            <a:cxnSpLocks/>
            <a:stCxn id="68" idx="6"/>
            <a:endCxn id="73" idx="2"/>
          </p:cNvCxnSpPr>
          <p:nvPr/>
        </p:nvCxnSpPr>
        <p:spPr>
          <a:xfrm flipV="1">
            <a:off x="8051795" y="2014029"/>
            <a:ext cx="1844110" cy="28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5946FEF-8100-27AA-AB2E-9E3BF3A062D3}"/>
              </a:ext>
            </a:extLst>
          </p:cNvPr>
          <p:cNvCxnSpPr>
            <a:stCxn id="73" idx="4"/>
            <a:endCxn id="72" idx="0"/>
          </p:cNvCxnSpPr>
          <p:nvPr/>
        </p:nvCxnSpPr>
        <p:spPr>
          <a:xfrm>
            <a:off x="10141847" y="2253406"/>
            <a:ext cx="771506" cy="1302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1681E3B2-8224-BD02-0219-1D2814CCD6E2}"/>
              </a:ext>
            </a:extLst>
          </p:cNvPr>
          <p:cNvCxnSpPr>
            <a:cxnSpLocks/>
            <a:stCxn id="70" idx="7"/>
            <a:endCxn id="72" idx="4"/>
          </p:cNvCxnSpPr>
          <p:nvPr/>
        </p:nvCxnSpPr>
        <p:spPr>
          <a:xfrm flipV="1">
            <a:off x="9384680" y="3978059"/>
            <a:ext cx="1528673" cy="4691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5098539-6B6D-B4D7-3D71-CB30BC9B908C}"/>
              </a:ext>
            </a:extLst>
          </p:cNvPr>
          <p:cNvCxnSpPr>
            <a:cxnSpLocks/>
            <a:stCxn id="71" idx="6"/>
            <a:endCxn id="70" idx="2"/>
          </p:cNvCxnSpPr>
          <p:nvPr/>
        </p:nvCxnSpPr>
        <p:spPr>
          <a:xfrm>
            <a:off x="7363964" y="4058055"/>
            <a:ext cx="1600867" cy="5385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BECC2B82-8FE7-A1AB-9990-6D12ED4B20DB}"/>
              </a:ext>
            </a:extLst>
          </p:cNvPr>
          <p:cNvCxnSpPr>
            <a:cxnSpLocks/>
            <a:stCxn id="68" idx="3"/>
            <a:endCxn id="71" idx="0"/>
          </p:cNvCxnSpPr>
          <p:nvPr/>
        </p:nvCxnSpPr>
        <p:spPr>
          <a:xfrm flipH="1">
            <a:off x="7118022" y="2191530"/>
            <a:ext cx="513924" cy="16552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8D42CD3D-80AA-34C6-0E65-A5C75A0B4AF7}"/>
              </a:ext>
            </a:extLst>
          </p:cNvPr>
          <p:cNvCxnSpPr>
            <a:cxnSpLocks/>
            <a:stCxn id="68" idx="5"/>
            <a:endCxn id="72" idx="1"/>
          </p:cNvCxnSpPr>
          <p:nvPr/>
        </p:nvCxnSpPr>
        <p:spPr>
          <a:xfrm>
            <a:off x="7979760" y="2191530"/>
            <a:ext cx="2759686" cy="14258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CD8FA478-BCF8-83DA-ABDD-B83ED2E2CD97}"/>
              </a:ext>
            </a:extLst>
          </p:cNvPr>
          <p:cNvCxnSpPr>
            <a:cxnSpLocks/>
            <a:stCxn id="68" idx="4"/>
            <a:endCxn id="70" idx="1"/>
          </p:cNvCxnSpPr>
          <p:nvPr/>
        </p:nvCxnSpPr>
        <p:spPr>
          <a:xfrm>
            <a:off x="7805853" y="2253406"/>
            <a:ext cx="1231013" cy="21937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3C065735-340F-7F3B-D189-FC8A764E3E8A}"/>
              </a:ext>
            </a:extLst>
          </p:cNvPr>
          <p:cNvCxnSpPr>
            <a:cxnSpLocks/>
            <a:stCxn id="73" idx="3"/>
            <a:endCxn id="70" idx="0"/>
          </p:cNvCxnSpPr>
          <p:nvPr/>
        </p:nvCxnSpPr>
        <p:spPr>
          <a:xfrm flipH="1">
            <a:off x="9210773" y="2183294"/>
            <a:ext cx="757167" cy="22020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BAE07F92-7338-5FED-6E73-A401A142F920}"/>
              </a:ext>
            </a:extLst>
          </p:cNvPr>
          <p:cNvCxnSpPr>
            <a:cxnSpLocks/>
            <a:stCxn id="73" idx="3"/>
            <a:endCxn id="71" idx="7"/>
          </p:cNvCxnSpPr>
          <p:nvPr/>
        </p:nvCxnSpPr>
        <p:spPr>
          <a:xfrm flipH="1">
            <a:off x="7291929" y="2183294"/>
            <a:ext cx="2676011" cy="17253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D1A031A0-E1DE-24EE-64A1-46E2EAB605B9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7380156" y="3766802"/>
            <a:ext cx="3287255" cy="2912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7108B2A8-EB6A-F1F1-193D-497170813E3D}"/>
              </a:ext>
            </a:extLst>
          </p:cNvPr>
          <p:cNvSpPr/>
          <p:nvPr/>
        </p:nvSpPr>
        <p:spPr>
          <a:xfrm>
            <a:off x="6514312" y="2963917"/>
            <a:ext cx="5227845" cy="227023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306B8A-5334-1152-5B2D-D761B67A490D}"/>
              </a:ext>
            </a:extLst>
          </p:cNvPr>
          <p:cNvCxnSpPr>
            <a:cxnSpLocks/>
            <a:stCxn id="72" idx="2"/>
            <a:endCxn id="71" idx="6"/>
          </p:cNvCxnSpPr>
          <p:nvPr/>
        </p:nvCxnSpPr>
        <p:spPr>
          <a:xfrm flipH="1">
            <a:off x="7363964" y="3766802"/>
            <a:ext cx="3303447" cy="291253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E5FE6C-2B89-9DE9-BCF7-56F7DFD4E15B}"/>
              </a:ext>
            </a:extLst>
          </p:cNvPr>
          <p:cNvCxnSpPr>
            <a:cxnSpLocks/>
            <a:stCxn id="71" idx="6"/>
            <a:endCxn id="70" idx="2"/>
          </p:cNvCxnSpPr>
          <p:nvPr/>
        </p:nvCxnSpPr>
        <p:spPr>
          <a:xfrm>
            <a:off x="7363964" y="4058055"/>
            <a:ext cx="1600867" cy="538523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ADB004-8928-3890-1F4A-59103FB7848B}"/>
              </a:ext>
            </a:extLst>
          </p:cNvPr>
          <p:cNvCxnSpPr>
            <a:cxnSpLocks/>
            <a:stCxn id="70" idx="7"/>
            <a:endCxn id="72" idx="4"/>
          </p:cNvCxnSpPr>
          <p:nvPr/>
        </p:nvCxnSpPr>
        <p:spPr>
          <a:xfrm flipV="1">
            <a:off x="9384680" y="3978059"/>
            <a:ext cx="1528673" cy="469137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179F3E-BF24-59B8-EEE1-A0A929A15D02}"/>
              </a:ext>
            </a:extLst>
          </p:cNvPr>
          <p:cNvSpPr/>
          <p:nvPr/>
        </p:nvSpPr>
        <p:spPr>
          <a:xfrm>
            <a:off x="677961" y="1887896"/>
            <a:ext cx="4610029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215F9A"/>
                </a:solidFill>
                <a:latin typeface="Aptos (Body)"/>
              </a:rPr>
              <a:t>Build a majority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E48DC232-5715-9D6B-E37A-C766BEF6EFD4}"/>
                  </a:ext>
                </a:extLst>
              </p:cNvPr>
              <p:cNvSpPr/>
              <p:nvPr/>
            </p:nvSpPr>
            <p:spPr>
              <a:xfrm>
                <a:off x="677961" y="2824524"/>
                <a:ext cx="4610029" cy="731020"/>
              </a:xfrm>
              <a:prstGeom prst="roundRect">
                <a:avLst/>
              </a:prstGeom>
              <a:solidFill>
                <a:srgbClr val="ECF3F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rgbClr val="215F9A"/>
                    </a:solidFill>
                    <a:latin typeface="Aptos (Body)"/>
                  </a:rPr>
                  <a:t>While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  <a:latin typeface="Aptos (Body)"/>
                  </a:rPr>
                  <a:t>a cycle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215F9A"/>
                    </a:solidFill>
                    <a:latin typeface="Aptos (Body)"/>
                  </a:rPr>
                  <a:t>(a triangle)</a:t>
                </a:r>
              </a:p>
              <a:p>
                <a:pPr algn="ctr"/>
                <a:r>
                  <a:rPr lang="en-US" sz="2000" dirty="0">
                    <a:solidFill>
                      <a:srgbClr val="215F9A"/>
                    </a:solidFill>
                    <a:latin typeface="Aptos (Body)"/>
                  </a:rPr>
                  <a:t>        </a:t>
                </a:r>
                <a:r>
                  <a:rPr lang="en-US" sz="2000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Aptos (Body)"/>
                  </a:rPr>
                  <a:t>Remove C</a:t>
                </a:r>
              </a:p>
            </p:txBody>
          </p:sp>
        </mc:Choice>
        <mc:Fallback xmlns=""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E48DC232-5715-9D6B-E37A-C766BEF6EF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961" y="2824524"/>
                <a:ext cx="4610029" cy="73102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162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6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05A1B9-C849-E806-D7F0-6CD2B767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80DEF16-E987-00B2-A1B1-D1FF995B74D5}"/>
              </a:ext>
            </a:extLst>
          </p:cNvPr>
          <p:cNvSpPr/>
          <p:nvPr/>
        </p:nvSpPr>
        <p:spPr>
          <a:xfrm>
            <a:off x="6391099" y="1981438"/>
            <a:ext cx="5144906" cy="355938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rgbClr val="215F9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E50A5-F8AC-F081-01A6-0B8348626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65126"/>
            <a:ext cx="11620500" cy="841070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Cycle Removal Approach (CDK 21)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A98B414C-3F83-0D2B-B907-597AF08967AB}"/>
                  </a:ext>
                </a:extLst>
              </p:cNvPr>
              <p:cNvSpPr/>
              <p:nvPr/>
            </p:nvSpPr>
            <p:spPr>
              <a:xfrm>
                <a:off x="7681831" y="2128071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A98B414C-3F83-0D2B-B907-597AF08967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831" y="2128071"/>
                <a:ext cx="491884" cy="42251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52474D3-AAF3-9BF8-9CAE-8C9A77C80D9C}"/>
                  </a:ext>
                </a:extLst>
              </p:cNvPr>
              <p:cNvSpPr/>
              <p:nvPr/>
            </p:nvSpPr>
            <p:spPr>
              <a:xfrm>
                <a:off x="10017825" y="2071831"/>
                <a:ext cx="491884" cy="47875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52474D3-AAF3-9BF8-9CAE-8C9A77C80D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7825" y="2071831"/>
                <a:ext cx="491884" cy="47875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4062635-89BD-3B6C-DDDF-B6044B48DE5A}"/>
              </a:ext>
            </a:extLst>
          </p:cNvPr>
          <p:cNvCxnSpPr>
            <a:cxnSpLocks/>
            <a:stCxn id="68" idx="6"/>
            <a:endCxn id="73" idx="2"/>
          </p:cNvCxnSpPr>
          <p:nvPr/>
        </p:nvCxnSpPr>
        <p:spPr>
          <a:xfrm flipV="1">
            <a:off x="8173715" y="2311209"/>
            <a:ext cx="1844110" cy="28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rrow: Down 4">
            <a:extLst>
              <a:ext uri="{FF2B5EF4-FFF2-40B4-BE49-F238E27FC236}">
                <a16:creationId xmlns:a16="http://schemas.microsoft.com/office/drawing/2014/main" id="{A0A70845-D9C1-6B55-468B-0E170B438810}"/>
              </a:ext>
            </a:extLst>
          </p:cNvPr>
          <p:cNvSpPr/>
          <p:nvPr/>
        </p:nvSpPr>
        <p:spPr>
          <a:xfrm>
            <a:off x="8941268" y="2550586"/>
            <a:ext cx="309004" cy="835954"/>
          </a:xfrm>
          <a:prstGeom prst="downArrow">
            <a:avLst/>
          </a:prstGeom>
          <a:gradFill>
            <a:gsLst>
              <a:gs pos="0">
                <a:schemeClr val="bg1">
                  <a:alpha val="98000"/>
                </a:schemeClr>
              </a:gs>
              <a:gs pos="38000">
                <a:srgbClr val="B6CBDE"/>
              </a:gs>
              <a:gs pos="100000">
                <a:srgbClr val="215F9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003004-C107-83DD-9CD1-6F41D3CD8856}"/>
              </a:ext>
            </a:extLst>
          </p:cNvPr>
          <p:cNvSpPr txBox="1"/>
          <p:nvPr/>
        </p:nvSpPr>
        <p:spPr>
          <a:xfrm>
            <a:off x="8871754" y="353994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215F9A"/>
                </a:solidFill>
              </a:rPr>
              <a:t>12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4A07A9A-C4D8-1460-43C5-CD178D1245ED}"/>
              </a:ext>
            </a:extLst>
          </p:cNvPr>
          <p:cNvSpPr/>
          <p:nvPr/>
        </p:nvSpPr>
        <p:spPr>
          <a:xfrm>
            <a:off x="8956586" y="3940040"/>
            <a:ext cx="309004" cy="869757"/>
          </a:xfrm>
          <a:prstGeom prst="downArrow">
            <a:avLst/>
          </a:prstGeom>
          <a:gradFill>
            <a:gsLst>
              <a:gs pos="0">
                <a:schemeClr val="bg1">
                  <a:alpha val="98000"/>
                </a:schemeClr>
              </a:gs>
              <a:gs pos="38000">
                <a:srgbClr val="B6CBDE"/>
              </a:gs>
              <a:gs pos="100000">
                <a:srgbClr val="215F9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ED1644-A33C-64FD-E7FB-A84925D83E24}"/>
              </a:ext>
            </a:extLst>
          </p:cNvPr>
          <p:cNvSpPr txBox="1"/>
          <p:nvPr/>
        </p:nvSpPr>
        <p:spPr>
          <a:xfrm>
            <a:off x="8683481" y="4928366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215F9A"/>
                </a:solidFill>
              </a:rPr>
              <a:t>12345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5887CD4-44E8-BDF6-AEA5-5651294CAAEA}"/>
              </a:ext>
            </a:extLst>
          </p:cNvPr>
          <p:cNvSpPr/>
          <p:nvPr/>
        </p:nvSpPr>
        <p:spPr>
          <a:xfrm>
            <a:off x="874895" y="2042224"/>
            <a:ext cx="5144906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215F9A"/>
                </a:solidFill>
              </a:rPr>
              <a:t>Build a majority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71063D35-012C-4BD9-B6B3-308442133BBB}"/>
                  </a:ext>
                </a:extLst>
              </p:cNvPr>
              <p:cNvSpPr/>
              <p:nvPr/>
            </p:nvSpPr>
            <p:spPr>
              <a:xfrm>
                <a:off x="874895" y="2914515"/>
                <a:ext cx="5144906" cy="892310"/>
              </a:xfrm>
              <a:prstGeom prst="roundRect">
                <a:avLst/>
              </a:prstGeom>
              <a:solidFill>
                <a:srgbClr val="ECF3F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000" dirty="0">
                    <a:solidFill>
                      <a:srgbClr val="215F9A"/>
                    </a:solidFill>
                  </a:rPr>
                  <a:t>While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a cycle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215F9A"/>
                    </a:solidFill>
                  </a:rPr>
                  <a:t>(a triangle)</a:t>
                </a:r>
              </a:p>
            </p:txBody>
          </p:sp>
        </mc:Choice>
        <mc:Fallback xmlns=""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71063D35-012C-4BD9-B6B3-308442133B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895" y="2914515"/>
                <a:ext cx="5144906" cy="89231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EB1CC3-C02F-F973-9C83-6E88128ABC2E}"/>
                  </a:ext>
                </a:extLst>
              </p:cNvPr>
              <p:cNvSpPr txBox="1"/>
              <p:nvPr/>
            </p:nvSpPr>
            <p:spPr>
              <a:xfrm>
                <a:off x="2247900" y="3326070"/>
                <a:ext cx="1905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2000">
                    <a:solidFill>
                      <a:srgbClr val="215F9A"/>
                    </a:solidFill>
                  </a:rPr>
                  <a:t>Remove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2000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EB1CC3-C02F-F973-9C83-6E88128AB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900" y="3326070"/>
                <a:ext cx="1905000" cy="400110"/>
              </a:xfrm>
              <a:prstGeom prst="rect">
                <a:avLst/>
              </a:prstGeom>
              <a:blipFill>
                <a:blip r:embed="rId6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0287589-E7C2-15E7-D8C2-B52C7AEA5703}"/>
              </a:ext>
            </a:extLst>
          </p:cNvPr>
          <p:cNvSpPr/>
          <p:nvPr/>
        </p:nvSpPr>
        <p:spPr>
          <a:xfrm>
            <a:off x="874895" y="3940040"/>
            <a:ext cx="5144906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215F9A"/>
                </a:solidFill>
              </a:rPr>
              <a:t>Topological sort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1E90181-C9EC-285D-2E8A-6C451B07FE4C}"/>
              </a:ext>
            </a:extLst>
          </p:cNvPr>
          <p:cNvSpPr/>
          <p:nvPr/>
        </p:nvSpPr>
        <p:spPr>
          <a:xfrm>
            <a:off x="874894" y="4809798"/>
            <a:ext cx="5144906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215F9A"/>
                </a:solidFill>
              </a:rPr>
              <a:t>Append removed symbols in arbitrary order</a:t>
            </a:r>
          </a:p>
        </p:txBody>
      </p:sp>
    </p:spTree>
    <p:extLst>
      <p:ext uri="{BB962C8B-B14F-4D97-AF65-F5344CB8AC3E}">
        <p14:creationId xmlns:p14="http://schemas.microsoft.com/office/powerpoint/2010/main" val="574208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68" grpId="0" animBg="1"/>
      <p:bldP spid="73" grpId="0" animBg="1"/>
      <p:bldP spid="5" grpId="0" animBg="1"/>
      <p:bldP spid="7" grpId="0"/>
      <p:bldP spid="9" grpId="0" animBg="1"/>
      <p:bldP spid="13" grpId="0"/>
      <p:bldP spid="14" grpId="0" animBg="1"/>
      <p:bldP spid="15" grpId="0" animBg="1"/>
      <p:bldP spid="17" grpId="0"/>
      <p:bldP spid="17" grpId="1"/>
      <p:bldP spid="18" grpId="0" animBg="1"/>
      <p:bldP spid="1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90000"/>
              </a:schemeClr>
            </a:gs>
            <a:gs pos="51000">
              <a:schemeClr val="bg1">
                <a:lumMod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F48B95-28E4-E0EC-AE5A-EBE38DB01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2B94F-DA12-7406-4C95-9C8C804B2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980" y="319662"/>
            <a:ext cx="11590020" cy="716389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Attempt for MPC Cycle Removal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C783929-9493-E1B8-B54D-AFE96559F5B6}"/>
                  </a:ext>
                </a:extLst>
              </p:cNvPr>
              <p:cNvSpPr/>
              <p:nvPr/>
            </p:nvSpPr>
            <p:spPr>
              <a:xfrm>
                <a:off x="100898" y="3266617"/>
                <a:ext cx="2333297" cy="97746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={1,2…, 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lit/>
                        </m:rP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C783929-9493-E1B8-B54D-AFE96559F5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98" y="3266617"/>
                <a:ext cx="2333297" cy="97746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120ECD3-B861-58C7-A74E-BFE44878B026}"/>
              </a:ext>
            </a:extLst>
          </p:cNvPr>
          <p:cNvSpPr txBox="1"/>
          <p:nvPr/>
        </p:nvSpPr>
        <p:spPr>
          <a:xfrm>
            <a:off x="4603531" y="4939753"/>
            <a:ext cx="23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2060"/>
                </a:solidFill>
              </a:rPr>
              <a:t>…</a:t>
            </a: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D30D9BA5-9DCD-03F5-DAB1-D9AB6324B955}"/>
              </a:ext>
            </a:extLst>
          </p:cNvPr>
          <p:cNvSpPr/>
          <p:nvPr/>
        </p:nvSpPr>
        <p:spPr>
          <a:xfrm>
            <a:off x="2498832" y="1286467"/>
            <a:ext cx="310579" cy="5429644"/>
          </a:xfrm>
          <a:prstGeom prst="leftBrace">
            <a:avLst>
              <a:gd name="adj1" fmla="val 8333"/>
              <a:gd name="adj2" fmla="val 4605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D66F85-6060-50E4-55AD-7C0DE31C2C69}"/>
              </a:ext>
            </a:extLst>
          </p:cNvPr>
          <p:cNvSpPr txBox="1"/>
          <p:nvPr/>
        </p:nvSpPr>
        <p:spPr>
          <a:xfrm>
            <a:off x="5637749" y="2929233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>
              <a:solidFill>
                <a:srgbClr val="00206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2F0AA2-5586-1A59-E046-673C036275E6}"/>
              </a:ext>
            </a:extLst>
          </p:cNvPr>
          <p:cNvSpPr txBox="1"/>
          <p:nvPr/>
        </p:nvSpPr>
        <p:spPr>
          <a:xfrm>
            <a:off x="9191478" y="2888687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2060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8F3252-752F-C67A-D331-139413654894}"/>
                  </a:ext>
                </a:extLst>
              </p:cNvPr>
              <p:cNvSpPr txBox="1"/>
              <p:nvPr/>
            </p:nvSpPr>
            <p:spPr>
              <a:xfrm>
                <a:off x="7496236" y="5250359"/>
                <a:ext cx="4154155" cy="1271630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2060"/>
                    </a:solidFill>
                  </a:rPr>
                  <a:t>Problem, e.g.:</a:t>
                </a: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+1, 2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+1, 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>
                    <a:solidFill>
                      <a:srgbClr val="002060"/>
                    </a:solidFill>
                  </a:rPr>
                  <a:t>Are both triangles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which to delete ?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8F3252-752F-C67A-D331-139413654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6236" y="5250359"/>
                <a:ext cx="4154155" cy="1271630"/>
              </a:xfrm>
              <a:prstGeom prst="rect">
                <a:avLst/>
              </a:prstGeom>
              <a:blipFill>
                <a:blip r:embed="rId4"/>
                <a:stretch>
                  <a:fillRect l="-1170" t="-1415" b="-5660"/>
                </a:stretch>
              </a:blipFill>
              <a:ln w="19050">
                <a:solidFill>
                  <a:srgbClr val="C0000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02AFDC80-CDF1-6A51-DE0C-0DEDF0DE553C}"/>
                  </a:ext>
                </a:extLst>
              </p:cNvPr>
              <p:cNvSpPr/>
              <p:nvPr/>
            </p:nvSpPr>
            <p:spPr>
              <a:xfrm>
                <a:off x="2809891" y="1408178"/>
                <a:ext cx="3941012" cy="95104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={1,2…, 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m:rPr>
                          <m:lit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02AFDC80-CDF1-6A51-DE0C-0DEDF0DE5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891" y="1408178"/>
                <a:ext cx="3941012" cy="95104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01653F38-5DFC-40CB-EB46-BEB8F42C0D76}"/>
                  </a:ext>
                </a:extLst>
              </p:cNvPr>
              <p:cNvSpPr/>
              <p:nvPr/>
            </p:nvSpPr>
            <p:spPr>
              <a:xfrm>
                <a:off x="2804379" y="2608883"/>
                <a:ext cx="3941012" cy="95104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+1,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+2…, 2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m:rPr>
                          <m:lit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01653F38-5DFC-40CB-EB46-BEB8F42C0D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379" y="2608883"/>
                <a:ext cx="3941012" cy="95104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AB4BDDD1-279E-5F16-48B9-16980C6B4036}"/>
                  </a:ext>
                </a:extLst>
              </p:cNvPr>
              <p:cNvSpPr/>
              <p:nvPr/>
            </p:nvSpPr>
            <p:spPr>
              <a:xfrm>
                <a:off x="2809015" y="3809588"/>
                <a:ext cx="3941012" cy="95104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+1,2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+2…, 3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m:rPr>
                          <m:lit/>
                        </m:rPr>
                        <a:rPr lang="en-US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AB4BDDD1-279E-5F16-48B9-16980C6B40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015" y="3809588"/>
                <a:ext cx="3941012" cy="95104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DAA39FB0-94DA-D150-7EF9-BAE42866DA21}"/>
                  </a:ext>
                </a:extLst>
              </p:cNvPr>
              <p:cNvSpPr/>
              <p:nvPr/>
            </p:nvSpPr>
            <p:spPr>
              <a:xfrm>
                <a:off x="2809411" y="5488208"/>
                <a:ext cx="3941012" cy="95104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sSup>
                            <m:sSup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p>
                          </m:sSup>
                        </m:sub>
                      </m:sSub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+1,…, </m:t>
                      </m:r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lit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DAA39FB0-94DA-D150-7EF9-BAE42866DA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411" y="5488208"/>
                <a:ext cx="3941012" cy="951042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0A35A4A-9FF6-0644-C3C6-CD5C28A6B6F7}"/>
              </a:ext>
            </a:extLst>
          </p:cNvPr>
          <p:cNvCxnSpPr>
            <a:cxnSpLocks/>
            <a:stCxn id="95" idx="0"/>
          </p:cNvCxnSpPr>
          <p:nvPr/>
        </p:nvCxnSpPr>
        <p:spPr>
          <a:xfrm flipV="1">
            <a:off x="6742176" y="1896641"/>
            <a:ext cx="1203502" cy="11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85B4BEC-3970-63BC-9D2B-648A1D3A6166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6745391" y="1962110"/>
            <a:ext cx="1181883" cy="1122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FFF1117-A952-ED22-0A64-190E662A64AD}"/>
              </a:ext>
            </a:extLst>
          </p:cNvPr>
          <p:cNvCxnSpPr>
            <a:cxnSpLocks/>
            <a:stCxn id="49" idx="3"/>
            <a:endCxn id="3" idx="1"/>
          </p:cNvCxnSpPr>
          <p:nvPr/>
        </p:nvCxnSpPr>
        <p:spPr>
          <a:xfrm flipV="1">
            <a:off x="6750027" y="2080740"/>
            <a:ext cx="1195651" cy="22043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C3509F5D-AC4C-4CA3-C396-CF45C7ECE016}"/>
              </a:ext>
            </a:extLst>
          </p:cNvPr>
          <p:cNvSpPr/>
          <p:nvPr/>
        </p:nvSpPr>
        <p:spPr>
          <a:xfrm flipV="1">
            <a:off x="6742176" y="1229053"/>
            <a:ext cx="3072384" cy="678993"/>
          </a:xfrm>
          <a:custGeom>
            <a:avLst/>
            <a:gdLst>
              <a:gd name="csX0" fmla="*/ 0 w 3584448"/>
              <a:gd name="csY0" fmla="*/ 0 h 874385"/>
              <a:gd name="csX1" fmla="*/ 2060448 w 3584448"/>
              <a:gd name="csY1" fmla="*/ 865632 h 874385"/>
              <a:gd name="csX2" fmla="*/ 3584448 w 3584448"/>
              <a:gd name="csY2" fmla="*/ 371856 h 8743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584448" h="874385">
                <a:moveTo>
                  <a:pt x="0" y="0"/>
                </a:moveTo>
                <a:cubicBezTo>
                  <a:pt x="731520" y="401828"/>
                  <a:pt x="1463040" y="803656"/>
                  <a:pt x="2060448" y="865632"/>
                </a:cubicBezTo>
                <a:cubicBezTo>
                  <a:pt x="2657856" y="927608"/>
                  <a:pt x="3121152" y="649732"/>
                  <a:pt x="3584448" y="371856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F0AF9B0-7950-8C24-B227-7F5FD3089D60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6745391" y="2206752"/>
            <a:ext cx="3008396" cy="877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5D7CA42-4B5C-890E-3E30-DEDA640279E9}"/>
              </a:ext>
            </a:extLst>
          </p:cNvPr>
          <p:cNvCxnSpPr>
            <a:stCxn id="50" idx="3"/>
          </p:cNvCxnSpPr>
          <p:nvPr/>
        </p:nvCxnSpPr>
        <p:spPr>
          <a:xfrm flipV="1">
            <a:off x="6750423" y="2261219"/>
            <a:ext cx="3064137" cy="3702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Nhóm 7">
            <a:extLst>
              <a:ext uri="{FF2B5EF4-FFF2-40B4-BE49-F238E27FC236}">
                <a16:creationId xmlns:a16="http://schemas.microsoft.com/office/drawing/2014/main" id="{2F284964-6EEA-D8EA-BEF1-4F131EA11249}"/>
              </a:ext>
            </a:extLst>
          </p:cNvPr>
          <p:cNvGrpSpPr/>
          <p:nvPr/>
        </p:nvGrpSpPr>
        <p:grpSpPr>
          <a:xfrm>
            <a:off x="7945678" y="1276444"/>
            <a:ext cx="1104535" cy="1356563"/>
            <a:chOff x="9881239" y="2330658"/>
            <a:chExt cx="1104535" cy="13565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F6B44B1-BD74-725A-3B43-C869B187C114}"/>
                    </a:ext>
                  </a:extLst>
                </p:cNvPr>
                <p:cNvSpPr txBox="1"/>
                <p:nvPr/>
              </p:nvSpPr>
              <p:spPr>
                <a:xfrm>
                  <a:off x="10186667" y="2330658"/>
                  <a:ext cx="5168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  <a:latin typeface="Aptos (Body)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F6B44B1-BD74-725A-3B43-C869B187C1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6667" y="2330658"/>
                  <a:ext cx="51680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" name="Nhóm 6">
              <a:extLst>
                <a:ext uri="{FF2B5EF4-FFF2-40B4-BE49-F238E27FC236}">
                  <a16:creationId xmlns:a16="http://schemas.microsoft.com/office/drawing/2014/main" id="{EC31B294-F4C8-E5A3-8739-655D38FF4CDF}"/>
                </a:ext>
              </a:extLst>
            </p:cNvPr>
            <p:cNvGrpSpPr/>
            <p:nvPr/>
          </p:nvGrpSpPr>
          <p:grpSpPr>
            <a:xfrm>
              <a:off x="9881239" y="2582686"/>
              <a:ext cx="1104535" cy="1104535"/>
              <a:chOff x="9889569" y="2295967"/>
              <a:chExt cx="1104535" cy="1104535"/>
            </a:xfrm>
          </p:grpSpPr>
          <p:pic>
            <p:nvPicPr>
              <p:cNvPr id="3" name="Picture 2" descr="Free Imac Icon - Download SVG, PNG for E-commerce &amp; Shopping | IconScout">
                <a:extLst>
                  <a:ext uri="{FF2B5EF4-FFF2-40B4-BE49-F238E27FC236}">
                    <a16:creationId xmlns:a16="http://schemas.microsoft.com/office/drawing/2014/main" id="{BA76F2BF-7F77-D446-B3D2-9797ED52D6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89569" y="2295967"/>
                <a:ext cx="1104535" cy="1104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: Rounded Corners 50">
                    <a:extLst>
                      <a:ext uri="{FF2B5EF4-FFF2-40B4-BE49-F238E27FC236}">
                        <a16:creationId xmlns:a16="http://schemas.microsoft.com/office/drawing/2014/main" id="{C9A46FC1-73BA-9928-92BA-DB1103CAD87E}"/>
                      </a:ext>
                    </a:extLst>
                  </p:cNvPr>
                  <p:cNvSpPr/>
                  <p:nvPr/>
                </p:nvSpPr>
                <p:spPr>
                  <a:xfrm>
                    <a:off x="10051145" y="2518411"/>
                    <a:ext cx="860158" cy="265739"/>
                  </a:xfrm>
                  <a:prstGeom prst="round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i="0" dirty="0">
                              <a:solidFill>
                                <a:srgbClr val="002060"/>
                              </a:solidFill>
                              <a:latin typeface="Aptos (Body)"/>
                            </a:rPr>
                            <m:t> </m:t>
                          </m:r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  <a:latin typeface="Aptos (Body)"/>
                    </a:endParaRPr>
                  </a:p>
                </p:txBody>
              </p:sp>
            </mc:Choice>
            <mc:Fallback xmlns="">
              <p:sp>
                <p:nvSpPr>
                  <p:cNvPr id="6" name="Rectangle: Rounded Corners 50">
                    <a:extLst>
                      <a:ext uri="{FF2B5EF4-FFF2-40B4-BE49-F238E27FC236}">
                        <a16:creationId xmlns:a16="http://schemas.microsoft.com/office/drawing/2014/main" id="{C9A46FC1-73BA-9928-92BA-DB1103CAD87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51145" y="2518411"/>
                    <a:ext cx="860158" cy="265739"/>
                  </a:xfrm>
                  <a:prstGeom prst="roundRect">
                    <a:avLst/>
                  </a:prstGeom>
                  <a:blipFill>
                    <a:blip r:embed="rId11"/>
                    <a:stretch>
                      <a:fillRect l="-14894" r="-1418" b="-18182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1" name="Nhóm 10">
            <a:extLst>
              <a:ext uri="{FF2B5EF4-FFF2-40B4-BE49-F238E27FC236}">
                <a16:creationId xmlns:a16="http://schemas.microsoft.com/office/drawing/2014/main" id="{FA6F6A7A-FCDB-01F7-5FA2-AE94C36C511D}"/>
              </a:ext>
            </a:extLst>
          </p:cNvPr>
          <p:cNvGrpSpPr/>
          <p:nvPr/>
        </p:nvGrpSpPr>
        <p:grpSpPr>
          <a:xfrm>
            <a:off x="9753787" y="1283828"/>
            <a:ext cx="1178501" cy="1356563"/>
            <a:chOff x="9881239" y="2330658"/>
            <a:chExt cx="1104535" cy="13565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38">
                  <a:extLst>
                    <a:ext uri="{FF2B5EF4-FFF2-40B4-BE49-F238E27FC236}">
                      <a16:creationId xmlns:a16="http://schemas.microsoft.com/office/drawing/2014/main" id="{71434603-9194-93E4-9D04-22B1256B8E11}"/>
                    </a:ext>
                  </a:extLst>
                </p:cNvPr>
                <p:cNvSpPr txBox="1"/>
                <p:nvPr/>
              </p:nvSpPr>
              <p:spPr>
                <a:xfrm>
                  <a:off x="10186667" y="2330658"/>
                  <a:ext cx="4893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  <a:latin typeface="Aptos (Body)"/>
                  </a:endParaRPr>
                </a:p>
              </p:txBody>
            </p:sp>
          </mc:Choice>
          <mc:Fallback xmlns="">
            <p:sp>
              <p:nvSpPr>
                <p:cNvPr id="12" name="TextBox 38">
                  <a:extLst>
                    <a:ext uri="{FF2B5EF4-FFF2-40B4-BE49-F238E27FC236}">
                      <a16:creationId xmlns:a16="http://schemas.microsoft.com/office/drawing/2014/main" id="{71434603-9194-93E4-9D04-22B1256B8E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6667" y="2330658"/>
                  <a:ext cx="489361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Nhóm 12">
              <a:extLst>
                <a:ext uri="{FF2B5EF4-FFF2-40B4-BE49-F238E27FC236}">
                  <a16:creationId xmlns:a16="http://schemas.microsoft.com/office/drawing/2014/main" id="{7A5A13B1-916D-AC81-65BC-C8CB44F530DE}"/>
                </a:ext>
              </a:extLst>
            </p:cNvPr>
            <p:cNvGrpSpPr/>
            <p:nvPr/>
          </p:nvGrpSpPr>
          <p:grpSpPr>
            <a:xfrm>
              <a:off x="9881239" y="2582686"/>
              <a:ext cx="1104535" cy="1104535"/>
              <a:chOff x="9889569" y="2295967"/>
              <a:chExt cx="1104535" cy="1104535"/>
            </a:xfrm>
          </p:grpSpPr>
          <p:pic>
            <p:nvPicPr>
              <p:cNvPr id="14" name="Picture 2" descr="Free Imac Icon - Download SVG, PNG for E-commerce &amp; Shopping | IconScout">
                <a:extLst>
                  <a:ext uri="{FF2B5EF4-FFF2-40B4-BE49-F238E27FC236}">
                    <a16:creationId xmlns:a16="http://schemas.microsoft.com/office/drawing/2014/main" id="{17EB52EA-1ED8-BF66-AC9D-031A08E91F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89569" y="2295967"/>
                <a:ext cx="1104535" cy="1104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ectangle: Rounded Corners 50">
                    <a:extLst>
                      <a:ext uri="{FF2B5EF4-FFF2-40B4-BE49-F238E27FC236}">
                        <a16:creationId xmlns:a16="http://schemas.microsoft.com/office/drawing/2014/main" id="{CB7F30CC-B57A-89DA-087C-2462D1D0CB41}"/>
                      </a:ext>
                    </a:extLst>
                  </p:cNvPr>
                  <p:cNvSpPr/>
                  <p:nvPr/>
                </p:nvSpPr>
                <p:spPr>
                  <a:xfrm>
                    <a:off x="10051145" y="2518411"/>
                    <a:ext cx="860158" cy="265739"/>
                  </a:xfrm>
                  <a:prstGeom prst="round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sup>
                              </m:sSup>
                            </m:sub>
                          </m:sSub>
                          <m:r>
                            <m:rPr>
                              <m:nor/>
                            </m:rPr>
                            <a:rPr lang="en-US" i="0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" name="Rectangle: Rounded Corners 50">
                    <a:extLst>
                      <a:ext uri="{FF2B5EF4-FFF2-40B4-BE49-F238E27FC236}">
                        <a16:creationId xmlns:a16="http://schemas.microsoft.com/office/drawing/2014/main" id="{CB7F30CC-B57A-89DA-087C-2462D1D0CB4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51145" y="2518411"/>
                    <a:ext cx="860158" cy="265739"/>
                  </a:xfrm>
                  <a:prstGeom prst="roundRect">
                    <a:avLst/>
                  </a:prstGeom>
                  <a:blipFill>
                    <a:blip r:embed="rId13"/>
                    <a:stretch>
                      <a:fillRect l="-15894" r="-3311" b="-18182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8" name="Nhóm 17">
            <a:extLst>
              <a:ext uri="{FF2B5EF4-FFF2-40B4-BE49-F238E27FC236}">
                <a16:creationId xmlns:a16="http://schemas.microsoft.com/office/drawing/2014/main" id="{97FFD816-FEB6-45E4-44F9-682BCACD8077}"/>
              </a:ext>
            </a:extLst>
          </p:cNvPr>
          <p:cNvGrpSpPr/>
          <p:nvPr/>
        </p:nvGrpSpPr>
        <p:grpSpPr>
          <a:xfrm>
            <a:off x="8463957" y="3457358"/>
            <a:ext cx="1879080" cy="1783080"/>
            <a:chOff x="9881239" y="2330658"/>
            <a:chExt cx="1104535" cy="13565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38">
                  <a:extLst>
                    <a:ext uri="{FF2B5EF4-FFF2-40B4-BE49-F238E27FC236}">
                      <a16:creationId xmlns:a16="http://schemas.microsoft.com/office/drawing/2014/main" id="{55A760A8-9F2F-B395-1762-D6141A7DD425}"/>
                    </a:ext>
                  </a:extLst>
                </p:cNvPr>
                <p:cNvSpPr txBox="1"/>
                <p:nvPr/>
              </p:nvSpPr>
              <p:spPr>
                <a:xfrm>
                  <a:off x="10186667" y="2330658"/>
                  <a:ext cx="670548" cy="3727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38">
                  <a:extLst>
                    <a:ext uri="{FF2B5EF4-FFF2-40B4-BE49-F238E27FC236}">
                      <a16:creationId xmlns:a16="http://schemas.microsoft.com/office/drawing/2014/main" id="{55A760A8-9F2F-B395-1762-D6141A7DD4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6667" y="2330658"/>
                  <a:ext cx="670548" cy="3727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" name="Nhóm 19">
              <a:extLst>
                <a:ext uri="{FF2B5EF4-FFF2-40B4-BE49-F238E27FC236}">
                  <a16:creationId xmlns:a16="http://schemas.microsoft.com/office/drawing/2014/main" id="{0C1AB88F-2A67-2969-E553-C2B4CB1BBEEA}"/>
                </a:ext>
              </a:extLst>
            </p:cNvPr>
            <p:cNvGrpSpPr/>
            <p:nvPr/>
          </p:nvGrpSpPr>
          <p:grpSpPr>
            <a:xfrm>
              <a:off x="9881239" y="2582686"/>
              <a:ext cx="1104535" cy="1104535"/>
              <a:chOff x="9889569" y="2295967"/>
              <a:chExt cx="1104535" cy="1104535"/>
            </a:xfrm>
          </p:grpSpPr>
          <p:pic>
            <p:nvPicPr>
              <p:cNvPr id="21" name="Picture 2" descr="Free Imac Icon - Download SVG, PNG for E-commerce &amp; Shopping | IconScout">
                <a:extLst>
                  <a:ext uri="{FF2B5EF4-FFF2-40B4-BE49-F238E27FC236}">
                    <a16:creationId xmlns:a16="http://schemas.microsoft.com/office/drawing/2014/main" id="{94E2CD99-DA76-0884-B2BA-A38F84E003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89569" y="2295967"/>
                <a:ext cx="1104535" cy="1104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: Rounded Corners 50">
                    <a:extLst>
                      <a:ext uri="{FF2B5EF4-FFF2-40B4-BE49-F238E27FC236}">
                        <a16:creationId xmlns:a16="http://schemas.microsoft.com/office/drawing/2014/main" id="{93FC9603-4DE9-7681-95D2-C3B8ED75B69D}"/>
                      </a:ext>
                    </a:extLst>
                  </p:cNvPr>
                  <p:cNvSpPr/>
                  <p:nvPr/>
                </p:nvSpPr>
                <p:spPr>
                  <a:xfrm>
                    <a:off x="9963803" y="2487402"/>
                    <a:ext cx="997741" cy="265739"/>
                  </a:xfrm>
                  <a:prstGeom prst="round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sup>
                              </m:sSup>
                            </m:sub>
                          </m:sSub>
                          <m:r>
                            <m:rPr>
                              <m:nor/>
                            </m:rPr>
                            <a:rPr lang="en-US" i="0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Rectangle: Rounded Corners 50">
                    <a:extLst>
                      <a:ext uri="{FF2B5EF4-FFF2-40B4-BE49-F238E27FC236}">
                        <a16:creationId xmlns:a16="http://schemas.microsoft.com/office/drawing/2014/main" id="{93FC9603-4DE9-7681-95D2-C3B8ED75B69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63803" y="2487402"/>
                    <a:ext cx="997741" cy="265739"/>
                  </a:xfrm>
                  <a:prstGeom prst="roundRect">
                    <a:avLst/>
                  </a:prstGeom>
                  <a:blipFill>
                    <a:blip r:embed="rId15"/>
                    <a:stretch>
                      <a:fillRect l="-4301" b="-1754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821807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9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2" grpId="0"/>
      <p:bldP spid="23" grpId="0" animBg="1"/>
      <p:bldP spid="38" grpId="0"/>
      <p:bldP spid="46" grpId="0" animBg="1"/>
      <p:bldP spid="46" grpId="1" animBg="1"/>
      <p:bldP spid="47" grpId="0" animBg="1"/>
      <p:bldP spid="48" grpId="0" animBg="1"/>
      <p:bldP spid="49" grpId="0" animBg="1"/>
      <p:bldP spid="50" grpId="0" animBg="1"/>
      <p:bldP spid="95" grpId="0" animBg="1"/>
      <p:bldP spid="95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60000">
              <a:srgbClr val="EBEEF0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B5F4A-EE98-8C6B-B379-1F67CC7A4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CB349-796C-A9F8-6C6C-715FD420F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353800" cy="72076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Succes attempt = DP + Cycle Removal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AFEF3D7-CC20-C046-2D5E-C09D6AB6C36D}"/>
                  </a:ext>
                </a:extLst>
              </p:cNvPr>
              <p:cNvSpPr txBox="1"/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2060"/>
                    </a:solidFill>
                    <a:latin typeface="Aptos (Body)"/>
                  </a:rPr>
                  <a:t>Ideas: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Aptos (Body)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Aptos (Body)"/>
                  </a:rPr>
                  <a:t> is of medium size (not long/short)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Aptos (Body)"/>
                  </a:rPr>
                  <a:t> possible to “guess” approximately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AFEF3D7-CC20-C046-2D5E-C09D6AB6C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blipFill>
                <a:blip r:embed="rId3"/>
                <a:stretch>
                  <a:fillRect l="-486" t="-4545" b="-1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4AB85F-865D-9C4A-983A-660121880DC6}"/>
                  </a:ext>
                </a:extLst>
              </p:cNvPr>
              <p:cNvSpPr txBox="1"/>
              <p:nvPr/>
            </p:nvSpPr>
            <p:spPr>
              <a:xfrm>
                <a:off x="2207512" y="3801539"/>
                <a:ext cx="1102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0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med</m:t>
                      </m:r>
                      <m:d>
                        <m:d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206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4AB85F-865D-9C4A-983A-660121880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12" y="3801539"/>
                <a:ext cx="1102866" cy="400110"/>
              </a:xfrm>
              <a:prstGeom prst="rect">
                <a:avLst/>
              </a:prstGeom>
              <a:blipFill>
                <a:blip r:embed="rId4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EE9ADE-4DF9-05C1-B058-8C645D5DCC3E}"/>
                  </a:ext>
                </a:extLst>
              </p:cNvPr>
              <p:cNvSpPr txBox="1"/>
              <p:nvPr/>
            </p:nvSpPr>
            <p:spPr>
              <a:xfrm>
                <a:off x="2758945" y="2626694"/>
                <a:ext cx="4726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EE9ADE-4DF9-05C1-B058-8C645D5DC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945" y="2626694"/>
                <a:ext cx="47263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72749D-18F1-ED0E-629D-D22C990ABC3D}"/>
              </a:ext>
            </a:extLst>
          </p:cNvPr>
          <p:cNvCxnSpPr>
            <a:cxnSpLocks/>
          </p:cNvCxnSpPr>
          <p:nvPr/>
        </p:nvCxnSpPr>
        <p:spPr>
          <a:xfrm flipV="1">
            <a:off x="3799277" y="2989326"/>
            <a:ext cx="0" cy="77781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B9DD8F-BE0F-2EC6-C6B0-EB6EA33F8832}"/>
              </a:ext>
            </a:extLst>
          </p:cNvPr>
          <p:cNvCxnSpPr>
            <a:cxnSpLocks/>
          </p:cNvCxnSpPr>
          <p:nvPr/>
        </p:nvCxnSpPr>
        <p:spPr>
          <a:xfrm flipH="1" flipV="1">
            <a:off x="4477608" y="2989326"/>
            <a:ext cx="1232985" cy="77781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541B4F0-3E18-D4E5-4068-1E6378D46C46}"/>
              </a:ext>
            </a:extLst>
          </p:cNvPr>
          <p:cNvCxnSpPr>
            <a:cxnSpLocks/>
          </p:cNvCxnSpPr>
          <p:nvPr/>
        </p:nvCxnSpPr>
        <p:spPr>
          <a:xfrm flipH="1" flipV="1">
            <a:off x="6490604" y="2989324"/>
            <a:ext cx="1086192" cy="77781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44BA04-1797-4E89-F7A3-2C822CDCACBB}"/>
              </a:ext>
            </a:extLst>
          </p:cNvPr>
          <p:cNvCxnSpPr>
            <a:cxnSpLocks/>
          </p:cNvCxnSpPr>
          <p:nvPr/>
        </p:nvCxnSpPr>
        <p:spPr>
          <a:xfrm flipV="1">
            <a:off x="7948864" y="2989324"/>
            <a:ext cx="827271" cy="77781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B7E1ED-DAD5-E435-9A2E-E13F9D33D7A0}"/>
              </a:ext>
            </a:extLst>
          </p:cNvPr>
          <p:cNvCxnSpPr>
            <a:cxnSpLocks/>
          </p:cNvCxnSpPr>
          <p:nvPr/>
        </p:nvCxnSpPr>
        <p:spPr>
          <a:xfrm flipV="1">
            <a:off x="9837623" y="2989324"/>
            <a:ext cx="0" cy="77781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AD1258-8723-39E1-17FF-9BC4F4B721E3}"/>
              </a:ext>
            </a:extLst>
          </p:cNvPr>
          <p:cNvCxnSpPr>
            <a:cxnSpLocks/>
          </p:cNvCxnSpPr>
          <p:nvPr/>
        </p:nvCxnSpPr>
        <p:spPr>
          <a:xfrm>
            <a:off x="3799277" y="4333481"/>
            <a:ext cx="18887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56BACF8-ADD9-4B89-DDE7-7F2C38AEB3DC}"/>
                  </a:ext>
                </a:extLst>
              </p:cNvPr>
              <p:cNvSpPr txBox="1"/>
              <p:nvPr/>
            </p:nvSpPr>
            <p:spPr>
              <a:xfrm>
                <a:off x="4596020" y="4432157"/>
                <a:ext cx="681212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56BACF8-ADD9-4B89-DDE7-7F2C38AEB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020" y="4432157"/>
                <a:ext cx="681212" cy="375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5C056FB8-FB0D-2F2A-D87A-89FC6F4169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7834383"/>
                  </p:ext>
                </p:extLst>
              </p:nvPr>
            </p:nvGraphicFramePr>
            <p:xfrm>
              <a:off x="3799275" y="2621635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5C056FB8-FB0D-2F2A-D87A-89FC6F4169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7834383"/>
                  </p:ext>
                </p:extLst>
              </p:nvPr>
            </p:nvGraphicFramePr>
            <p:xfrm>
              <a:off x="3799275" y="2621635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770" t="-3030" r="-779646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4639" t="-3030" r="-165361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64205" t="-3030" r="-1705" b="-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FF9E5800-4462-7A55-FCC0-CCD1592848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1954301"/>
                  </p:ext>
                </p:extLst>
              </p:nvPr>
            </p:nvGraphicFramePr>
            <p:xfrm>
              <a:off x="3799275" y="3767140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FF9E5800-4462-7A55-FCC0-CCD1592848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1954301"/>
                  </p:ext>
                </p:extLst>
              </p:nvPr>
            </p:nvGraphicFramePr>
            <p:xfrm>
              <a:off x="3799275" y="3767140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645" t="-7463" r="-220645" b="-149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0322" t="-7463" r="-119936" b="-149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18269" t="-7463" r="-962" b="-149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2948704E-0F17-84B3-C7DB-8FE20C7E20D6}"/>
              </a:ext>
            </a:extLst>
          </p:cNvPr>
          <p:cNvSpPr txBox="1"/>
          <p:nvPr/>
        </p:nvSpPr>
        <p:spPr>
          <a:xfrm>
            <a:off x="767604" y="3123228"/>
            <a:ext cx="2145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2060"/>
                </a:solidFill>
              </a:rPr>
              <a:t>Optimal alignment</a:t>
            </a:r>
          </a:p>
        </p:txBody>
      </p:sp>
    </p:spTree>
    <p:extLst>
      <p:ext uri="{BB962C8B-B14F-4D97-AF65-F5344CB8AC3E}">
        <p14:creationId xmlns:p14="http://schemas.microsoft.com/office/powerpoint/2010/main" val="2275461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90000"/>
              </a:schemeClr>
            </a:gs>
            <a:gs pos="51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76B0A-B10F-DE0C-0C15-72B44CF2C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353800" cy="72076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Succes attempt = DP + Cycle Removal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14DC8B8-2EA7-FB1F-8DFF-E25F3473146B}"/>
                  </a:ext>
                </a:extLst>
              </p:cNvPr>
              <p:cNvSpPr txBox="1"/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solidFill>
                      <a:srgbClr val="002060"/>
                    </a:solidFill>
                    <a:latin typeface="Aptos (Body)"/>
                  </a:rPr>
                  <a:t>Ideas: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 is of medium size (not long/short)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 possible to “guess” approximately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14DC8B8-2EA7-FB1F-8DFF-E25F34731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blipFill>
                <a:blip r:embed="rId3"/>
                <a:stretch>
                  <a:fillRect l="-486" t="-4545" b="-1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0">
                <a:extLst>
                  <a:ext uri="{FF2B5EF4-FFF2-40B4-BE49-F238E27FC236}">
                    <a16:creationId xmlns:a16="http://schemas.microsoft.com/office/drawing/2014/main" id="{84260DF5-DC03-5329-0BDA-52A4298A4A04}"/>
                  </a:ext>
                </a:extLst>
              </p:cNvPr>
              <p:cNvSpPr txBox="1"/>
              <p:nvPr/>
            </p:nvSpPr>
            <p:spPr>
              <a:xfrm>
                <a:off x="1971964" y="3841697"/>
                <a:ext cx="1102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0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med</m:t>
                      </m:r>
                      <m:d>
                        <m:d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4" name="TextBox 10">
                <a:extLst>
                  <a:ext uri="{FF2B5EF4-FFF2-40B4-BE49-F238E27FC236}">
                    <a16:creationId xmlns:a16="http://schemas.microsoft.com/office/drawing/2014/main" id="{84260DF5-DC03-5329-0BDA-52A4298A4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964" y="3841697"/>
                <a:ext cx="1102866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39FFC678-F544-209B-A290-B13E3322971A}"/>
                  </a:ext>
                </a:extLst>
              </p:cNvPr>
              <p:cNvSpPr txBox="1"/>
              <p:nvPr/>
            </p:nvSpPr>
            <p:spPr>
              <a:xfrm>
                <a:off x="2417655" y="2704077"/>
                <a:ext cx="4726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39FFC678-F544-209B-A290-B13E33229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655" y="2704077"/>
                <a:ext cx="472630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7">
            <a:extLst>
              <a:ext uri="{FF2B5EF4-FFF2-40B4-BE49-F238E27FC236}">
                <a16:creationId xmlns:a16="http://schemas.microsoft.com/office/drawing/2014/main" id="{226DF722-34D5-53A1-2E4E-C9A361396239}"/>
              </a:ext>
            </a:extLst>
          </p:cNvPr>
          <p:cNvCxnSpPr>
            <a:cxnSpLocks/>
          </p:cNvCxnSpPr>
          <p:nvPr/>
        </p:nvCxnSpPr>
        <p:spPr>
          <a:xfrm>
            <a:off x="3457987" y="4410864"/>
            <a:ext cx="18887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096C8C8A-3C85-B638-C404-416D477E18E4}"/>
                  </a:ext>
                </a:extLst>
              </p:cNvPr>
              <p:cNvSpPr txBox="1"/>
              <p:nvPr/>
            </p:nvSpPr>
            <p:spPr>
              <a:xfrm>
                <a:off x="4254730" y="4509540"/>
                <a:ext cx="6858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096C8C8A-3C85-B638-C404-416D477E1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730" y="4509540"/>
                <a:ext cx="6858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20">
                <a:extLst>
                  <a:ext uri="{FF2B5EF4-FFF2-40B4-BE49-F238E27FC236}">
                    <a16:creationId xmlns:a16="http://schemas.microsoft.com/office/drawing/2014/main" id="{91B80DDE-AA48-D21D-F9F2-E0280F545A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2699018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20">
                <a:extLst>
                  <a:ext uri="{FF2B5EF4-FFF2-40B4-BE49-F238E27FC236}">
                    <a16:creationId xmlns:a16="http://schemas.microsoft.com/office/drawing/2014/main" id="{91B80DDE-AA48-D21D-F9F2-E0280F545A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2699018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770" t="-1515" r="-779646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4639" t="-1515" r="-165361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64205" t="-1515" r="-1705" b="-6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21">
                <a:extLst>
                  <a:ext uri="{FF2B5EF4-FFF2-40B4-BE49-F238E27FC236}">
                    <a16:creationId xmlns:a16="http://schemas.microsoft.com/office/drawing/2014/main" id="{86B80E4D-7988-3FE1-CF5B-62717D601C8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384452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21">
                <a:extLst>
                  <a:ext uri="{FF2B5EF4-FFF2-40B4-BE49-F238E27FC236}">
                    <a16:creationId xmlns:a16="http://schemas.microsoft.com/office/drawing/2014/main" id="{86B80E4D-7988-3FE1-CF5B-62717D601C8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384452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645" t="-7576" r="-220645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0322" t="-7576" r="-119936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18269" t="-7576" r="-962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3205432A-E859-E054-16B6-92685DCC8965}"/>
              </a:ext>
            </a:extLst>
          </p:cNvPr>
          <p:cNvSpPr/>
          <p:nvPr/>
        </p:nvSpPr>
        <p:spPr>
          <a:xfrm>
            <a:off x="3822060" y="2699018"/>
            <a:ext cx="1249900" cy="39728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cxnSp>
        <p:nvCxnSpPr>
          <p:cNvPr id="31" name="Straight Connector 13">
            <a:extLst>
              <a:ext uri="{FF2B5EF4-FFF2-40B4-BE49-F238E27FC236}">
                <a16:creationId xmlns:a16="http://schemas.microsoft.com/office/drawing/2014/main" id="{CB2ABD0E-27EB-3F5C-DA59-73C2CEF559B6}"/>
              </a:ext>
            </a:extLst>
          </p:cNvPr>
          <p:cNvCxnSpPr>
            <a:cxnSpLocks/>
          </p:cNvCxnSpPr>
          <p:nvPr/>
        </p:nvCxnSpPr>
        <p:spPr>
          <a:xfrm flipH="1" flipV="1">
            <a:off x="3822060" y="3104187"/>
            <a:ext cx="1524687" cy="75513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14">
            <a:extLst>
              <a:ext uri="{FF2B5EF4-FFF2-40B4-BE49-F238E27FC236}">
                <a16:creationId xmlns:a16="http://schemas.microsoft.com/office/drawing/2014/main" id="{46D888BA-FFEF-C9B3-0B60-79573F25285B}"/>
              </a:ext>
            </a:extLst>
          </p:cNvPr>
          <p:cNvCxnSpPr>
            <a:cxnSpLocks/>
          </p:cNvCxnSpPr>
          <p:nvPr/>
        </p:nvCxnSpPr>
        <p:spPr>
          <a:xfrm flipH="1" flipV="1">
            <a:off x="5071960" y="3096302"/>
            <a:ext cx="2170877" cy="74539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025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90000"/>
              </a:schemeClr>
            </a:gs>
            <a:gs pos="51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E1C654-2B52-6521-6E24-CA397802F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A2D0-7636-0C6B-37F6-7AAAAED9F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353800" cy="72076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Succes attempt = DP + Cycle Removal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69F7B0C-27C5-9BE2-83BA-95B636575170}"/>
                  </a:ext>
                </a:extLst>
              </p:cNvPr>
              <p:cNvSpPr txBox="1"/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solidFill>
                      <a:srgbClr val="002060"/>
                    </a:solidFill>
                    <a:latin typeface="Aptos (Body)"/>
                  </a:rPr>
                  <a:t>Ideas: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 is of medium size (not long/short)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 possible to “guess” approximately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69F7B0C-27C5-9BE2-83BA-95B636575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blipFill>
                <a:blip r:embed="rId3"/>
                <a:stretch>
                  <a:fillRect l="-486" t="-4545" b="-1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0">
                <a:extLst>
                  <a:ext uri="{FF2B5EF4-FFF2-40B4-BE49-F238E27FC236}">
                    <a16:creationId xmlns:a16="http://schemas.microsoft.com/office/drawing/2014/main" id="{BB745169-9D54-1D4D-5050-B22BF64E7D00}"/>
                  </a:ext>
                </a:extLst>
              </p:cNvPr>
              <p:cNvSpPr txBox="1"/>
              <p:nvPr/>
            </p:nvSpPr>
            <p:spPr>
              <a:xfrm>
                <a:off x="1971964" y="3841697"/>
                <a:ext cx="1102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0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med</m:t>
                      </m:r>
                      <m:d>
                        <m:d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4" name="TextBox 10">
                <a:extLst>
                  <a:ext uri="{FF2B5EF4-FFF2-40B4-BE49-F238E27FC236}">
                    <a16:creationId xmlns:a16="http://schemas.microsoft.com/office/drawing/2014/main" id="{BB745169-9D54-1D4D-5050-B22BF64E7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964" y="3841697"/>
                <a:ext cx="1102866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CB69AD53-A6D4-DDF1-1D47-804E95A7A5B9}"/>
                  </a:ext>
                </a:extLst>
              </p:cNvPr>
              <p:cNvSpPr txBox="1"/>
              <p:nvPr/>
            </p:nvSpPr>
            <p:spPr>
              <a:xfrm>
                <a:off x="2417655" y="2704077"/>
                <a:ext cx="4726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CB69AD53-A6D4-DDF1-1D47-804E95A7A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655" y="2704077"/>
                <a:ext cx="472630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7">
            <a:extLst>
              <a:ext uri="{FF2B5EF4-FFF2-40B4-BE49-F238E27FC236}">
                <a16:creationId xmlns:a16="http://schemas.microsoft.com/office/drawing/2014/main" id="{1052AEF3-D92A-8273-1295-7B72BF0B18C1}"/>
              </a:ext>
            </a:extLst>
          </p:cNvPr>
          <p:cNvCxnSpPr>
            <a:cxnSpLocks/>
          </p:cNvCxnSpPr>
          <p:nvPr/>
        </p:nvCxnSpPr>
        <p:spPr>
          <a:xfrm>
            <a:off x="3457987" y="4410864"/>
            <a:ext cx="18887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47DB5505-9B7F-D5EB-7D7A-A608D498BE41}"/>
                  </a:ext>
                </a:extLst>
              </p:cNvPr>
              <p:cNvSpPr txBox="1"/>
              <p:nvPr/>
            </p:nvSpPr>
            <p:spPr>
              <a:xfrm>
                <a:off x="4254730" y="4509540"/>
                <a:ext cx="6858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47DB5505-9B7F-D5EB-7D7A-A608D498B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730" y="4509540"/>
                <a:ext cx="6858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20">
                <a:extLst>
                  <a:ext uri="{FF2B5EF4-FFF2-40B4-BE49-F238E27FC236}">
                    <a16:creationId xmlns:a16="http://schemas.microsoft.com/office/drawing/2014/main" id="{6FE51549-9383-18FB-2116-9FFD78F1E2F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2699018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20">
                <a:extLst>
                  <a:ext uri="{FF2B5EF4-FFF2-40B4-BE49-F238E27FC236}">
                    <a16:creationId xmlns:a16="http://schemas.microsoft.com/office/drawing/2014/main" id="{6FE51549-9383-18FB-2116-9FFD78F1E2F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2699018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770" t="-1515" r="-779646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4639" t="-1515" r="-165361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64205" t="-1515" r="-1705" b="-6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21">
                <a:extLst>
                  <a:ext uri="{FF2B5EF4-FFF2-40B4-BE49-F238E27FC236}">
                    <a16:creationId xmlns:a16="http://schemas.microsoft.com/office/drawing/2014/main" id="{3F17E1A5-3DD0-17A2-7FB3-984DF27E677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384452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21">
                <a:extLst>
                  <a:ext uri="{FF2B5EF4-FFF2-40B4-BE49-F238E27FC236}">
                    <a16:creationId xmlns:a16="http://schemas.microsoft.com/office/drawing/2014/main" id="{3F17E1A5-3DD0-17A2-7FB3-984DF27E677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384452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645" t="-7576" r="-220645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0322" t="-7576" r="-119936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18269" t="-7576" r="-962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2D1ED419-FF14-D84B-3627-760AC3ABA50A}"/>
              </a:ext>
            </a:extLst>
          </p:cNvPr>
          <p:cNvSpPr/>
          <p:nvPr/>
        </p:nvSpPr>
        <p:spPr>
          <a:xfrm>
            <a:off x="3822060" y="2699018"/>
            <a:ext cx="1524686" cy="39728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cxnSp>
        <p:nvCxnSpPr>
          <p:cNvPr id="31" name="Straight Connector 13">
            <a:extLst>
              <a:ext uri="{FF2B5EF4-FFF2-40B4-BE49-F238E27FC236}">
                <a16:creationId xmlns:a16="http://schemas.microsoft.com/office/drawing/2014/main" id="{FDABBCD0-0A58-4E80-C30E-F055F6EF9417}"/>
              </a:ext>
            </a:extLst>
          </p:cNvPr>
          <p:cNvCxnSpPr>
            <a:cxnSpLocks/>
          </p:cNvCxnSpPr>
          <p:nvPr/>
        </p:nvCxnSpPr>
        <p:spPr>
          <a:xfrm flipH="1" flipV="1">
            <a:off x="3822060" y="3104187"/>
            <a:ext cx="1524687" cy="75513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14">
            <a:extLst>
              <a:ext uri="{FF2B5EF4-FFF2-40B4-BE49-F238E27FC236}">
                <a16:creationId xmlns:a16="http://schemas.microsoft.com/office/drawing/2014/main" id="{FE77EA1F-1DA1-A64F-7EBC-139B8ECF29C7}"/>
              </a:ext>
            </a:extLst>
          </p:cNvPr>
          <p:cNvCxnSpPr>
            <a:cxnSpLocks/>
          </p:cNvCxnSpPr>
          <p:nvPr/>
        </p:nvCxnSpPr>
        <p:spPr>
          <a:xfrm flipH="1" flipV="1">
            <a:off x="5346746" y="3086564"/>
            <a:ext cx="1896091" cy="75513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09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90000"/>
              </a:schemeClr>
            </a:gs>
            <a:gs pos="51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7E23FC-D25E-5B07-7FD1-C7906ED06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5C816-5FBD-C744-46D4-D4605C56F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353800" cy="72076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Succes attempt = DP + Cycle Removal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1EC1305-657D-0767-BB04-FC0415C14D4A}"/>
                  </a:ext>
                </a:extLst>
              </p:cNvPr>
              <p:cNvSpPr txBox="1"/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solidFill>
                      <a:srgbClr val="002060"/>
                    </a:solidFill>
                    <a:latin typeface="Aptos (Body)"/>
                  </a:rPr>
                  <a:t>Ideas: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 is of medium size (not long/short)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 possible to “guess” approximately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1EC1305-657D-0767-BB04-FC0415C14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blipFill>
                <a:blip r:embed="rId3"/>
                <a:stretch>
                  <a:fillRect l="-486" t="-4545" b="-1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0">
                <a:extLst>
                  <a:ext uri="{FF2B5EF4-FFF2-40B4-BE49-F238E27FC236}">
                    <a16:creationId xmlns:a16="http://schemas.microsoft.com/office/drawing/2014/main" id="{826BB84A-20BF-1027-7CEC-86BD2930F04E}"/>
                  </a:ext>
                </a:extLst>
              </p:cNvPr>
              <p:cNvSpPr txBox="1"/>
              <p:nvPr/>
            </p:nvSpPr>
            <p:spPr>
              <a:xfrm>
                <a:off x="1971964" y="3841697"/>
                <a:ext cx="1102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0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med</m:t>
                      </m:r>
                      <m:d>
                        <m:d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4" name="TextBox 10">
                <a:extLst>
                  <a:ext uri="{FF2B5EF4-FFF2-40B4-BE49-F238E27FC236}">
                    <a16:creationId xmlns:a16="http://schemas.microsoft.com/office/drawing/2014/main" id="{826BB84A-20BF-1027-7CEC-86BD2930F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964" y="3841697"/>
                <a:ext cx="1102866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D78E6F77-2858-62A0-EB3C-B12B9E2DE049}"/>
                  </a:ext>
                </a:extLst>
              </p:cNvPr>
              <p:cNvSpPr txBox="1"/>
              <p:nvPr/>
            </p:nvSpPr>
            <p:spPr>
              <a:xfrm>
                <a:off x="2417655" y="2704077"/>
                <a:ext cx="4726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D78E6F77-2858-62A0-EB3C-B12B9E2DE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655" y="2704077"/>
                <a:ext cx="472630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7">
            <a:extLst>
              <a:ext uri="{FF2B5EF4-FFF2-40B4-BE49-F238E27FC236}">
                <a16:creationId xmlns:a16="http://schemas.microsoft.com/office/drawing/2014/main" id="{B99C8C89-E7FD-1486-1470-3F1F80263E43}"/>
              </a:ext>
            </a:extLst>
          </p:cNvPr>
          <p:cNvCxnSpPr>
            <a:cxnSpLocks/>
          </p:cNvCxnSpPr>
          <p:nvPr/>
        </p:nvCxnSpPr>
        <p:spPr>
          <a:xfrm>
            <a:off x="3457987" y="4410864"/>
            <a:ext cx="18887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AD135138-9788-5F06-A853-63769455AC5A}"/>
                  </a:ext>
                </a:extLst>
              </p:cNvPr>
              <p:cNvSpPr txBox="1"/>
              <p:nvPr/>
            </p:nvSpPr>
            <p:spPr>
              <a:xfrm>
                <a:off x="4254730" y="4509540"/>
                <a:ext cx="6858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AD135138-9788-5F06-A853-63769455A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730" y="4509540"/>
                <a:ext cx="6858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20">
                <a:extLst>
                  <a:ext uri="{FF2B5EF4-FFF2-40B4-BE49-F238E27FC236}">
                    <a16:creationId xmlns:a16="http://schemas.microsoft.com/office/drawing/2014/main" id="{B48E8412-A8C5-FB7E-8B7C-2E085D39A2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2699018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20">
                <a:extLst>
                  <a:ext uri="{FF2B5EF4-FFF2-40B4-BE49-F238E27FC236}">
                    <a16:creationId xmlns:a16="http://schemas.microsoft.com/office/drawing/2014/main" id="{B48E8412-A8C5-FB7E-8B7C-2E085D39A2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2699018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770" t="-1515" r="-779646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4639" t="-1515" r="-165361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64205" t="-1515" r="-1705" b="-6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21">
                <a:extLst>
                  <a:ext uri="{FF2B5EF4-FFF2-40B4-BE49-F238E27FC236}">
                    <a16:creationId xmlns:a16="http://schemas.microsoft.com/office/drawing/2014/main" id="{AB2E329A-1599-FF98-7E5F-6FD2BA693A6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384452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21">
                <a:extLst>
                  <a:ext uri="{FF2B5EF4-FFF2-40B4-BE49-F238E27FC236}">
                    <a16:creationId xmlns:a16="http://schemas.microsoft.com/office/drawing/2014/main" id="{AB2E329A-1599-FF98-7E5F-6FD2BA693A6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384452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645" t="-7576" r="-220645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0322" t="-7576" r="-119936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18269" t="-7576" r="-962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D92143C3-8BDD-40A0-B590-119E3BEE5819}"/>
              </a:ext>
            </a:extLst>
          </p:cNvPr>
          <p:cNvSpPr/>
          <p:nvPr/>
        </p:nvSpPr>
        <p:spPr>
          <a:xfrm>
            <a:off x="3822059" y="2699018"/>
            <a:ext cx="1896091" cy="39728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cxnSp>
        <p:nvCxnSpPr>
          <p:cNvPr id="31" name="Straight Connector 13">
            <a:extLst>
              <a:ext uri="{FF2B5EF4-FFF2-40B4-BE49-F238E27FC236}">
                <a16:creationId xmlns:a16="http://schemas.microsoft.com/office/drawing/2014/main" id="{07E3DA96-1E58-D4E4-F48D-97ACD48D0C90}"/>
              </a:ext>
            </a:extLst>
          </p:cNvPr>
          <p:cNvCxnSpPr>
            <a:cxnSpLocks/>
          </p:cNvCxnSpPr>
          <p:nvPr/>
        </p:nvCxnSpPr>
        <p:spPr>
          <a:xfrm flipH="1" flipV="1">
            <a:off x="3822060" y="3104187"/>
            <a:ext cx="1524687" cy="75513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14">
            <a:extLst>
              <a:ext uri="{FF2B5EF4-FFF2-40B4-BE49-F238E27FC236}">
                <a16:creationId xmlns:a16="http://schemas.microsoft.com/office/drawing/2014/main" id="{6081E055-8D6D-7C7D-9C22-D53A1960C735}"/>
              </a:ext>
            </a:extLst>
          </p:cNvPr>
          <p:cNvCxnSpPr>
            <a:cxnSpLocks/>
          </p:cNvCxnSpPr>
          <p:nvPr/>
        </p:nvCxnSpPr>
        <p:spPr>
          <a:xfrm flipH="1" flipV="1">
            <a:off x="5718150" y="3096302"/>
            <a:ext cx="1524687" cy="74539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562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90000"/>
              </a:schemeClr>
            </a:gs>
            <a:gs pos="51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136822-3F75-2828-5922-BBA5B6875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F32F4-AA8D-EAC2-F397-203F40009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353800" cy="72076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Succes attempt = DP + Cycle Removal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1DA6DBA-1FBB-7B0B-37D9-B402F7E5B199}"/>
                  </a:ext>
                </a:extLst>
              </p:cNvPr>
              <p:cNvSpPr txBox="1"/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solidFill>
                      <a:srgbClr val="002060"/>
                    </a:solidFill>
                    <a:latin typeface="Aptos (Body)"/>
                  </a:rPr>
                  <a:t>Ideas: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 is of medium size (not long/short)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 possible to “guess” approximately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1DA6DBA-1FBB-7B0B-37D9-B402F7E5B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blipFill>
                <a:blip r:embed="rId3"/>
                <a:stretch>
                  <a:fillRect l="-486" t="-4545" b="-1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0">
                <a:extLst>
                  <a:ext uri="{FF2B5EF4-FFF2-40B4-BE49-F238E27FC236}">
                    <a16:creationId xmlns:a16="http://schemas.microsoft.com/office/drawing/2014/main" id="{D4E7D125-5B2D-6278-780A-10D547CACBFB}"/>
                  </a:ext>
                </a:extLst>
              </p:cNvPr>
              <p:cNvSpPr txBox="1"/>
              <p:nvPr/>
            </p:nvSpPr>
            <p:spPr>
              <a:xfrm>
                <a:off x="1971964" y="3841697"/>
                <a:ext cx="1102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0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med</m:t>
                      </m:r>
                      <m:d>
                        <m:d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4" name="TextBox 10">
                <a:extLst>
                  <a:ext uri="{FF2B5EF4-FFF2-40B4-BE49-F238E27FC236}">
                    <a16:creationId xmlns:a16="http://schemas.microsoft.com/office/drawing/2014/main" id="{D4E7D125-5B2D-6278-780A-10D547CAC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964" y="3841697"/>
                <a:ext cx="1102866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9EE7520C-2265-C7FD-CA65-65B01CDA1677}"/>
                  </a:ext>
                </a:extLst>
              </p:cNvPr>
              <p:cNvSpPr txBox="1"/>
              <p:nvPr/>
            </p:nvSpPr>
            <p:spPr>
              <a:xfrm>
                <a:off x="2417655" y="2704077"/>
                <a:ext cx="4726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9EE7520C-2265-C7FD-CA65-65B01CDA1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655" y="2704077"/>
                <a:ext cx="472630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7">
            <a:extLst>
              <a:ext uri="{FF2B5EF4-FFF2-40B4-BE49-F238E27FC236}">
                <a16:creationId xmlns:a16="http://schemas.microsoft.com/office/drawing/2014/main" id="{C5A3F10D-037F-A8C5-6B67-291C09559CB6}"/>
              </a:ext>
            </a:extLst>
          </p:cNvPr>
          <p:cNvCxnSpPr>
            <a:cxnSpLocks/>
          </p:cNvCxnSpPr>
          <p:nvPr/>
        </p:nvCxnSpPr>
        <p:spPr>
          <a:xfrm>
            <a:off x="3457987" y="4410864"/>
            <a:ext cx="18887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3AF77457-8C81-6412-6839-1397A2156DF4}"/>
                  </a:ext>
                </a:extLst>
              </p:cNvPr>
              <p:cNvSpPr txBox="1"/>
              <p:nvPr/>
            </p:nvSpPr>
            <p:spPr>
              <a:xfrm>
                <a:off x="4254730" y="4509540"/>
                <a:ext cx="6858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3AF77457-8C81-6412-6839-1397A2156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730" y="4509540"/>
                <a:ext cx="6858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20">
                <a:extLst>
                  <a:ext uri="{FF2B5EF4-FFF2-40B4-BE49-F238E27FC236}">
                    <a16:creationId xmlns:a16="http://schemas.microsoft.com/office/drawing/2014/main" id="{B7F9222E-3170-599D-C50F-D56C62ADE5F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2699018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20">
                <a:extLst>
                  <a:ext uri="{FF2B5EF4-FFF2-40B4-BE49-F238E27FC236}">
                    <a16:creationId xmlns:a16="http://schemas.microsoft.com/office/drawing/2014/main" id="{B7F9222E-3170-599D-C50F-D56C62ADE5F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2699018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770" t="-1515" r="-779646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4639" t="-1515" r="-165361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64205" t="-1515" r="-1705" b="-6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21">
                <a:extLst>
                  <a:ext uri="{FF2B5EF4-FFF2-40B4-BE49-F238E27FC236}">
                    <a16:creationId xmlns:a16="http://schemas.microsoft.com/office/drawing/2014/main" id="{14C5836B-FD85-2603-E449-3CCCB8A67EB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384452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21">
                <a:extLst>
                  <a:ext uri="{FF2B5EF4-FFF2-40B4-BE49-F238E27FC236}">
                    <a16:creationId xmlns:a16="http://schemas.microsoft.com/office/drawing/2014/main" id="{14C5836B-FD85-2603-E449-3CCCB8A67EB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384452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645" t="-7576" r="-220645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0322" t="-7576" r="-119936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18269" t="-7576" r="-962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9DD294A8-D6D0-B127-4D19-D987603C186E}"/>
              </a:ext>
            </a:extLst>
          </p:cNvPr>
          <p:cNvSpPr/>
          <p:nvPr/>
        </p:nvSpPr>
        <p:spPr>
          <a:xfrm>
            <a:off x="4770104" y="2699018"/>
            <a:ext cx="1896091" cy="39728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cxnSp>
        <p:nvCxnSpPr>
          <p:cNvPr id="31" name="Straight Connector 13">
            <a:extLst>
              <a:ext uri="{FF2B5EF4-FFF2-40B4-BE49-F238E27FC236}">
                <a16:creationId xmlns:a16="http://schemas.microsoft.com/office/drawing/2014/main" id="{04ED3BB9-D964-0CC6-403D-A08E75BD2F1E}"/>
              </a:ext>
            </a:extLst>
          </p:cNvPr>
          <p:cNvCxnSpPr>
            <a:cxnSpLocks/>
          </p:cNvCxnSpPr>
          <p:nvPr/>
        </p:nvCxnSpPr>
        <p:spPr>
          <a:xfrm flipH="1" flipV="1">
            <a:off x="4770104" y="3096302"/>
            <a:ext cx="576643" cy="76301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14">
            <a:extLst>
              <a:ext uri="{FF2B5EF4-FFF2-40B4-BE49-F238E27FC236}">
                <a16:creationId xmlns:a16="http://schemas.microsoft.com/office/drawing/2014/main" id="{F4180110-08A1-228F-412A-D45C6D7E737E}"/>
              </a:ext>
            </a:extLst>
          </p:cNvPr>
          <p:cNvCxnSpPr>
            <a:cxnSpLocks/>
          </p:cNvCxnSpPr>
          <p:nvPr/>
        </p:nvCxnSpPr>
        <p:spPr>
          <a:xfrm flipH="1" flipV="1">
            <a:off x="6666195" y="3096302"/>
            <a:ext cx="576642" cy="74539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014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90000"/>
              </a:schemeClr>
            </a:gs>
            <a:gs pos="51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6B721-2712-DDF4-7B87-7647C0BD2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D196E-88CE-96EC-AD0E-6A378CAF9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353800" cy="72076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Succes attempt = DP + Cycle Removal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2EB25E3-20D3-6B23-6927-7AAE43F22AAB}"/>
                  </a:ext>
                </a:extLst>
              </p:cNvPr>
              <p:cNvSpPr txBox="1"/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solidFill>
                      <a:srgbClr val="002060"/>
                    </a:solidFill>
                    <a:latin typeface="Aptos (Body)"/>
                  </a:rPr>
                  <a:t>Ideas: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 is of medium size (not long/short)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 possible to “guess” approximately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2EB25E3-20D3-6B23-6927-7AAE43F22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blipFill>
                <a:blip r:embed="rId3"/>
                <a:stretch>
                  <a:fillRect l="-486" t="-4545" b="-1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0">
                <a:extLst>
                  <a:ext uri="{FF2B5EF4-FFF2-40B4-BE49-F238E27FC236}">
                    <a16:creationId xmlns:a16="http://schemas.microsoft.com/office/drawing/2014/main" id="{1D22112B-71FB-69B3-5D61-30DCBE54BA19}"/>
                  </a:ext>
                </a:extLst>
              </p:cNvPr>
              <p:cNvSpPr txBox="1"/>
              <p:nvPr/>
            </p:nvSpPr>
            <p:spPr>
              <a:xfrm>
                <a:off x="1971964" y="3841697"/>
                <a:ext cx="1102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0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med</m:t>
                      </m:r>
                      <m:d>
                        <m:dPr>
                          <m:ctrl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4" name="TextBox 10">
                <a:extLst>
                  <a:ext uri="{FF2B5EF4-FFF2-40B4-BE49-F238E27FC236}">
                    <a16:creationId xmlns:a16="http://schemas.microsoft.com/office/drawing/2014/main" id="{1D22112B-71FB-69B3-5D61-30DCBE54B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964" y="3841697"/>
                <a:ext cx="1102866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5B5EFF54-34DA-8BA0-93A7-8D368A0A866A}"/>
                  </a:ext>
                </a:extLst>
              </p:cNvPr>
              <p:cNvSpPr txBox="1"/>
              <p:nvPr/>
            </p:nvSpPr>
            <p:spPr>
              <a:xfrm>
                <a:off x="2417655" y="2704077"/>
                <a:ext cx="4726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5B5EFF54-34DA-8BA0-93A7-8D368A0A8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655" y="2704077"/>
                <a:ext cx="472630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7">
            <a:extLst>
              <a:ext uri="{FF2B5EF4-FFF2-40B4-BE49-F238E27FC236}">
                <a16:creationId xmlns:a16="http://schemas.microsoft.com/office/drawing/2014/main" id="{F8F7DFBB-B950-5A73-E308-658F033B675D}"/>
              </a:ext>
            </a:extLst>
          </p:cNvPr>
          <p:cNvCxnSpPr>
            <a:cxnSpLocks/>
          </p:cNvCxnSpPr>
          <p:nvPr/>
        </p:nvCxnSpPr>
        <p:spPr>
          <a:xfrm>
            <a:off x="3457987" y="4410864"/>
            <a:ext cx="18887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78A3F681-E96E-72CA-3197-A64F11F3F847}"/>
                  </a:ext>
                </a:extLst>
              </p:cNvPr>
              <p:cNvSpPr txBox="1"/>
              <p:nvPr/>
            </p:nvSpPr>
            <p:spPr>
              <a:xfrm>
                <a:off x="4254730" y="4509540"/>
                <a:ext cx="6858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78A3F681-E96E-72CA-3197-A64F11F3F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730" y="4509540"/>
                <a:ext cx="6858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20">
                <a:extLst>
                  <a:ext uri="{FF2B5EF4-FFF2-40B4-BE49-F238E27FC236}">
                    <a16:creationId xmlns:a16="http://schemas.microsoft.com/office/drawing/2014/main" id="{1D0DF2FF-702B-FADC-F838-6CA0414B0E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9130091"/>
                  </p:ext>
                </p:extLst>
              </p:nvPr>
            </p:nvGraphicFramePr>
            <p:xfrm>
              <a:off x="3457985" y="2699018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20">
                <a:extLst>
                  <a:ext uri="{FF2B5EF4-FFF2-40B4-BE49-F238E27FC236}">
                    <a16:creationId xmlns:a16="http://schemas.microsoft.com/office/drawing/2014/main" id="{1D0DF2FF-702B-FADC-F838-6CA0414B0E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9130091"/>
                  </p:ext>
                </p:extLst>
              </p:nvPr>
            </p:nvGraphicFramePr>
            <p:xfrm>
              <a:off x="3457985" y="2699018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770" t="-1515" r="-779646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4639" t="-1515" r="-165361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64205" t="-1515" r="-1705" b="-6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21">
                <a:extLst>
                  <a:ext uri="{FF2B5EF4-FFF2-40B4-BE49-F238E27FC236}">
                    <a16:creationId xmlns:a16="http://schemas.microsoft.com/office/drawing/2014/main" id="{AC55ED98-4E2C-5951-E12F-50B5787417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9934043"/>
                  </p:ext>
                </p:extLst>
              </p:nvPr>
            </p:nvGraphicFramePr>
            <p:xfrm>
              <a:off x="3457985" y="384452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21">
                <a:extLst>
                  <a:ext uri="{FF2B5EF4-FFF2-40B4-BE49-F238E27FC236}">
                    <a16:creationId xmlns:a16="http://schemas.microsoft.com/office/drawing/2014/main" id="{AC55ED98-4E2C-5951-E12F-50B5787417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9934043"/>
                  </p:ext>
                </p:extLst>
              </p:nvPr>
            </p:nvGraphicFramePr>
            <p:xfrm>
              <a:off x="3457985" y="384452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645" t="-6061" r="-220645" b="-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0322" t="-6061" r="-119936" b="-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18269" t="-6061" r="-962" b="-181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C5535D6D-6010-ED7F-2FCE-A5DE47225C60}"/>
              </a:ext>
            </a:extLst>
          </p:cNvPr>
          <p:cNvSpPr/>
          <p:nvPr/>
        </p:nvSpPr>
        <p:spPr>
          <a:xfrm>
            <a:off x="7042021" y="2699018"/>
            <a:ext cx="1896091" cy="39728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cxnSp>
        <p:nvCxnSpPr>
          <p:cNvPr id="31" name="Straight Connector 13">
            <a:extLst>
              <a:ext uri="{FF2B5EF4-FFF2-40B4-BE49-F238E27FC236}">
                <a16:creationId xmlns:a16="http://schemas.microsoft.com/office/drawing/2014/main" id="{E472E5BD-2128-045B-A9FD-9AE3B9B9EB32}"/>
              </a:ext>
            </a:extLst>
          </p:cNvPr>
          <p:cNvCxnSpPr>
            <a:cxnSpLocks/>
          </p:cNvCxnSpPr>
          <p:nvPr/>
        </p:nvCxnSpPr>
        <p:spPr>
          <a:xfrm flipV="1">
            <a:off x="5346747" y="3087491"/>
            <a:ext cx="1695274" cy="77182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14">
            <a:extLst>
              <a:ext uri="{FF2B5EF4-FFF2-40B4-BE49-F238E27FC236}">
                <a16:creationId xmlns:a16="http://schemas.microsoft.com/office/drawing/2014/main" id="{C36A80DD-FE74-3DC9-FCE2-E5FDBA1AE3EE}"/>
              </a:ext>
            </a:extLst>
          </p:cNvPr>
          <p:cNvCxnSpPr>
            <a:cxnSpLocks/>
          </p:cNvCxnSpPr>
          <p:nvPr/>
        </p:nvCxnSpPr>
        <p:spPr>
          <a:xfrm flipV="1">
            <a:off x="7242837" y="3096302"/>
            <a:ext cx="1695275" cy="74539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2" name="Nhóm 21">
            <a:extLst>
              <a:ext uri="{FF2B5EF4-FFF2-40B4-BE49-F238E27FC236}">
                <a16:creationId xmlns:a16="http://schemas.microsoft.com/office/drawing/2014/main" id="{A6338E07-C5C4-7C99-862C-4D355FC97E72}"/>
              </a:ext>
            </a:extLst>
          </p:cNvPr>
          <p:cNvGrpSpPr/>
          <p:nvPr/>
        </p:nvGrpSpPr>
        <p:grpSpPr>
          <a:xfrm>
            <a:off x="3955237" y="2699018"/>
            <a:ext cx="2381387" cy="1009545"/>
            <a:chOff x="3955237" y="2699018"/>
            <a:chExt cx="2381387" cy="10095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54">
                  <a:extLst>
                    <a:ext uri="{FF2B5EF4-FFF2-40B4-BE49-F238E27FC236}">
                      <a16:creationId xmlns:a16="http://schemas.microsoft.com/office/drawing/2014/main" id="{656E7E69-1BE0-9BCC-F7E2-B0CCC9B1A3FE}"/>
                    </a:ext>
                  </a:extLst>
                </p:cNvPr>
                <p:cNvSpPr/>
                <p:nvPr/>
              </p:nvSpPr>
              <p:spPr>
                <a:xfrm>
                  <a:off x="3955237" y="3311272"/>
                  <a:ext cx="2381387" cy="397291"/>
                </a:xfrm>
                <a:prstGeom prst="rect">
                  <a:avLst/>
                </a:prstGeom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Rectangle 54">
                  <a:extLst>
                    <a:ext uri="{FF2B5EF4-FFF2-40B4-BE49-F238E27FC236}">
                      <a16:creationId xmlns:a16="http://schemas.microsoft.com/office/drawing/2014/main" id="{656E7E69-1BE0-9BCC-F7E2-B0CCC9B1A3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5237" y="3311272"/>
                  <a:ext cx="2381387" cy="397291"/>
                </a:xfrm>
                <a:prstGeom prst="rect">
                  <a:avLst/>
                </a:prstGeom>
                <a:blipFill>
                  <a:blip r:embed="rId9"/>
                  <a:stretch>
                    <a:fillRect b="-2941"/>
                  </a:stretch>
                </a:blipFill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Connector 137">
              <a:extLst>
                <a:ext uri="{FF2B5EF4-FFF2-40B4-BE49-F238E27FC236}">
                  <a16:creationId xmlns:a16="http://schemas.microsoft.com/office/drawing/2014/main" id="{80679112-1430-8564-DF78-CCF2FA03FF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1817" y="2699018"/>
              <a:ext cx="0" cy="620686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37">
              <a:extLst>
                <a:ext uri="{FF2B5EF4-FFF2-40B4-BE49-F238E27FC236}">
                  <a16:creationId xmlns:a16="http://schemas.microsoft.com/office/drawing/2014/main" id="{92D468D7-38BE-30C0-D49C-4CCF218FCE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2752" y="2725420"/>
              <a:ext cx="0" cy="585852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0439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90000"/>
              </a:schemeClr>
            </a:gs>
            <a:gs pos="51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8969FE-C8EF-ECD6-0943-D0F9F7713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4DCED-FAA2-94D7-B94C-599FF79CD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82145"/>
            <a:ext cx="11653766" cy="80583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Succes attempt = DP + Cycle Removal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671E136-87BA-5597-3125-F440408BC71D}"/>
                  </a:ext>
                </a:extLst>
              </p:cNvPr>
              <p:cNvSpPr/>
              <p:nvPr/>
            </p:nvSpPr>
            <p:spPr>
              <a:xfrm>
                <a:off x="1461115" y="2804324"/>
                <a:ext cx="1888760" cy="397291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671E136-87BA-5597-3125-F440408BC7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115" y="2804324"/>
                <a:ext cx="1888760" cy="397291"/>
              </a:xfrm>
              <a:prstGeom prst="rect">
                <a:avLst/>
              </a:prstGeom>
              <a:blipFill>
                <a:blip r:embed="rId2"/>
                <a:stretch>
                  <a:fillRect b="-294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8DE6E4B-6ABC-DF52-0F8D-4A610D2C2BF8}"/>
                  </a:ext>
                </a:extLst>
              </p:cNvPr>
              <p:cNvSpPr txBox="1"/>
              <p:nvPr/>
            </p:nvSpPr>
            <p:spPr>
              <a:xfrm>
                <a:off x="688903" y="1353414"/>
                <a:ext cx="11290325" cy="672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2060"/>
                    </a:solidFill>
                  </a:rPr>
                  <a:t>Ideas: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is of medium size (not long/short)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possible to “guess” approximately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8DE6E4B-6ABC-DF52-0F8D-4A610D2C2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903" y="1353414"/>
                <a:ext cx="11290325" cy="672556"/>
              </a:xfrm>
              <a:prstGeom prst="rect">
                <a:avLst/>
              </a:prstGeom>
              <a:blipFill>
                <a:blip r:embed="rId3"/>
                <a:stretch>
                  <a:fillRect l="-432" t="-3636" b="-1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AC9E9C00-6E7E-A671-BDED-999DC267357C}"/>
              </a:ext>
            </a:extLst>
          </p:cNvPr>
          <p:cNvGrpSpPr/>
          <p:nvPr/>
        </p:nvGrpSpPr>
        <p:grpSpPr>
          <a:xfrm>
            <a:off x="1122505" y="3482779"/>
            <a:ext cx="2773326" cy="2387626"/>
            <a:chOff x="1122505" y="3076132"/>
            <a:chExt cx="2773326" cy="2387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E0D1B244-1D17-446E-FAE8-C18FA5CCA98F}"/>
                    </a:ext>
                  </a:extLst>
                </p:cNvPr>
                <p:cNvSpPr/>
                <p:nvPr/>
              </p:nvSpPr>
              <p:spPr>
                <a:xfrm>
                  <a:off x="1122505" y="3076132"/>
                  <a:ext cx="2773326" cy="397291"/>
                </a:xfrm>
                <a:prstGeom prst="rect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E0D1B244-1D17-446E-FAE8-C18FA5CCA9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505" y="3076132"/>
                  <a:ext cx="2773326" cy="397291"/>
                </a:xfrm>
                <a:prstGeom prst="rect">
                  <a:avLst/>
                </a:prstGeom>
                <a:blipFill>
                  <a:blip r:embed="rId4"/>
                  <a:stretch>
                    <a:fillRect b="-4412"/>
                  </a:stretch>
                </a:blipFill>
                <a:ln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09B56B04-E83D-E755-C261-79649BBA1321}"/>
                    </a:ext>
                  </a:extLst>
                </p:cNvPr>
                <p:cNvSpPr/>
                <p:nvPr/>
              </p:nvSpPr>
              <p:spPr>
                <a:xfrm>
                  <a:off x="1387366" y="3702983"/>
                  <a:ext cx="2138615" cy="397291"/>
                </a:xfrm>
                <a:prstGeom prst="rect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09B56B04-E83D-E755-C261-79649BBA13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7366" y="3702983"/>
                  <a:ext cx="2138615" cy="397291"/>
                </a:xfrm>
                <a:prstGeom prst="rect">
                  <a:avLst/>
                </a:prstGeom>
                <a:blipFill>
                  <a:blip r:embed="rId5"/>
                  <a:stretch>
                    <a:fillRect b="-2941"/>
                  </a:stretch>
                </a:blipFill>
                <a:ln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90809788-D115-4165-13CD-709C28EF56DA}"/>
                    </a:ext>
                  </a:extLst>
                </p:cNvPr>
                <p:cNvSpPr/>
                <p:nvPr/>
              </p:nvSpPr>
              <p:spPr>
                <a:xfrm>
                  <a:off x="1454881" y="4439616"/>
                  <a:ext cx="1888760" cy="397291"/>
                </a:xfrm>
                <a:prstGeom prst="rect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90809788-D115-4165-13CD-709C28EF56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81" y="4439616"/>
                  <a:ext cx="1888760" cy="397291"/>
                </a:xfrm>
                <a:prstGeom prst="rect">
                  <a:avLst/>
                </a:prstGeom>
                <a:blipFill>
                  <a:blip r:embed="rId6"/>
                  <a:stretch>
                    <a:fillRect b="-2941"/>
                  </a:stretch>
                </a:blipFill>
                <a:ln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95D12FE-CA52-4990-6B09-A78286E6D1E8}"/>
                    </a:ext>
                  </a:extLst>
                </p:cNvPr>
                <p:cNvSpPr/>
                <p:nvPr/>
              </p:nvSpPr>
              <p:spPr>
                <a:xfrm>
                  <a:off x="1205026" y="5066467"/>
                  <a:ext cx="2408431" cy="397291"/>
                </a:xfrm>
                <a:prstGeom prst="rect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95D12FE-CA52-4990-6B09-A78286E6D1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5026" y="5066467"/>
                  <a:ext cx="2408431" cy="397291"/>
                </a:xfrm>
                <a:prstGeom prst="rect">
                  <a:avLst/>
                </a:prstGeom>
                <a:blipFill>
                  <a:blip r:embed="rId7"/>
                  <a:stretch>
                    <a:fillRect b="-2941"/>
                  </a:stretch>
                </a:blipFill>
                <a:ln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27207C1-D96A-EECC-648D-A507FCCC64ED}"/>
              </a:ext>
            </a:extLst>
          </p:cNvPr>
          <p:cNvGrpSpPr/>
          <p:nvPr/>
        </p:nvGrpSpPr>
        <p:grpSpPr>
          <a:xfrm>
            <a:off x="3895831" y="4210488"/>
            <a:ext cx="978408" cy="781064"/>
            <a:chOff x="3331951" y="3486379"/>
            <a:chExt cx="978408" cy="781064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9F55142-773C-031B-38FC-3EEAACF0E133}"/>
                </a:ext>
              </a:extLst>
            </p:cNvPr>
            <p:cNvSpPr txBox="1"/>
            <p:nvPr/>
          </p:nvSpPr>
          <p:spPr>
            <a:xfrm>
              <a:off x="3331951" y="3486379"/>
              <a:ext cx="7168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>
                  <a:solidFill>
                    <a:srgbClr val="C00000"/>
                  </a:solidFill>
                </a:rPr>
                <a:t>guess</a:t>
              </a:r>
            </a:p>
          </p:txBody>
        </p:sp>
        <p:sp>
          <p:nvSpPr>
            <p:cNvPr id="69" name="Arrow: Right 68">
              <a:extLst>
                <a:ext uri="{FF2B5EF4-FFF2-40B4-BE49-F238E27FC236}">
                  <a16:creationId xmlns:a16="http://schemas.microsoft.com/office/drawing/2014/main" id="{1FFF2DAF-4938-4D76-8825-DA767B73630A}"/>
                </a:ext>
              </a:extLst>
            </p:cNvPr>
            <p:cNvSpPr/>
            <p:nvPr/>
          </p:nvSpPr>
          <p:spPr>
            <a:xfrm>
              <a:off x="3331951" y="3782811"/>
              <a:ext cx="978408" cy="484632"/>
            </a:xfrm>
            <a:prstGeom prst="rightArrow">
              <a:avLst/>
            </a:prstGeom>
            <a:gradFill flip="none" rotWithShape="1">
              <a:gsLst>
                <a:gs pos="0">
                  <a:srgbClr val="215F9A"/>
                </a:gs>
                <a:gs pos="91000">
                  <a:schemeClr val="accent1">
                    <a:tint val="44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BCDAE1-4798-55DA-F1C4-8281E7D778FC}"/>
              </a:ext>
            </a:extLst>
          </p:cNvPr>
          <p:cNvGrpSpPr/>
          <p:nvPr/>
        </p:nvGrpSpPr>
        <p:grpSpPr>
          <a:xfrm>
            <a:off x="5277143" y="3477206"/>
            <a:ext cx="2408430" cy="2393198"/>
            <a:chOff x="5277143" y="3070559"/>
            <a:chExt cx="2408430" cy="23931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EA081639-AB50-A6B3-BCA4-5CCA16571E6E}"/>
                    </a:ext>
                  </a:extLst>
                </p:cNvPr>
                <p:cNvSpPr/>
                <p:nvPr/>
              </p:nvSpPr>
              <p:spPr>
                <a:xfrm>
                  <a:off x="5297214" y="3070559"/>
                  <a:ext cx="2326990" cy="397291"/>
                </a:xfrm>
                <a:prstGeom prst="rect">
                  <a:avLst/>
                </a:prstGeom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EA081639-AB50-A6B3-BCA4-5CCA16571E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7214" y="3070559"/>
                  <a:ext cx="2326990" cy="397291"/>
                </a:xfrm>
                <a:prstGeom prst="rect">
                  <a:avLst/>
                </a:prstGeom>
                <a:blipFill>
                  <a:blip r:embed="rId8"/>
                  <a:stretch>
                    <a:fillRect b="-2899"/>
                  </a:stretch>
                </a:blipFill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A2754721-30EC-EF6E-B289-B93FCB81BC1B}"/>
                    </a:ext>
                  </a:extLst>
                </p:cNvPr>
                <p:cNvSpPr/>
                <p:nvPr/>
              </p:nvSpPr>
              <p:spPr>
                <a:xfrm>
                  <a:off x="5358918" y="3702982"/>
                  <a:ext cx="2220390" cy="397291"/>
                </a:xfrm>
                <a:prstGeom prst="rect">
                  <a:avLst/>
                </a:prstGeom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A2754721-30EC-EF6E-B289-B93FCB81BC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8918" y="3702982"/>
                  <a:ext cx="2220390" cy="397291"/>
                </a:xfrm>
                <a:prstGeom prst="rect">
                  <a:avLst/>
                </a:prstGeom>
                <a:blipFill>
                  <a:blip r:embed="rId9"/>
                  <a:stretch>
                    <a:fillRect b="-2941"/>
                  </a:stretch>
                </a:blipFill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A69A71E9-F0C8-562E-3D2E-38D2621889D2}"/>
                    </a:ext>
                  </a:extLst>
                </p:cNvPr>
                <p:cNvSpPr/>
                <p:nvPr/>
              </p:nvSpPr>
              <p:spPr>
                <a:xfrm>
                  <a:off x="5414372" y="4439615"/>
                  <a:ext cx="2083160" cy="397291"/>
                </a:xfrm>
                <a:prstGeom prst="rect">
                  <a:avLst/>
                </a:prstGeom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A69A71E9-F0C8-562E-3D2E-38D2621889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4372" y="4439615"/>
                  <a:ext cx="2083160" cy="397291"/>
                </a:xfrm>
                <a:prstGeom prst="rect">
                  <a:avLst/>
                </a:prstGeom>
                <a:blipFill>
                  <a:blip r:embed="rId10"/>
                  <a:stretch>
                    <a:fillRect b="-2941"/>
                  </a:stretch>
                </a:blipFill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EA55D579-12F2-5606-2A01-3D09AA523F53}"/>
                    </a:ext>
                  </a:extLst>
                </p:cNvPr>
                <p:cNvSpPr/>
                <p:nvPr/>
              </p:nvSpPr>
              <p:spPr>
                <a:xfrm>
                  <a:off x="5277143" y="5066466"/>
                  <a:ext cx="2408430" cy="397291"/>
                </a:xfrm>
                <a:prstGeom prst="rect">
                  <a:avLst/>
                </a:prstGeom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EA55D579-12F2-5606-2A01-3D09AA523F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7143" y="5066466"/>
                  <a:ext cx="2408430" cy="397291"/>
                </a:xfrm>
                <a:prstGeom prst="rect">
                  <a:avLst/>
                </a:prstGeom>
                <a:blipFill>
                  <a:blip r:embed="rId11"/>
                  <a:stretch>
                    <a:fillRect b="-2941"/>
                  </a:stretch>
                </a:blipFill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9" name="Right Brace 78">
            <a:extLst>
              <a:ext uri="{FF2B5EF4-FFF2-40B4-BE49-F238E27FC236}">
                <a16:creationId xmlns:a16="http://schemas.microsoft.com/office/drawing/2014/main" id="{93D76510-7CE9-78D2-A7F3-39C6FCB9976B}"/>
              </a:ext>
            </a:extLst>
          </p:cNvPr>
          <p:cNvSpPr/>
          <p:nvPr/>
        </p:nvSpPr>
        <p:spPr>
          <a:xfrm>
            <a:off x="8161952" y="3477206"/>
            <a:ext cx="272916" cy="243173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A92EB0B-E540-BF6C-DC76-DE404F50334A}"/>
              </a:ext>
            </a:extLst>
          </p:cNvPr>
          <p:cNvGrpSpPr/>
          <p:nvPr/>
        </p:nvGrpSpPr>
        <p:grpSpPr>
          <a:xfrm>
            <a:off x="8692691" y="3819070"/>
            <a:ext cx="1873783" cy="1396524"/>
            <a:chOff x="8692691" y="3412423"/>
            <a:chExt cx="1873783" cy="1396524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D27DF36-BBAA-8D52-DB1B-83BDD8803AA9}"/>
                </a:ext>
              </a:extLst>
            </p:cNvPr>
            <p:cNvSpPr txBox="1"/>
            <p:nvPr/>
          </p:nvSpPr>
          <p:spPr>
            <a:xfrm>
              <a:off x="8692691" y="4439615"/>
              <a:ext cx="18737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>
                  <a:solidFill>
                    <a:srgbClr val="C00000"/>
                  </a:solidFill>
                </a:rPr>
                <a:t>“Cycle Removal”</a:t>
              </a:r>
            </a:p>
          </p:txBody>
        </p:sp>
        <p:sp>
          <p:nvSpPr>
            <p:cNvPr id="82" name="Arrow: Right 81">
              <a:extLst>
                <a:ext uri="{FF2B5EF4-FFF2-40B4-BE49-F238E27FC236}">
                  <a16:creationId xmlns:a16="http://schemas.microsoft.com/office/drawing/2014/main" id="{7636DFF5-1273-F7A9-F188-9852370356B8}"/>
                </a:ext>
              </a:extLst>
            </p:cNvPr>
            <p:cNvSpPr/>
            <p:nvPr/>
          </p:nvSpPr>
          <p:spPr>
            <a:xfrm rot="16200000">
              <a:off x="9140379" y="3659311"/>
              <a:ext cx="978408" cy="484632"/>
            </a:xfrm>
            <a:prstGeom prst="rightArrow">
              <a:avLst/>
            </a:prstGeom>
            <a:gradFill>
              <a:gsLst>
                <a:gs pos="0">
                  <a:srgbClr val="215F9A"/>
                </a:gs>
                <a:gs pos="91000">
                  <a:schemeClr val="accent1">
                    <a:tint val="44500"/>
                    <a:satMod val="160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006B7C50-284B-5CC9-4B87-EA07EE9E3914}"/>
                  </a:ext>
                </a:extLst>
              </p:cNvPr>
              <p:cNvSpPr/>
              <p:nvPr/>
            </p:nvSpPr>
            <p:spPr>
              <a:xfrm>
                <a:off x="8617649" y="2892650"/>
                <a:ext cx="1888760" cy="397291"/>
              </a:xfrm>
              <a:prstGeom prst="rect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006B7C50-284B-5CC9-4B87-EA07EE9E39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7649" y="2892650"/>
                <a:ext cx="1888760" cy="397291"/>
              </a:xfrm>
              <a:prstGeom prst="rect">
                <a:avLst/>
              </a:prstGeom>
              <a:blipFill>
                <a:blip r:embed="rId12"/>
                <a:stretch>
                  <a:fillRect b="-2941"/>
                </a:stretch>
              </a:blipFill>
              <a:ln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9BA5C7E-F056-B2D3-E06D-3127020937DE}"/>
              </a:ext>
            </a:extLst>
          </p:cNvPr>
          <p:cNvGrpSpPr/>
          <p:nvPr/>
        </p:nvGrpSpPr>
        <p:grpSpPr>
          <a:xfrm>
            <a:off x="4993002" y="2779059"/>
            <a:ext cx="2925900" cy="602899"/>
            <a:chOff x="4993002" y="2372412"/>
            <a:chExt cx="2925900" cy="60289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63CD4F3-391F-2D00-A464-07E6C9479147}"/>
                </a:ext>
              </a:extLst>
            </p:cNvPr>
            <p:cNvSpPr txBox="1"/>
            <p:nvPr/>
          </p:nvSpPr>
          <p:spPr>
            <a:xfrm>
              <a:off x="5555782" y="2372412"/>
              <a:ext cx="1941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>
                  <a:solidFill>
                    <a:srgbClr val="C00000"/>
                  </a:solidFill>
                </a:rPr>
                <a:t>shares a long LCS</a:t>
              </a:r>
            </a:p>
          </p:txBody>
        </p:sp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07979729-5DDC-E7A0-A8DB-979F93B376DA}"/>
                </a:ext>
              </a:extLst>
            </p:cNvPr>
            <p:cNvSpPr/>
            <p:nvPr/>
          </p:nvSpPr>
          <p:spPr>
            <a:xfrm>
              <a:off x="4993002" y="2665593"/>
              <a:ext cx="2925900" cy="309718"/>
            </a:xfrm>
            <a:prstGeom prst="leftRightArrow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56000">
                  <a:srgbClr val="00B050"/>
                </a:gs>
                <a:gs pos="100000">
                  <a:schemeClr val="accent3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9B0694-524E-4950-A705-BE3A0FA92B87}"/>
                  </a:ext>
                </a:extLst>
              </p:cNvPr>
              <p:cNvSpPr txBox="1"/>
              <p:nvPr/>
            </p:nvSpPr>
            <p:spPr>
              <a:xfrm>
                <a:off x="688903" y="1946476"/>
                <a:ext cx="11472046" cy="39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002060"/>
                    </a:solidFill>
                  </a:rPr>
                  <a:t>Fix an index block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>
                    <a:solidFill>
                      <a:srgbClr val="002060"/>
                    </a:solidFill>
                  </a:rPr>
                  <a:t>, if at least 4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5,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002060"/>
                    </a:solidFill>
                  </a:rPr>
                  <a:t>are of medium size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>
                    <a:solidFill>
                      <a:srgbClr val="002060"/>
                    </a:solidFill>
                  </a:rPr>
                  <a:t> “reconstruct”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002060"/>
                    </a:solidFill>
                  </a:rPr>
                  <a:t> via “cycle removal”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9B0694-524E-4950-A705-BE3A0FA92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903" y="1946476"/>
                <a:ext cx="11472046" cy="395558"/>
              </a:xfrm>
              <a:prstGeom prst="rect">
                <a:avLst/>
              </a:prstGeom>
              <a:blipFill>
                <a:blip r:embed="rId13"/>
                <a:stretch>
                  <a:fillRect l="-319" t="-4615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8869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1" grpId="0" build="allAtOnce"/>
      <p:bldP spid="79" grpId="0" animBg="1"/>
      <p:bldP spid="84" grpId="0" animBg="1"/>
      <p:bldP spid="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90000"/>
              </a:schemeClr>
            </a:gs>
            <a:gs pos="51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D8447-38CF-2012-B77D-1462DA2CE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C5917-301A-8B78-2B76-F970F338B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82145"/>
            <a:ext cx="11653766" cy="80583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Ideal: this situation happens for all blocks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7DEF9E-1040-059F-5285-0883E5A34149}"/>
              </a:ext>
            </a:extLst>
          </p:cNvPr>
          <p:cNvSpPr txBox="1"/>
          <p:nvPr/>
        </p:nvSpPr>
        <p:spPr>
          <a:xfrm>
            <a:off x="669984" y="1170833"/>
            <a:ext cx="112903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ptos (Body)"/>
              </a:rPr>
              <a:t>Ideas: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ptos (Body)"/>
              </a:rPr>
              <a:t>Combining blocks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  <a:latin typeface="Aptos (Body)"/>
              </a:rPr>
              <a:t>Collect constructed blocks into a single machine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i="1" dirty="0">
                <a:solidFill>
                  <a:srgbClr val="002060"/>
                </a:solidFill>
                <a:latin typeface="Aptos (Body)"/>
              </a:rPr>
              <a:t>DP</a:t>
            </a:r>
            <a:r>
              <a:rPr lang="en-US" dirty="0">
                <a:solidFill>
                  <a:srgbClr val="002060"/>
                </a:solidFill>
                <a:latin typeface="Aptos (Body)"/>
              </a:rPr>
              <a:t>: build a string from these blocks</a:t>
            </a:r>
            <a:endParaRPr lang="en-US" b="1" dirty="0">
              <a:solidFill>
                <a:srgbClr val="002060"/>
              </a:solidFill>
              <a:latin typeface="Aptos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Aptos (Body)"/>
            </a:endParaRPr>
          </a:p>
        </p:txBody>
      </p:sp>
      <p:grpSp>
        <p:nvGrpSpPr>
          <p:cNvPr id="35" name="Nhóm 34">
            <a:extLst>
              <a:ext uri="{FF2B5EF4-FFF2-40B4-BE49-F238E27FC236}">
                <a16:creationId xmlns:a16="http://schemas.microsoft.com/office/drawing/2014/main" id="{7DA74D8D-4786-7928-A2B0-FD1C4FD38304}"/>
              </a:ext>
            </a:extLst>
          </p:cNvPr>
          <p:cNvGrpSpPr/>
          <p:nvPr/>
        </p:nvGrpSpPr>
        <p:grpSpPr>
          <a:xfrm>
            <a:off x="3105078" y="3429000"/>
            <a:ext cx="1888760" cy="375661"/>
            <a:chOff x="2935488" y="3504822"/>
            <a:chExt cx="1888760" cy="375661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4BD2FCE-03A4-222E-A599-C72D83A86D55}"/>
                </a:ext>
              </a:extLst>
            </p:cNvPr>
            <p:cNvCxnSpPr>
              <a:cxnSpLocks/>
            </p:cNvCxnSpPr>
            <p:nvPr/>
          </p:nvCxnSpPr>
          <p:spPr>
            <a:xfrm>
              <a:off x="2935488" y="3504822"/>
              <a:ext cx="188876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FC1E410-0927-EA74-16FA-4431E3A2619F}"/>
                    </a:ext>
                  </a:extLst>
                </p:cNvPr>
                <p:cNvSpPr txBox="1"/>
                <p:nvPr/>
              </p:nvSpPr>
              <p:spPr>
                <a:xfrm>
                  <a:off x="3418299" y="3511151"/>
                  <a:ext cx="9231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sup>
                        </m:sSup>
                      </m:oMath>
                    </m:oMathPara>
                  </a14:m>
                  <a:endParaRPr lang="en-US">
                    <a:solidFill>
                      <a:srgbClr val="215F9A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FC1E410-0927-EA74-16FA-4431E3A261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8299" y="3511151"/>
                  <a:ext cx="92313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694D1069-50FA-7CA5-350A-E373CADB0D2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105078" y="278973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694D1069-50FA-7CA5-350A-E373CADB0D2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105078" y="278973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3" t="-7576" r="-220323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7576" r="-119614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7949" t="-7576" r="-641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9" name="Nhóm 48">
            <a:extLst>
              <a:ext uri="{FF2B5EF4-FFF2-40B4-BE49-F238E27FC236}">
                <a16:creationId xmlns:a16="http://schemas.microsoft.com/office/drawing/2014/main" id="{61FAD1B9-EFFC-4988-9745-EFA90DECBBF3}"/>
              </a:ext>
            </a:extLst>
          </p:cNvPr>
          <p:cNvGrpSpPr/>
          <p:nvPr/>
        </p:nvGrpSpPr>
        <p:grpSpPr>
          <a:xfrm>
            <a:off x="1896642" y="3356845"/>
            <a:ext cx="1260047" cy="363259"/>
            <a:chOff x="1727052" y="3432667"/>
            <a:chExt cx="1260047" cy="363259"/>
          </a:xfrm>
        </p:grpSpPr>
        <p:sp>
          <p:nvSpPr>
            <p:cNvPr id="51" name="Arrow: Right 50">
              <a:extLst>
                <a:ext uri="{FF2B5EF4-FFF2-40B4-BE49-F238E27FC236}">
                  <a16:creationId xmlns:a16="http://schemas.microsoft.com/office/drawing/2014/main" id="{E539AA78-F083-F7AA-AEC5-FEDC0612607D}"/>
                </a:ext>
              </a:extLst>
            </p:cNvPr>
            <p:cNvSpPr/>
            <p:nvPr/>
          </p:nvSpPr>
          <p:spPr>
            <a:xfrm rot="19540988">
              <a:off x="1727052" y="3552739"/>
              <a:ext cx="1260047" cy="243187"/>
            </a:xfrm>
            <a:prstGeom prst="rightArrow">
              <a:avLst>
                <a:gd name="adj1" fmla="val 41916"/>
                <a:gd name="adj2" fmla="val 50000"/>
              </a:avLst>
            </a:prstGeom>
            <a:solidFill>
              <a:srgbClr val="215F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BB1E9C7-4A7F-6ED6-214B-7AF932FF5982}"/>
                </a:ext>
              </a:extLst>
            </p:cNvPr>
            <p:cNvSpPr txBox="1"/>
            <p:nvPr/>
          </p:nvSpPr>
          <p:spPr>
            <a:xfrm rot="19503392">
              <a:off x="1736561" y="3432667"/>
              <a:ext cx="9456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>
                  <a:solidFill>
                    <a:srgbClr val="215F9A"/>
                  </a:solidFill>
                </a:rPr>
                <a:t>candidates</a:t>
              </a:r>
            </a:p>
          </p:txBody>
        </p:sp>
      </p:grpSp>
      <p:grpSp>
        <p:nvGrpSpPr>
          <p:cNvPr id="9" name="Nhóm 8">
            <a:extLst>
              <a:ext uri="{FF2B5EF4-FFF2-40B4-BE49-F238E27FC236}">
                <a16:creationId xmlns:a16="http://schemas.microsoft.com/office/drawing/2014/main" id="{C2A3513C-6A22-A83B-4F48-6B5259FB5C66}"/>
              </a:ext>
            </a:extLst>
          </p:cNvPr>
          <p:cNvGrpSpPr/>
          <p:nvPr/>
        </p:nvGrpSpPr>
        <p:grpSpPr>
          <a:xfrm>
            <a:off x="518160" y="3926187"/>
            <a:ext cx="3097950" cy="1723909"/>
            <a:chOff x="2935489" y="5240770"/>
            <a:chExt cx="3097950" cy="1723909"/>
          </a:xfrm>
        </p:grpSpPr>
        <p:sp>
          <p:nvSpPr>
            <p:cNvPr id="3" name="Rectangle: Rounded Corners 13">
              <a:extLst>
                <a:ext uri="{FF2B5EF4-FFF2-40B4-BE49-F238E27FC236}">
                  <a16:creationId xmlns:a16="http://schemas.microsoft.com/office/drawing/2014/main" id="{B949D52D-C066-2DC1-DB74-3BF17116039A}"/>
                </a:ext>
              </a:extLst>
            </p:cNvPr>
            <p:cNvSpPr/>
            <p:nvPr/>
          </p:nvSpPr>
          <p:spPr>
            <a:xfrm>
              <a:off x="2935489" y="5240770"/>
              <a:ext cx="3097950" cy="1723909"/>
            </a:xfrm>
            <a:prstGeom prst="roundRect">
              <a:avLst/>
            </a:prstGeom>
            <a:solidFill>
              <a:srgbClr val="ECF3F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rgbClr val="215F9A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8B0C355-5E97-1570-154F-64A1E23EF55C}"/>
                </a:ext>
              </a:extLst>
            </p:cNvPr>
            <p:cNvSpPr txBox="1"/>
            <p:nvPr/>
          </p:nvSpPr>
          <p:spPr>
            <a:xfrm>
              <a:off x="3313156" y="6203669"/>
              <a:ext cx="24157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Constructed blocks via “cycle removal”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Hình chữ nhật: Góc Tròn 3">
                  <a:extLst>
                    <a:ext uri="{FF2B5EF4-FFF2-40B4-BE49-F238E27FC236}">
                      <a16:creationId xmlns:a16="http://schemas.microsoft.com/office/drawing/2014/main" id="{5ED44822-4214-AEF7-0CD0-252FEA5E3AC3}"/>
                    </a:ext>
                  </a:extLst>
                </p:cNvPr>
                <p:cNvSpPr/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215F9A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Hình chữ nhật: Góc Tròn 3">
                  <a:extLst>
                    <a:ext uri="{FF2B5EF4-FFF2-40B4-BE49-F238E27FC236}">
                      <a16:creationId xmlns:a16="http://schemas.microsoft.com/office/drawing/2014/main" id="{5ED44822-4214-AEF7-0CD0-252FEA5E3A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Hình chữ nhật: Góc Tròn 4">
                  <a:extLst>
                    <a:ext uri="{FF2B5EF4-FFF2-40B4-BE49-F238E27FC236}">
                      <a16:creationId xmlns:a16="http://schemas.microsoft.com/office/drawing/2014/main" id="{A006F4A0-51AD-E169-4ECB-D37E44B547A5}"/>
                    </a:ext>
                  </a:extLst>
                </p:cNvPr>
                <p:cNvSpPr/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Hình chữ nhật: Góc Tròn 4">
                  <a:extLst>
                    <a:ext uri="{FF2B5EF4-FFF2-40B4-BE49-F238E27FC236}">
                      <a16:creationId xmlns:a16="http://schemas.microsoft.com/office/drawing/2014/main" id="{A006F4A0-51AD-E169-4ECB-D37E44B547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Hình chữ nhật: Góc Tròn 5">
                  <a:extLst>
                    <a:ext uri="{FF2B5EF4-FFF2-40B4-BE49-F238E27FC236}">
                      <a16:creationId xmlns:a16="http://schemas.microsoft.com/office/drawing/2014/main" id="{4CE6F74C-41FF-DDBD-3E55-339833CCEE4F}"/>
                    </a:ext>
                  </a:extLst>
                </p:cNvPr>
                <p:cNvSpPr/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′′′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" name="Hình chữ nhật: Góc Tròn 5">
                  <a:extLst>
                    <a:ext uri="{FF2B5EF4-FFF2-40B4-BE49-F238E27FC236}">
                      <a16:creationId xmlns:a16="http://schemas.microsoft.com/office/drawing/2014/main" id="{4CE6F74C-41FF-DDBD-3E55-339833CCEE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46">
              <a:extLst>
                <a:ext uri="{FF2B5EF4-FFF2-40B4-BE49-F238E27FC236}">
                  <a16:creationId xmlns:a16="http://schemas.microsoft.com/office/drawing/2014/main" id="{84F29CB4-A209-CAAD-ABD1-0F07C7518A24}"/>
                </a:ext>
              </a:extLst>
            </p:cNvPr>
            <p:cNvSpPr txBox="1"/>
            <p:nvPr/>
          </p:nvSpPr>
          <p:spPr>
            <a:xfrm>
              <a:off x="4290957" y="5957324"/>
              <a:ext cx="3644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…</a:t>
              </a:r>
            </a:p>
          </p:txBody>
        </p:sp>
      </p:grpSp>
      <p:grpSp>
        <p:nvGrpSpPr>
          <p:cNvPr id="48" name="Nhóm 47">
            <a:extLst>
              <a:ext uri="{FF2B5EF4-FFF2-40B4-BE49-F238E27FC236}">
                <a16:creationId xmlns:a16="http://schemas.microsoft.com/office/drawing/2014/main" id="{49531879-C9B2-6D24-BCF0-B7627AE751F3}"/>
              </a:ext>
            </a:extLst>
          </p:cNvPr>
          <p:cNvGrpSpPr/>
          <p:nvPr/>
        </p:nvGrpSpPr>
        <p:grpSpPr>
          <a:xfrm>
            <a:off x="5930745" y="3211372"/>
            <a:ext cx="1106541" cy="901627"/>
            <a:chOff x="5761155" y="3287194"/>
            <a:chExt cx="1106541" cy="901627"/>
          </a:xfrm>
        </p:grpSpPr>
        <p:sp>
          <p:nvSpPr>
            <p:cNvPr id="36" name="Arrow: Right 50">
              <a:extLst>
                <a:ext uri="{FF2B5EF4-FFF2-40B4-BE49-F238E27FC236}">
                  <a16:creationId xmlns:a16="http://schemas.microsoft.com/office/drawing/2014/main" id="{89D0E1FF-2C4C-EC41-D017-6BABA5108E3A}"/>
                </a:ext>
              </a:extLst>
            </p:cNvPr>
            <p:cNvSpPr/>
            <p:nvPr/>
          </p:nvSpPr>
          <p:spPr>
            <a:xfrm rot="16200000">
              <a:off x="5431935" y="3616414"/>
              <a:ext cx="901627" cy="243187"/>
            </a:xfrm>
            <a:prstGeom prst="rightArrow">
              <a:avLst>
                <a:gd name="adj1" fmla="val 41916"/>
                <a:gd name="adj2" fmla="val 50000"/>
              </a:avLst>
            </a:prstGeom>
            <a:solidFill>
              <a:srgbClr val="215F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51">
              <a:extLst>
                <a:ext uri="{FF2B5EF4-FFF2-40B4-BE49-F238E27FC236}">
                  <a16:creationId xmlns:a16="http://schemas.microsoft.com/office/drawing/2014/main" id="{40E9FB07-752F-21C6-1686-A3E2EA343F5D}"/>
                </a:ext>
              </a:extLst>
            </p:cNvPr>
            <p:cNvSpPr txBox="1"/>
            <p:nvPr/>
          </p:nvSpPr>
          <p:spPr>
            <a:xfrm>
              <a:off x="5922011" y="3528672"/>
              <a:ext cx="9456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>
                  <a:solidFill>
                    <a:srgbClr val="215F9A"/>
                  </a:solidFill>
                </a:rPr>
                <a:t>candidates</a:t>
              </a:r>
            </a:p>
          </p:txBody>
        </p:sp>
      </p:grpSp>
      <p:grpSp>
        <p:nvGrpSpPr>
          <p:cNvPr id="10" name="Nhóm 9">
            <a:extLst>
              <a:ext uri="{FF2B5EF4-FFF2-40B4-BE49-F238E27FC236}">
                <a16:creationId xmlns:a16="http://schemas.microsoft.com/office/drawing/2014/main" id="{5F0C474A-C8D4-C71C-A122-15D385370F6E}"/>
              </a:ext>
            </a:extLst>
          </p:cNvPr>
          <p:cNvGrpSpPr/>
          <p:nvPr/>
        </p:nvGrpSpPr>
        <p:grpSpPr>
          <a:xfrm>
            <a:off x="4575277" y="3995683"/>
            <a:ext cx="3097950" cy="1723909"/>
            <a:chOff x="2935489" y="5240770"/>
            <a:chExt cx="3097950" cy="1723909"/>
          </a:xfrm>
        </p:grpSpPr>
        <p:sp>
          <p:nvSpPr>
            <p:cNvPr id="11" name="Rectangle: Rounded Corners 13">
              <a:extLst>
                <a:ext uri="{FF2B5EF4-FFF2-40B4-BE49-F238E27FC236}">
                  <a16:creationId xmlns:a16="http://schemas.microsoft.com/office/drawing/2014/main" id="{5F6ECE3B-81AE-E32D-9389-742D8D46621B}"/>
                </a:ext>
              </a:extLst>
            </p:cNvPr>
            <p:cNvSpPr/>
            <p:nvPr/>
          </p:nvSpPr>
          <p:spPr>
            <a:xfrm>
              <a:off x="2935489" y="5240770"/>
              <a:ext cx="3097950" cy="1723909"/>
            </a:xfrm>
            <a:prstGeom prst="roundRect">
              <a:avLst/>
            </a:prstGeom>
            <a:solidFill>
              <a:srgbClr val="ECF3F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rgbClr val="215F9A"/>
                </a:solidFill>
              </a:endParaRPr>
            </a:p>
          </p:txBody>
        </p:sp>
        <p:sp>
          <p:nvSpPr>
            <p:cNvPr id="12" name="TextBox 46">
              <a:extLst>
                <a:ext uri="{FF2B5EF4-FFF2-40B4-BE49-F238E27FC236}">
                  <a16:creationId xmlns:a16="http://schemas.microsoft.com/office/drawing/2014/main" id="{38E123DE-8322-A88C-DF65-747F459FA9B6}"/>
                </a:ext>
              </a:extLst>
            </p:cNvPr>
            <p:cNvSpPr txBox="1"/>
            <p:nvPr/>
          </p:nvSpPr>
          <p:spPr>
            <a:xfrm>
              <a:off x="3313156" y="6203669"/>
              <a:ext cx="24157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Constructed blocks via “cycle removal”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Hình chữ nhật: Góc Tròn 12">
                  <a:extLst>
                    <a:ext uri="{FF2B5EF4-FFF2-40B4-BE49-F238E27FC236}">
                      <a16:creationId xmlns:a16="http://schemas.microsoft.com/office/drawing/2014/main" id="{3072D5E0-73D7-CEED-96DD-4137D6471E14}"/>
                    </a:ext>
                  </a:extLst>
                </p:cNvPr>
                <p:cNvSpPr/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215F9A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Hình chữ nhật: Góc Tròn 12">
                  <a:extLst>
                    <a:ext uri="{FF2B5EF4-FFF2-40B4-BE49-F238E27FC236}">
                      <a16:creationId xmlns:a16="http://schemas.microsoft.com/office/drawing/2014/main" id="{3072D5E0-73D7-CEED-96DD-4137D6471E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Hình chữ nhật: Góc Tròn 22">
                  <a:extLst>
                    <a:ext uri="{FF2B5EF4-FFF2-40B4-BE49-F238E27FC236}">
                      <a16:creationId xmlns:a16="http://schemas.microsoft.com/office/drawing/2014/main" id="{8A4A4F04-CDC5-EB67-8FD4-23CDCB50683E}"/>
                    </a:ext>
                  </a:extLst>
                </p:cNvPr>
                <p:cNvSpPr/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Hình chữ nhật: Góc Tròn 22">
                  <a:extLst>
                    <a:ext uri="{FF2B5EF4-FFF2-40B4-BE49-F238E27FC236}">
                      <a16:creationId xmlns:a16="http://schemas.microsoft.com/office/drawing/2014/main" id="{8A4A4F04-CDC5-EB67-8FD4-23CDCB5068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Hình chữ nhật: Góc Tròn 23">
                  <a:extLst>
                    <a:ext uri="{FF2B5EF4-FFF2-40B4-BE49-F238E27FC236}">
                      <a16:creationId xmlns:a16="http://schemas.microsoft.com/office/drawing/2014/main" id="{918E422C-C9D4-2D2B-93A6-3A85E7586330}"/>
                    </a:ext>
                  </a:extLst>
                </p:cNvPr>
                <p:cNvSpPr/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′′′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" name="Hình chữ nhật: Góc Tròn 23">
                  <a:extLst>
                    <a:ext uri="{FF2B5EF4-FFF2-40B4-BE49-F238E27FC236}">
                      <a16:creationId xmlns:a16="http://schemas.microsoft.com/office/drawing/2014/main" id="{918E422C-C9D4-2D2B-93A6-3A85E75863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46">
              <a:extLst>
                <a:ext uri="{FF2B5EF4-FFF2-40B4-BE49-F238E27FC236}">
                  <a16:creationId xmlns:a16="http://schemas.microsoft.com/office/drawing/2014/main" id="{A79E6813-8A99-A202-FC84-3B9D62553757}"/>
                </a:ext>
              </a:extLst>
            </p:cNvPr>
            <p:cNvSpPr txBox="1"/>
            <p:nvPr/>
          </p:nvSpPr>
          <p:spPr>
            <a:xfrm>
              <a:off x="4290957" y="5957324"/>
              <a:ext cx="3644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…</a:t>
              </a:r>
            </a:p>
          </p:txBody>
        </p:sp>
      </p:grpSp>
      <p:grpSp>
        <p:nvGrpSpPr>
          <p:cNvPr id="40" name="Nhóm 39">
            <a:extLst>
              <a:ext uri="{FF2B5EF4-FFF2-40B4-BE49-F238E27FC236}">
                <a16:creationId xmlns:a16="http://schemas.microsoft.com/office/drawing/2014/main" id="{68CF26FF-8A63-745F-377B-4F6EF5096D07}"/>
              </a:ext>
            </a:extLst>
          </p:cNvPr>
          <p:cNvGrpSpPr/>
          <p:nvPr/>
        </p:nvGrpSpPr>
        <p:grpSpPr>
          <a:xfrm>
            <a:off x="9502407" y="3038580"/>
            <a:ext cx="433245" cy="1260047"/>
            <a:chOff x="9332817" y="3114402"/>
            <a:chExt cx="433245" cy="1260047"/>
          </a:xfrm>
        </p:grpSpPr>
        <p:sp>
          <p:nvSpPr>
            <p:cNvPr id="38" name="Arrow: Right 50">
              <a:extLst>
                <a:ext uri="{FF2B5EF4-FFF2-40B4-BE49-F238E27FC236}">
                  <a16:creationId xmlns:a16="http://schemas.microsoft.com/office/drawing/2014/main" id="{6A3C6C52-67A3-2C13-1998-90A13ADD8388}"/>
                </a:ext>
              </a:extLst>
            </p:cNvPr>
            <p:cNvSpPr/>
            <p:nvPr/>
          </p:nvSpPr>
          <p:spPr>
            <a:xfrm rot="13657088">
              <a:off x="8824387" y="3622832"/>
              <a:ext cx="1260047" cy="243187"/>
            </a:xfrm>
            <a:prstGeom prst="rightArrow">
              <a:avLst>
                <a:gd name="adj1" fmla="val 41916"/>
                <a:gd name="adj2" fmla="val 50000"/>
              </a:avLst>
            </a:prstGeom>
            <a:solidFill>
              <a:srgbClr val="215F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51">
              <a:extLst>
                <a:ext uri="{FF2B5EF4-FFF2-40B4-BE49-F238E27FC236}">
                  <a16:creationId xmlns:a16="http://schemas.microsoft.com/office/drawing/2014/main" id="{094D0333-D8B7-7151-6DC7-069DD4AD8AD9}"/>
                </a:ext>
              </a:extLst>
            </p:cNvPr>
            <p:cNvSpPr txBox="1"/>
            <p:nvPr/>
          </p:nvSpPr>
          <p:spPr>
            <a:xfrm rot="2896448">
              <a:off x="9154720" y="3535833"/>
              <a:ext cx="9456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>
                  <a:solidFill>
                    <a:srgbClr val="215F9A"/>
                  </a:solidFill>
                </a:rPr>
                <a:t>candidates</a:t>
              </a:r>
            </a:p>
          </p:txBody>
        </p:sp>
      </p:grpSp>
      <p:grpSp>
        <p:nvGrpSpPr>
          <p:cNvPr id="26" name="Nhóm 25">
            <a:extLst>
              <a:ext uri="{FF2B5EF4-FFF2-40B4-BE49-F238E27FC236}">
                <a16:creationId xmlns:a16="http://schemas.microsoft.com/office/drawing/2014/main" id="{8E8C8B53-44AC-E9FC-D858-8C34C20A221E}"/>
              </a:ext>
            </a:extLst>
          </p:cNvPr>
          <p:cNvGrpSpPr/>
          <p:nvPr/>
        </p:nvGrpSpPr>
        <p:grpSpPr>
          <a:xfrm>
            <a:off x="8651028" y="3995682"/>
            <a:ext cx="3097950" cy="1723909"/>
            <a:chOff x="2935489" y="5240770"/>
            <a:chExt cx="3097950" cy="1723909"/>
          </a:xfrm>
        </p:grpSpPr>
        <p:sp>
          <p:nvSpPr>
            <p:cNvPr id="28" name="Rectangle: Rounded Corners 13">
              <a:extLst>
                <a:ext uri="{FF2B5EF4-FFF2-40B4-BE49-F238E27FC236}">
                  <a16:creationId xmlns:a16="http://schemas.microsoft.com/office/drawing/2014/main" id="{A3818B80-A459-46BB-1B3A-3F746C089C0D}"/>
                </a:ext>
              </a:extLst>
            </p:cNvPr>
            <p:cNvSpPr/>
            <p:nvPr/>
          </p:nvSpPr>
          <p:spPr>
            <a:xfrm>
              <a:off x="2935489" y="5240770"/>
              <a:ext cx="3097950" cy="1723909"/>
            </a:xfrm>
            <a:prstGeom prst="roundRect">
              <a:avLst/>
            </a:prstGeom>
            <a:solidFill>
              <a:srgbClr val="ECF3F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rgbClr val="215F9A"/>
                </a:solidFill>
              </a:endParaRPr>
            </a:p>
          </p:txBody>
        </p:sp>
        <p:sp>
          <p:nvSpPr>
            <p:cNvPr id="30" name="TextBox 46">
              <a:extLst>
                <a:ext uri="{FF2B5EF4-FFF2-40B4-BE49-F238E27FC236}">
                  <a16:creationId xmlns:a16="http://schemas.microsoft.com/office/drawing/2014/main" id="{9E4F768A-367C-0FE3-A11F-55B3E864A8E1}"/>
                </a:ext>
              </a:extLst>
            </p:cNvPr>
            <p:cNvSpPr txBox="1"/>
            <p:nvPr/>
          </p:nvSpPr>
          <p:spPr>
            <a:xfrm>
              <a:off x="3313156" y="6203669"/>
              <a:ext cx="24157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Constructed blocks via “cycle removal”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Hình chữ nhật: Góc Tròn 30">
                  <a:extLst>
                    <a:ext uri="{FF2B5EF4-FFF2-40B4-BE49-F238E27FC236}">
                      <a16:creationId xmlns:a16="http://schemas.microsoft.com/office/drawing/2014/main" id="{E1364314-5E49-5C65-EE71-EDFB22B488CC}"/>
                    </a:ext>
                  </a:extLst>
                </p:cNvPr>
                <p:cNvSpPr/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Hình chữ nhật: Góc Tròn 30">
                  <a:extLst>
                    <a:ext uri="{FF2B5EF4-FFF2-40B4-BE49-F238E27FC236}">
                      <a16:creationId xmlns:a16="http://schemas.microsoft.com/office/drawing/2014/main" id="{E1364314-5E49-5C65-EE71-EDFB22B488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Hình chữ nhật: Góc Tròn 31">
                  <a:extLst>
                    <a:ext uri="{FF2B5EF4-FFF2-40B4-BE49-F238E27FC236}">
                      <a16:creationId xmlns:a16="http://schemas.microsoft.com/office/drawing/2014/main" id="{BDF94E4A-822F-FBF8-7FE0-31EA4F83BF86}"/>
                    </a:ext>
                  </a:extLst>
                </p:cNvPr>
                <p:cNvSpPr/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" name="Hình chữ nhật: Góc Tròn 31">
                  <a:extLst>
                    <a:ext uri="{FF2B5EF4-FFF2-40B4-BE49-F238E27FC236}">
                      <a16:creationId xmlns:a16="http://schemas.microsoft.com/office/drawing/2014/main" id="{BDF94E4A-822F-FBF8-7FE0-31EA4F83BF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Hình chữ nhật: Góc Tròn 32">
                  <a:extLst>
                    <a:ext uri="{FF2B5EF4-FFF2-40B4-BE49-F238E27FC236}">
                      <a16:creationId xmlns:a16="http://schemas.microsoft.com/office/drawing/2014/main" id="{90BB0960-D1AE-B993-BC2E-B388965A52E0}"/>
                    </a:ext>
                  </a:extLst>
                </p:cNvPr>
                <p:cNvSpPr/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′′′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" name="Hình chữ nhật: Góc Tròn 32">
                  <a:extLst>
                    <a:ext uri="{FF2B5EF4-FFF2-40B4-BE49-F238E27FC236}">
                      <a16:creationId xmlns:a16="http://schemas.microsoft.com/office/drawing/2014/main" id="{90BB0960-D1AE-B993-BC2E-B388965A52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TextBox 46">
              <a:extLst>
                <a:ext uri="{FF2B5EF4-FFF2-40B4-BE49-F238E27FC236}">
                  <a16:creationId xmlns:a16="http://schemas.microsoft.com/office/drawing/2014/main" id="{F0082B76-C385-59D1-AB93-C5126E0EF5BE}"/>
                </a:ext>
              </a:extLst>
            </p:cNvPr>
            <p:cNvSpPr txBox="1"/>
            <p:nvPr/>
          </p:nvSpPr>
          <p:spPr>
            <a:xfrm>
              <a:off x="4290957" y="5957324"/>
              <a:ext cx="3644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4066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uiExpand="1" build="allAtOnce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90000"/>
              </a:schemeClr>
            </a:gs>
            <a:gs pos="51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B22C17-AFF3-7DFC-B3C1-3FB1A5E33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225CF-8A09-ADD0-58ED-4C4A92269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82145"/>
            <a:ext cx="11653766" cy="80583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Long blocks, short blocks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736CEA8-24F7-82FF-4326-6418B9A35809}"/>
                  </a:ext>
                </a:extLst>
              </p:cNvPr>
              <p:cNvSpPr/>
              <p:nvPr/>
            </p:nvSpPr>
            <p:spPr>
              <a:xfrm>
                <a:off x="3537782" y="3801318"/>
                <a:ext cx="1888760" cy="397291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736CEA8-24F7-82FF-4326-6418B9A35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782" y="3801318"/>
                <a:ext cx="1888760" cy="397291"/>
              </a:xfrm>
              <a:prstGeom prst="rect">
                <a:avLst/>
              </a:prstGeom>
              <a:blipFill>
                <a:blip r:embed="rId2"/>
                <a:stretch>
                  <a:fillRect b="-294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48F5D09-FB97-1431-524E-371A0DE6B4ED}"/>
                  </a:ext>
                </a:extLst>
              </p:cNvPr>
              <p:cNvSpPr txBox="1"/>
              <p:nvPr/>
            </p:nvSpPr>
            <p:spPr>
              <a:xfrm>
                <a:off x="688903" y="1353414"/>
                <a:ext cx="11290325" cy="672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2060"/>
                    </a:solidFill>
                  </a:rPr>
                  <a:t>Ideas: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is long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48F5D09-FB97-1431-524E-371A0DE6B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903" y="1353414"/>
                <a:ext cx="11290325" cy="672556"/>
              </a:xfrm>
              <a:prstGeom prst="rect">
                <a:avLst/>
              </a:prstGeom>
              <a:blipFill>
                <a:blip r:embed="rId3"/>
                <a:stretch>
                  <a:fillRect l="-432" t="-3636" b="-1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736F0F3-1E56-093B-1D75-FC4BA9D51103}"/>
                  </a:ext>
                </a:extLst>
              </p:cNvPr>
              <p:cNvSpPr/>
              <p:nvPr/>
            </p:nvSpPr>
            <p:spPr>
              <a:xfrm>
                <a:off x="3537782" y="4520730"/>
                <a:ext cx="1888759" cy="576282"/>
              </a:xfrm>
              <a:prstGeom prst="rect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</m:oMath>
                </a14:m>
                <a:r>
                  <a:rPr lang="en-US" sz="1400" dirty="0"/>
                  <a:t>dummy symbols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736F0F3-1E56-093B-1D75-FC4BA9D511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782" y="4520730"/>
                <a:ext cx="1888759" cy="576282"/>
              </a:xfrm>
              <a:prstGeom prst="rect">
                <a:avLst/>
              </a:prstGeom>
              <a:blipFill>
                <a:blip r:embed="rId4"/>
                <a:stretch>
                  <a:fillRect b="-7216"/>
                </a:stretch>
              </a:blipFill>
              <a:ln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eft Brace 13">
            <a:extLst>
              <a:ext uri="{FF2B5EF4-FFF2-40B4-BE49-F238E27FC236}">
                <a16:creationId xmlns:a16="http://schemas.microsoft.com/office/drawing/2014/main" id="{0D2329A6-FBBB-045B-2E5D-0F597B3FFEF2}"/>
              </a:ext>
            </a:extLst>
          </p:cNvPr>
          <p:cNvSpPr/>
          <p:nvPr/>
        </p:nvSpPr>
        <p:spPr>
          <a:xfrm>
            <a:off x="3058510" y="3999963"/>
            <a:ext cx="245942" cy="72338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E921FC-A5A4-DC2F-BADD-54BD1BD91FA8}"/>
                  </a:ext>
                </a:extLst>
              </p:cNvPr>
              <p:cNvSpPr txBox="1"/>
              <p:nvPr/>
            </p:nvSpPr>
            <p:spPr>
              <a:xfrm>
                <a:off x="2049517" y="4151398"/>
                <a:ext cx="11276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E921FC-A5A4-DC2F-BADD-54BD1BD91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517" y="4151398"/>
                <a:ext cx="112761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Left Brace 18">
            <a:extLst>
              <a:ext uri="{FF2B5EF4-FFF2-40B4-BE49-F238E27FC236}">
                <a16:creationId xmlns:a16="http://schemas.microsoft.com/office/drawing/2014/main" id="{738C9AEF-9F75-F189-A0EF-E803D569EC46}"/>
              </a:ext>
            </a:extLst>
          </p:cNvPr>
          <p:cNvSpPr/>
          <p:nvPr/>
        </p:nvSpPr>
        <p:spPr>
          <a:xfrm>
            <a:off x="3054162" y="3081906"/>
            <a:ext cx="245942" cy="72338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9757CA-31EB-D86D-D6A1-74FEF41C3147}"/>
                  </a:ext>
                </a:extLst>
              </p:cNvPr>
              <p:cNvSpPr txBox="1"/>
              <p:nvPr/>
            </p:nvSpPr>
            <p:spPr>
              <a:xfrm>
                <a:off x="2414232" y="3291588"/>
                <a:ext cx="398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9757CA-31EB-D86D-D6A1-74FEF41C3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232" y="3291588"/>
                <a:ext cx="39818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eft Brace 23">
            <a:extLst>
              <a:ext uri="{FF2B5EF4-FFF2-40B4-BE49-F238E27FC236}">
                <a16:creationId xmlns:a16="http://schemas.microsoft.com/office/drawing/2014/main" id="{6FA793FB-17CF-E79E-3B3D-FF7E08480544}"/>
              </a:ext>
            </a:extLst>
          </p:cNvPr>
          <p:cNvSpPr/>
          <p:nvPr/>
        </p:nvSpPr>
        <p:spPr>
          <a:xfrm rot="16200000">
            <a:off x="8394634" y="465009"/>
            <a:ext cx="124978" cy="605296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078E8AD-52B2-891B-9157-BD36D2C5AF9D}"/>
                  </a:ext>
                </a:extLst>
              </p:cNvPr>
              <p:cNvSpPr txBox="1"/>
              <p:nvPr/>
            </p:nvSpPr>
            <p:spPr>
              <a:xfrm>
                <a:off x="8256468" y="3531309"/>
                <a:ext cx="6354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078E8AD-52B2-891B-9157-BD36D2C5A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468" y="3531309"/>
                <a:ext cx="63543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C5E8E92-67A5-EBF1-9C69-75157295CCC0}"/>
                  </a:ext>
                </a:extLst>
              </p:cNvPr>
              <p:cNvSpPr txBox="1"/>
              <p:nvPr/>
            </p:nvSpPr>
            <p:spPr>
              <a:xfrm>
                <a:off x="603384" y="5596397"/>
                <a:ext cx="11290325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</a:rPr>
                  <a:t>If for a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, at least two blocks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are short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can not happen too often</a:t>
                </a:r>
              </a:p>
              <a:p>
                <a:endParaRPr lang="en-US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C5E8E92-67A5-EBF1-9C69-75157295C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84" y="5596397"/>
                <a:ext cx="11290325" cy="668645"/>
              </a:xfrm>
              <a:prstGeom prst="rect">
                <a:avLst/>
              </a:prstGeom>
              <a:blipFill>
                <a:blip r:embed="rId8"/>
                <a:stretch>
                  <a:fillRect l="-378" t="-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4AD7DB5-DB23-7839-6CA2-77E89B20D60D}"/>
              </a:ext>
            </a:extLst>
          </p:cNvPr>
          <p:cNvCxnSpPr>
            <a:cxnSpLocks/>
            <a:stCxn id="5" idx="1"/>
            <a:endCxn id="64" idx="1"/>
          </p:cNvCxnSpPr>
          <p:nvPr/>
        </p:nvCxnSpPr>
        <p:spPr>
          <a:xfrm flipV="1">
            <a:off x="3537782" y="3081907"/>
            <a:ext cx="0" cy="91805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1F2DA5F-54B8-5CC7-3302-8A0E58EDC390}"/>
              </a:ext>
            </a:extLst>
          </p:cNvPr>
          <p:cNvCxnSpPr>
            <a:cxnSpLocks/>
            <a:stCxn id="5" idx="3"/>
          </p:cNvCxnSpPr>
          <p:nvPr/>
        </p:nvCxnSpPr>
        <p:spPr>
          <a:xfrm flipH="1" flipV="1">
            <a:off x="5426541" y="3056682"/>
            <a:ext cx="1" cy="94328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3390A164-F802-45F3-C58E-666117DFB33E}"/>
                  </a:ext>
                </a:extLst>
              </p:cNvPr>
              <p:cNvSpPr/>
              <p:nvPr/>
            </p:nvSpPr>
            <p:spPr>
              <a:xfrm>
                <a:off x="3537782" y="2883261"/>
                <a:ext cx="7945821" cy="397291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3390A164-F802-45F3-C58E-666117DFB3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782" y="2883261"/>
                <a:ext cx="7945821" cy="397291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Hình Bầu dục 2">
                <a:extLst>
                  <a:ext uri="{FF2B5EF4-FFF2-40B4-BE49-F238E27FC236}">
                    <a16:creationId xmlns:a16="http://schemas.microsoft.com/office/drawing/2014/main" id="{D58C7F40-CA6E-4763-6855-3E4BCA91FCA1}"/>
                  </a:ext>
                </a:extLst>
              </p:cNvPr>
              <p:cNvSpPr/>
              <p:nvPr/>
            </p:nvSpPr>
            <p:spPr>
              <a:xfrm>
                <a:off x="6765460" y="4137843"/>
                <a:ext cx="2139816" cy="1039877"/>
              </a:xfrm>
              <a:prstGeom prst="ellipse">
                <a:avLst/>
              </a:prstGeom>
              <a:solidFill>
                <a:schemeClr val="lt1"/>
              </a:solidFill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Aptos (Body)"/>
                  </a:rPr>
                  <a:t>Then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>
                  <a:latin typeface="Aptos (Body)"/>
                </a:endParaRPr>
              </a:p>
            </p:txBody>
          </p:sp>
        </mc:Choice>
        <mc:Fallback xmlns="">
          <p:sp>
            <p:nvSpPr>
              <p:cNvPr id="3" name="Hình Bầu dục 2">
                <a:extLst>
                  <a:ext uri="{FF2B5EF4-FFF2-40B4-BE49-F238E27FC236}">
                    <a16:creationId xmlns:a16="http://schemas.microsoft.com/office/drawing/2014/main" id="{D58C7F40-CA6E-4763-6855-3E4BCA91F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460" y="4137843"/>
                <a:ext cx="2139816" cy="1039877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FF000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6129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1" grpId="0" uiExpand="1" build="allAtOnce"/>
      <p:bldP spid="13" grpId="0" animBg="1"/>
      <p:bldP spid="14" grpId="0" animBg="1"/>
      <p:bldP spid="15" grpId="0"/>
      <p:bldP spid="19" grpId="0" animBg="1"/>
      <p:bldP spid="23" grpId="0"/>
      <p:bldP spid="24" grpId="0" animBg="1"/>
      <p:bldP spid="26" grpId="0"/>
      <p:bldP spid="30" grpId="0" build="allAtOnce"/>
      <p:bldP spid="64" grpId="0" animBg="1"/>
      <p:bldP spid="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90000"/>
              </a:schemeClr>
            </a:gs>
            <a:gs pos="51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E6F496-063F-4D43-A9D4-CFD408229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16100-4A27-B4FF-32F0-53F5D01E6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82145"/>
            <a:ext cx="11653766" cy="80583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Succes attempt = DP + Cycle Removal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6A8B9A-B027-D471-FC90-746000CCCE24}"/>
              </a:ext>
            </a:extLst>
          </p:cNvPr>
          <p:cNvSpPr txBox="1"/>
          <p:nvPr/>
        </p:nvSpPr>
        <p:spPr>
          <a:xfrm>
            <a:off x="669984" y="1170833"/>
            <a:ext cx="112903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ptos (Body)"/>
              </a:rPr>
              <a:t>Ideas: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ptos (Body)"/>
              </a:rPr>
              <a:t>Combining blocks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  <a:latin typeface="Aptos (Body)"/>
              </a:rPr>
              <a:t>Collect constructed blocks into a single machine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i="1" dirty="0">
                <a:solidFill>
                  <a:srgbClr val="C00000"/>
                </a:solidFill>
                <a:latin typeface="Aptos (Body)"/>
              </a:rPr>
              <a:t>DP</a:t>
            </a:r>
            <a:r>
              <a:rPr lang="en-US" dirty="0">
                <a:solidFill>
                  <a:srgbClr val="002060"/>
                </a:solidFill>
                <a:latin typeface="Aptos (Body)"/>
              </a:rPr>
              <a:t>: build a string from these blocks</a:t>
            </a:r>
            <a:endParaRPr lang="en-US" b="1" dirty="0">
              <a:solidFill>
                <a:srgbClr val="002060"/>
              </a:solidFill>
              <a:latin typeface="Aptos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Aptos (Body)"/>
            </a:endParaRPr>
          </a:p>
        </p:txBody>
      </p:sp>
      <p:grpSp>
        <p:nvGrpSpPr>
          <p:cNvPr id="35" name="Nhóm 34">
            <a:extLst>
              <a:ext uri="{FF2B5EF4-FFF2-40B4-BE49-F238E27FC236}">
                <a16:creationId xmlns:a16="http://schemas.microsoft.com/office/drawing/2014/main" id="{609A2483-6C56-D59D-20E6-E3F309B548E9}"/>
              </a:ext>
            </a:extLst>
          </p:cNvPr>
          <p:cNvGrpSpPr/>
          <p:nvPr/>
        </p:nvGrpSpPr>
        <p:grpSpPr>
          <a:xfrm>
            <a:off x="3105078" y="4152626"/>
            <a:ext cx="1888760" cy="344883"/>
            <a:chOff x="2935488" y="3504822"/>
            <a:chExt cx="1888760" cy="344883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763CE73-4441-505B-5798-20CF0867271B}"/>
                </a:ext>
              </a:extLst>
            </p:cNvPr>
            <p:cNvCxnSpPr>
              <a:cxnSpLocks/>
            </p:cNvCxnSpPr>
            <p:nvPr/>
          </p:nvCxnSpPr>
          <p:spPr>
            <a:xfrm>
              <a:off x="2935488" y="3504822"/>
              <a:ext cx="188876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2554DFB-6574-FC0A-3F49-777BA353626B}"/>
                    </a:ext>
                  </a:extLst>
                </p:cNvPr>
                <p:cNvSpPr txBox="1"/>
                <p:nvPr/>
              </p:nvSpPr>
              <p:spPr>
                <a:xfrm>
                  <a:off x="3418299" y="3511151"/>
                  <a:ext cx="83920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sz="1600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1600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sup>
                        </m:sSup>
                      </m:oMath>
                    </m:oMathPara>
                  </a14:m>
                  <a:endParaRPr lang="en-US">
                    <a:solidFill>
                      <a:srgbClr val="215F9A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2554DFB-6574-FC0A-3F49-777BA35362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8299" y="3511151"/>
                  <a:ext cx="839204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938167DA-A397-44F8-9C9B-35F2D7DC5F3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105078" y="3513359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938167DA-A397-44F8-9C9B-35F2D7DC5F3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105078" y="3513359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3" t="-7576" r="-220323" b="-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7576" r="-119614" b="-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7949" t="-7576" r="-641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9" name="Nhóm 48">
            <a:extLst>
              <a:ext uri="{FF2B5EF4-FFF2-40B4-BE49-F238E27FC236}">
                <a16:creationId xmlns:a16="http://schemas.microsoft.com/office/drawing/2014/main" id="{49293DB7-F503-CEAB-A063-4A48664A4337}"/>
              </a:ext>
            </a:extLst>
          </p:cNvPr>
          <p:cNvGrpSpPr/>
          <p:nvPr/>
        </p:nvGrpSpPr>
        <p:grpSpPr>
          <a:xfrm>
            <a:off x="1896642" y="4080471"/>
            <a:ext cx="1260047" cy="363259"/>
            <a:chOff x="1727052" y="3432667"/>
            <a:chExt cx="1260047" cy="363259"/>
          </a:xfrm>
        </p:grpSpPr>
        <p:sp>
          <p:nvSpPr>
            <p:cNvPr id="51" name="Arrow: Right 50">
              <a:extLst>
                <a:ext uri="{FF2B5EF4-FFF2-40B4-BE49-F238E27FC236}">
                  <a16:creationId xmlns:a16="http://schemas.microsoft.com/office/drawing/2014/main" id="{51231C5A-3540-6A87-54B4-CEFF7A4ACE05}"/>
                </a:ext>
              </a:extLst>
            </p:cNvPr>
            <p:cNvSpPr/>
            <p:nvPr/>
          </p:nvSpPr>
          <p:spPr>
            <a:xfrm rot="19540988">
              <a:off x="1727052" y="3552739"/>
              <a:ext cx="1260047" cy="243187"/>
            </a:xfrm>
            <a:prstGeom prst="rightArrow">
              <a:avLst>
                <a:gd name="adj1" fmla="val 41916"/>
                <a:gd name="adj2" fmla="val 50000"/>
              </a:avLst>
            </a:prstGeom>
            <a:solidFill>
              <a:srgbClr val="215F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BB84160-D6B7-E954-72CA-8B2EEE991272}"/>
                </a:ext>
              </a:extLst>
            </p:cNvPr>
            <p:cNvSpPr txBox="1"/>
            <p:nvPr/>
          </p:nvSpPr>
          <p:spPr>
            <a:xfrm rot="19503392">
              <a:off x="1736561" y="3432667"/>
              <a:ext cx="9456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>
                  <a:solidFill>
                    <a:srgbClr val="215F9A"/>
                  </a:solidFill>
                </a:rPr>
                <a:t>candidates</a:t>
              </a:r>
            </a:p>
          </p:txBody>
        </p:sp>
      </p:grpSp>
      <p:grpSp>
        <p:nvGrpSpPr>
          <p:cNvPr id="9" name="Nhóm 8">
            <a:extLst>
              <a:ext uri="{FF2B5EF4-FFF2-40B4-BE49-F238E27FC236}">
                <a16:creationId xmlns:a16="http://schemas.microsoft.com/office/drawing/2014/main" id="{47BE22A2-FEF2-FCF5-3722-B2D323B99591}"/>
              </a:ext>
            </a:extLst>
          </p:cNvPr>
          <p:cNvGrpSpPr/>
          <p:nvPr/>
        </p:nvGrpSpPr>
        <p:grpSpPr>
          <a:xfrm>
            <a:off x="518160" y="4649813"/>
            <a:ext cx="3097950" cy="1723909"/>
            <a:chOff x="2935489" y="5240770"/>
            <a:chExt cx="3097950" cy="1723909"/>
          </a:xfrm>
        </p:grpSpPr>
        <p:sp>
          <p:nvSpPr>
            <p:cNvPr id="3" name="Rectangle: Rounded Corners 13">
              <a:extLst>
                <a:ext uri="{FF2B5EF4-FFF2-40B4-BE49-F238E27FC236}">
                  <a16:creationId xmlns:a16="http://schemas.microsoft.com/office/drawing/2014/main" id="{ACD06E24-F3FA-CE32-E9B3-7AF1C7A65A9D}"/>
                </a:ext>
              </a:extLst>
            </p:cNvPr>
            <p:cNvSpPr/>
            <p:nvPr/>
          </p:nvSpPr>
          <p:spPr>
            <a:xfrm>
              <a:off x="2935489" y="5240770"/>
              <a:ext cx="3097950" cy="1723909"/>
            </a:xfrm>
            <a:prstGeom prst="roundRect">
              <a:avLst/>
            </a:prstGeom>
            <a:solidFill>
              <a:srgbClr val="ECF3F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rgbClr val="215F9A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F3DE50E-9314-9089-6525-DABD5C738AF2}"/>
                </a:ext>
              </a:extLst>
            </p:cNvPr>
            <p:cNvSpPr txBox="1"/>
            <p:nvPr/>
          </p:nvSpPr>
          <p:spPr>
            <a:xfrm>
              <a:off x="3313156" y="6203669"/>
              <a:ext cx="24157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Constructed blocks via “cycle removal”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Hình chữ nhật: Góc Tròn 3">
                  <a:extLst>
                    <a:ext uri="{FF2B5EF4-FFF2-40B4-BE49-F238E27FC236}">
                      <a16:creationId xmlns:a16="http://schemas.microsoft.com/office/drawing/2014/main" id="{7D07534A-57DB-8697-B560-67845198FAA3}"/>
                    </a:ext>
                  </a:extLst>
                </p:cNvPr>
                <p:cNvSpPr/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215F9A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Hình chữ nhật: Góc Tròn 3">
                  <a:extLst>
                    <a:ext uri="{FF2B5EF4-FFF2-40B4-BE49-F238E27FC236}">
                      <a16:creationId xmlns:a16="http://schemas.microsoft.com/office/drawing/2014/main" id="{7D07534A-57DB-8697-B560-67845198FA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Hình chữ nhật: Góc Tròn 4">
                  <a:extLst>
                    <a:ext uri="{FF2B5EF4-FFF2-40B4-BE49-F238E27FC236}">
                      <a16:creationId xmlns:a16="http://schemas.microsoft.com/office/drawing/2014/main" id="{6369858B-45EC-F0CB-0E5E-9F2BEA5BD9AA}"/>
                    </a:ext>
                  </a:extLst>
                </p:cNvPr>
                <p:cNvSpPr/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Hình chữ nhật: Góc Tròn 4">
                  <a:extLst>
                    <a:ext uri="{FF2B5EF4-FFF2-40B4-BE49-F238E27FC236}">
                      <a16:creationId xmlns:a16="http://schemas.microsoft.com/office/drawing/2014/main" id="{6369858B-45EC-F0CB-0E5E-9F2BEA5BD9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Hình chữ nhật: Góc Tròn 5">
                  <a:extLst>
                    <a:ext uri="{FF2B5EF4-FFF2-40B4-BE49-F238E27FC236}">
                      <a16:creationId xmlns:a16="http://schemas.microsoft.com/office/drawing/2014/main" id="{4A13CF31-FE88-0665-7C23-A76E0A47083E}"/>
                    </a:ext>
                  </a:extLst>
                </p:cNvPr>
                <p:cNvSpPr/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′′′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" name="Hình chữ nhật: Góc Tròn 5">
                  <a:extLst>
                    <a:ext uri="{FF2B5EF4-FFF2-40B4-BE49-F238E27FC236}">
                      <a16:creationId xmlns:a16="http://schemas.microsoft.com/office/drawing/2014/main" id="{4A13CF31-FE88-0665-7C23-A76E0A4708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46">
              <a:extLst>
                <a:ext uri="{FF2B5EF4-FFF2-40B4-BE49-F238E27FC236}">
                  <a16:creationId xmlns:a16="http://schemas.microsoft.com/office/drawing/2014/main" id="{21BDBCC9-180D-0C56-0DF5-B6C5B9B63248}"/>
                </a:ext>
              </a:extLst>
            </p:cNvPr>
            <p:cNvSpPr txBox="1"/>
            <p:nvPr/>
          </p:nvSpPr>
          <p:spPr>
            <a:xfrm>
              <a:off x="4290957" y="5957324"/>
              <a:ext cx="3644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…</a:t>
              </a:r>
            </a:p>
          </p:txBody>
        </p:sp>
      </p:grpSp>
      <p:grpSp>
        <p:nvGrpSpPr>
          <p:cNvPr id="48" name="Nhóm 47">
            <a:extLst>
              <a:ext uri="{FF2B5EF4-FFF2-40B4-BE49-F238E27FC236}">
                <a16:creationId xmlns:a16="http://schemas.microsoft.com/office/drawing/2014/main" id="{D6BA8942-9F22-F6C8-FDBB-532058717E0E}"/>
              </a:ext>
            </a:extLst>
          </p:cNvPr>
          <p:cNvGrpSpPr/>
          <p:nvPr/>
        </p:nvGrpSpPr>
        <p:grpSpPr>
          <a:xfrm>
            <a:off x="5857672" y="3927879"/>
            <a:ext cx="1106541" cy="901627"/>
            <a:chOff x="5761155" y="3287194"/>
            <a:chExt cx="1106541" cy="901627"/>
          </a:xfrm>
        </p:grpSpPr>
        <p:sp>
          <p:nvSpPr>
            <p:cNvPr id="36" name="Arrow: Right 50">
              <a:extLst>
                <a:ext uri="{FF2B5EF4-FFF2-40B4-BE49-F238E27FC236}">
                  <a16:creationId xmlns:a16="http://schemas.microsoft.com/office/drawing/2014/main" id="{B683DB19-06A5-CD85-8C9D-EB127F808565}"/>
                </a:ext>
              </a:extLst>
            </p:cNvPr>
            <p:cNvSpPr/>
            <p:nvPr/>
          </p:nvSpPr>
          <p:spPr>
            <a:xfrm rot="16200000">
              <a:off x="5431935" y="3616414"/>
              <a:ext cx="901627" cy="243187"/>
            </a:xfrm>
            <a:prstGeom prst="rightArrow">
              <a:avLst>
                <a:gd name="adj1" fmla="val 41916"/>
                <a:gd name="adj2" fmla="val 50000"/>
              </a:avLst>
            </a:prstGeom>
            <a:solidFill>
              <a:srgbClr val="215F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51">
              <a:extLst>
                <a:ext uri="{FF2B5EF4-FFF2-40B4-BE49-F238E27FC236}">
                  <a16:creationId xmlns:a16="http://schemas.microsoft.com/office/drawing/2014/main" id="{46611211-EAF8-6B4A-421F-DC76C98505C0}"/>
                </a:ext>
              </a:extLst>
            </p:cNvPr>
            <p:cNvSpPr txBox="1"/>
            <p:nvPr/>
          </p:nvSpPr>
          <p:spPr>
            <a:xfrm>
              <a:off x="5922011" y="3528672"/>
              <a:ext cx="9456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>
                  <a:solidFill>
                    <a:srgbClr val="215F9A"/>
                  </a:solidFill>
                </a:rPr>
                <a:t>candidates</a:t>
              </a:r>
            </a:p>
          </p:txBody>
        </p:sp>
      </p:grpSp>
      <p:grpSp>
        <p:nvGrpSpPr>
          <p:cNvPr id="10" name="Nhóm 9">
            <a:extLst>
              <a:ext uri="{FF2B5EF4-FFF2-40B4-BE49-F238E27FC236}">
                <a16:creationId xmlns:a16="http://schemas.microsoft.com/office/drawing/2014/main" id="{AAFC9586-E3EA-25AB-DCC6-07E504DFF48D}"/>
              </a:ext>
            </a:extLst>
          </p:cNvPr>
          <p:cNvGrpSpPr/>
          <p:nvPr/>
        </p:nvGrpSpPr>
        <p:grpSpPr>
          <a:xfrm>
            <a:off x="4575277" y="4719309"/>
            <a:ext cx="3097950" cy="1723909"/>
            <a:chOff x="2935489" y="5240770"/>
            <a:chExt cx="3097950" cy="1723909"/>
          </a:xfrm>
        </p:grpSpPr>
        <p:sp>
          <p:nvSpPr>
            <p:cNvPr id="11" name="Rectangle: Rounded Corners 13">
              <a:extLst>
                <a:ext uri="{FF2B5EF4-FFF2-40B4-BE49-F238E27FC236}">
                  <a16:creationId xmlns:a16="http://schemas.microsoft.com/office/drawing/2014/main" id="{5FD4FE3C-A883-7702-4533-1BDFDED8AE94}"/>
                </a:ext>
              </a:extLst>
            </p:cNvPr>
            <p:cNvSpPr/>
            <p:nvPr/>
          </p:nvSpPr>
          <p:spPr>
            <a:xfrm>
              <a:off x="2935489" y="5240770"/>
              <a:ext cx="3097950" cy="1723909"/>
            </a:xfrm>
            <a:prstGeom prst="roundRect">
              <a:avLst/>
            </a:prstGeom>
            <a:solidFill>
              <a:srgbClr val="ECF3F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rgbClr val="215F9A"/>
                </a:solidFill>
              </a:endParaRPr>
            </a:p>
          </p:txBody>
        </p:sp>
        <p:sp>
          <p:nvSpPr>
            <p:cNvPr id="12" name="TextBox 46">
              <a:extLst>
                <a:ext uri="{FF2B5EF4-FFF2-40B4-BE49-F238E27FC236}">
                  <a16:creationId xmlns:a16="http://schemas.microsoft.com/office/drawing/2014/main" id="{94E7D417-FD33-0918-E252-9B557E11D0D5}"/>
                </a:ext>
              </a:extLst>
            </p:cNvPr>
            <p:cNvSpPr txBox="1"/>
            <p:nvPr/>
          </p:nvSpPr>
          <p:spPr>
            <a:xfrm>
              <a:off x="3313156" y="6203669"/>
              <a:ext cx="24157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Constructed blocks via “cycle removal”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Hình chữ nhật: Góc Tròn 12">
                  <a:extLst>
                    <a:ext uri="{FF2B5EF4-FFF2-40B4-BE49-F238E27FC236}">
                      <a16:creationId xmlns:a16="http://schemas.microsoft.com/office/drawing/2014/main" id="{2D355967-BBEE-A78E-ED9D-C44945233161}"/>
                    </a:ext>
                  </a:extLst>
                </p:cNvPr>
                <p:cNvSpPr/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215F9A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Hình chữ nhật: Góc Tròn 12">
                  <a:extLst>
                    <a:ext uri="{FF2B5EF4-FFF2-40B4-BE49-F238E27FC236}">
                      <a16:creationId xmlns:a16="http://schemas.microsoft.com/office/drawing/2014/main" id="{2D355967-BBEE-A78E-ED9D-C449452331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Hình chữ nhật: Góc Tròn 22">
                  <a:extLst>
                    <a:ext uri="{FF2B5EF4-FFF2-40B4-BE49-F238E27FC236}">
                      <a16:creationId xmlns:a16="http://schemas.microsoft.com/office/drawing/2014/main" id="{65D47040-2A96-AC86-3DBA-817031B0C116}"/>
                    </a:ext>
                  </a:extLst>
                </p:cNvPr>
                <p:cNvSpPr/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Hình chữ nhật: Góc Tròn 22">
                  <a:extLst>
                    <a:ext uri="{FF2B5EF4-FFF2-40B4-BE49-F238E27FC236}">
                      <a16:creationId xmlns:a16="http://schemas.microsoft.com/office/drawing/2014/main" id="{65D47040-2A96-AC86-3DBA-817031B0C1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Hình chữ nhật: Góc Tròn 23">
                  <a:extLst>
                    <a:ext uri="{FF2B5EF4-FFF2-40B4-BE49-F238E27FC236}">
                      <a16:creationId xmlns:a16="http://schemas.microsoft.com/office/drawing/2014/main" id="{914D289A-9FE8-1057-EAA4-0F11E97A189C}"/>
                    </a:ext>
                  </a:extLst>
                </p:cNvPr>
                <p:cNvSpPr/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′′′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" name="Hình chữ nhật: Góc Tròn 23">
                  <a:extLst>
                    <a:ext uri="{FF2B5EF4-FFF2-40B4-BE49-F238E27FC236}">
                      <a16:creationId xmlns:a16="http://schemas.microsoft.com/office/drawing/2014/main" id="{914D289A-9FE8-1057-EAA4-0F11E97A18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46">
              <a:extLst>
                <a:ext uri="{FF2B5EF4-FFF2-40B4-BE49-F238E27FC236}">
                  <a16:creationId xmlns:a16="http://schemas.microsoft.com/office/drawing/2014/main" id="{28A4A80D-4EED-6EAD-B5AB-2D940C209B8A}"/>
                </a:ext>
              </a:extLst>
            </p:cNvPr>
            <p:cNvSpPr txBox="1"/>
            <p:nvPr/>
          </p:nvSpPr>
          <p:spPr>
            <a:xfrm>
              <a:off x="4290957" y="5957324"/>
              <a:ext cx="3644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…</a:t>
              </a:r>
            </a:p>
          </p:txBody>
        </p:sp>
      </p:grpSp>
      <p:grpSp>
        <p:nvGrpSpPr>
          <p:cNvPr id="40" name="Nhóm 39">
            <a:extLst>
              <a:ext uri="{FF2B5EF4-FFF2-40B4-BE49-F238E27FC236}">
                <a16:creationId xmlns:a16="http://schemas.microsoft.com/office/drawing/2014/main" id="{A435CAAE-F9EE-F285-3519-A79B17221879}"/>
              </a:ext>
            </a:extLst>
          </p:cNvPr>
          <p:cNvGrpSpPr/>
          <p:nvPr/>
        </p:nvGrpSpPr>
        <p:grpSpPr>
          <a:xfrm>
            <a:off x="9502407" y="3762206"/>
            <a:ext cx="433245" cy="1260047"/>
            <a:chOff x="9332817" y="3114402"/>
            <a:chExt cx="433245" cy="1260047"/>
          </a:xfrm>
        </p:grpSpPr>
        <p:sp>
          <p:nvSpPr>
            <p:cNvPr id="38" name="Arrow: Right 50">
              <a:extLst>
                <a:ext uri="{FF2B5EF4-FFF2-40B4-BE49-F238E27FC236}">
                  <a16:creationId xmlns:a16="http://schemas.microsoft.com/office/drawing/2014/main" id="{867FAAB6-A8D1-A390-5951-8FC3AB726D2E}"/>
                </a:ext>
              </a:extLst>
            </p:cNvPr>
            <p:cNvSpPr/>
            <p:nvPr/>
          </p:nvSpPr>
          <p:spPr>
            <a:xfrm rot="13657088">
              <a:off x="8824387" y="3622832"/>
              <a:ext cx="1260047" cy="243187"/>
            </a:xfrm>
            <a:prstGeom prst="rightArrow">
              <a:avLst>
                <a:gd name="adj1" fmla="val 41916"/>
                <a:gd name="adj2" fmla="val 50000"/>
              </a:avLst>
            </a:prstGeom>
            <a:solidFill>
              <a:srgbClr val="215F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51">
              <a:extLst>
                <a:ext uri="{FF2B5EF4-FFF2-40B4-BE49-F238E27FC236}">
                  <a16:creationId xmlns:a16="http://schemas.microsoft.com/office/drawing/2014/main" id="{0A3D1C85-A52D-4FA0-A714-60DC68F64DAE}"/>
                </a:ext>
              </a:extLst>
            </p:cNvPr>
            <p:cNvSpPr txBox="1"/>
            <p:nvPr/>
          </p:nvSpPr>
          <p:spPr>
            <a:xfrm rot="2896448">
              <a:off x="9154720" y="3535833"/>
              <a:ext cx="9456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>
                  <a:solidFill>
                    <a:srgbClr val="215F9A"/>
                  </a:solidFill>
                </a:rPr>
                <a:t>candidates</a:t>
              </a:r>
            </a:p>
          </p:txBody>
        </p:sp>
      </p:grpSp>
      <p:grpSp>
        <p:nvGrpSpPr>
          <p:cNvPr id="26" name="Nhóm 25">
            <a:extLst>
              <a:ext uri="{FF2B5EF4-FFF2-40B4-BE49-F238E27FC236}">
                <a16:creationId xmlns:a16="http://schemas.microsoft.com/office/drawing/2014/main" id="{3E3501EC-F736-FD05-C170-0E1C69895C72}"/>
              </a:ext>
            </a:extLst>
          </p:cNvPr>
          <p:cNvGrpSpPr/>
          <p:nvPr/>
        </p:nvGrpSpPr>
        <p:grpSpPr>
          <a:xfrm>
            <a:off x="8651028" y="4719308"/>
            <a:ext cx="3097950" cy="1723909"/>
            <a:chOff x="2935489" y="5240770"/>
            <a:chExt cx="3097950" cy="1723909"/>
          </a:xfrm>
        </p:grpSpPr>
        <p:sp>
          <p:nvSpPr>
            <p:cNvPr id="28" name="Rectangle: Rounded Corners 13">
              <a:extLst>
                <a:ext uri="{FF2B5EF4-FFF2-40B4-BE49-F238E27FC236}">
                  <a16:creationId xmlns:a16="http://schemas.microsoft.com/office/drawing/2014/main" id="{4F06A1E1-15EA-406D-8193-542D25129C50}"/>
                </a:ext>
              </a:extLst>
            </p:cNvPr>
            <p:cNvSpPr/>
            <p:nvPr/>
          </p:nvSpPr>
          <p:spPr>
            <a:xfrm>
              <a:off x="2935489" y="5240770"/>
              <a:ext cx="3097950" cy="1723909"/>
            </a:xfrm>
            <a:prstGeom prst="roundRect">
              <a:avLst/>
            </a:prstGeom>
            <a:solidFill>
              <a:srgbClr val="ECF3F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rgbClr val="215F9A"/>
                </a:solidFill>
              </a:endParaRPr>
            </a:p>
          </p:txBody>
        </p:sp>
        <p:sp>
          <p:nvSpPr>
            <p:cNvPr id="30" name="TextBox 46">
              <a:extLst>
                <a:ext uri="{FF2B5EF4-FFF2-40B4-BE49-F238E27FC236}">
                  <a16:creationId xmlns:a16="http://schemas.microsoft.com/office/drawing/2014/main" id="{14B833C7-1A31-A4DE-D5BF-5AA86205B370}"/>
                </a:ext>
              </a:extLst>
            </p:cNvPr>
            <p:cNvSpPr txBox="1"/>
            <p:nvPr/>
          </p:nvSpPr>
          <p:spPr>
            <a:xfrm>
              <a:off x="3313156" y="6203669"/>
              <a:ext cx="24157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Constructed blocks via “cycle removal”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Hình chữ nhật: Góc Tròn 30">
                  <a:extLst>
                    <a:ext uri="{FF2B5EF4-FFF2-40B4-BE49-F238E27FC236}">
                      <a16:creationId xmlns:a16="http://schemas.microsoft.com/office/drawing/2014/main" id="{1A766B9D-4A27-FAA0-263E-FE399A83FFB6}"/>
                    </a:ext>
                  </a:extLst>
                </p:cNvPr>
                <p:cNvSpPr/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Hình chữ nhật: Góc Tròn 30">
                  <a:extLst>
                    <a:ext uri="{FF2B5EF4-FFF2-40B4-BE49-F238E27FC236}">
                      <a16:creationId xmlns:a16="http://schemas.microsoft.com/office/drawing/2014/main" id="{1A766B9D-4A27-FAA0-263E-FE399A83FF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Hình chữ nhật: Góc Tròn 31">
                  <a:extLst>
                    <a:ext uri="{FF2B5EF4-FFF2-40B4-BE49-F238E27FC236}">
                      <a16:creationId xmlns:a16="http://schemas.microsoft.com/office/drawing/2014/main" id="{378FC06B-48D0-90AB-D49D-9CC88131656A}"/>
                    </a:ext>
                  </a:extLst>
                </p:cNvPr>
                <p:cNvSpPr/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" name="Hình chữ nhật: Góc Tròn 31">
                  <a:extLst>
                    <a:ext uri="{FF2B5EF4-FFF2-40B4-BE49-F238E27FC236}">
                      <a16:creationId xmlns:a16="http://schemas.microsoft.com/office/drawing/2014/main" id="{378FC06B-48D0-90AB-D49D-9CC8813165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Hình chữ nhật: Góc Tròn 32">
                  <a:extLst>
                    <a:ext uri="{FF2B5EF4-FFF2-40B4-BE49-F238E27FC236}">
                      <a16:creationId xmlns:a16="http://schemas.microsoft.com/office/drawing/2014/main" id="{FFFC09C5-F51B-F4F8-DA97-A927E8A7921F}"/>
                    </a:ext>
                  </a:extLst>
                </p:cNvPr>
                <p:cNvSpPr/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′′′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" name="Hình chữ nhật: Góc Tròn 32">
                  <a:extLst>
                    <a:ext uri="{FF2B5EF4-FFF2-40B4-BE49-F238E27FC236}">
                      <a16:creationId xmlns:a16="http://schemas.microsoft.com/office/drawing/2014/main" id="{FFFC09C5-F51B-F4F8-DA97-A927E8A792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TextBox 46">
              <a:extLst>
                <a:ext uri="{FF2B5EF4-FFF2-40B4-BE49-F238E27FC236}">
                  <a16:creationId xmlns:a16="http://schemas.microsoft.com/office/drawing/2014/main" id="{5B3A2719-3832-DD59-EB43-D92D287279D4}"/>
                </a:ext>
              </a:extLst>
            </p:cNvPr>
            <p:cNvSpPr txBox="1"/>
            <p:nvPr/>
          </p:nvSpPr>
          <p:spPr>
            <a:xfrm>
              <a:off x="4290957" y="5957324"/>
              <a:ext cx="3644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…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Hình chữ nhật: Góc Tròn 16">
                <a:extLst>
                  <a:ext uri="{FF2B5EF4-FFF2-40B4-BE49-F238E27FC236}">
                    <a16:creationId xmlns:a16="http://schemas.microsoft.com/office/drawing/2014/main" id="{CB448A58-E350-BD2D-5822-3DE9B17C324D}"/>
                  </a:ext>
                </a:extLst>
              </p:cNvPr>
              <p:cNvSpPr/>
              <p:nvPr/>
            </p:nvSpPr>
            <p:spPr>
              <a:xfrm>
                <a:off x="3092138" y="2401787"/>
                <a:ext cx="1901700" cy="589693"/>
              </a:xfrm>
              <a:prstGeom prst="roundRect">
                <a:avLst/>
              </a:prstGeom>
              <a:solidFill>
                <a:srgbClr val="FFF0C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400" i="0" dirty="0">
                          <a:solidFill>
                            <a:srgbClr val="215F9A"/>
                          </a:solidFill>
                        </a:rPr>
                        <m:t>dummy symbols</m:t>
                      </m:r>
                    </m:oMath>
                  </m:oMathPara>
                </a14:m>
                <a:endParaRPr lang="en-US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17" name="Hình chữ nhật: Góc Tròn 16">
                <a:extLst>
                  <a:ext uri="{FF2B5EF4-FFF2-40B4-BE49-F238E27FC236}">
                    <a16:creationId xmlns:a16="http://schemas.microsoft.com/office/drawing/2014/main" id="{CB448A58-E350-BD2D-5822-3DE9B17C32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138" y="2401787"/>
                <a:ext cx="1901700" cy="589693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Nhóm 19">
            <a:extLst>
              <a:ext uri="{FF2B5EF4-FFF2-40B4-BE49-F238E27FC236}">
                <a16:creationId xmlns:a16="http://schemas.microsoft.com/office/drawing/2014/main" id="{8E82415C-70FA-2388-BE53-505F85EEAABF}"/>
              </a:ext>
            </a:extLst>
          </p:cNvPr>
          <p:cNvGrpSpPr/>
          <p:nvPr/>
        </p:nvGrpSpPr>
        <p:grpSpPr>
          <a:xfrm>
            <a:off x="3869893" y="2991480"/>
            <a:ext cx="1106543" cy="521879"/>
            <a:chOff x="5687556" y="2376941"/>
            <a:chExt cx="1106543" cy="521879"/>
          </a:xfrm>
        </p:grpSpPr>
        <p:sp>
          <p:nvSpPr>
            <p:cNvPr id="18" name="Arrow: Right 50">
              <a:extLst>
                <a:ext uri="{FF2B5EF4-FFF2-40B4-BE49-F238E27FC236}">
                  <a16:creationId xmlns:a16="http://schemas.microsoft.com/office/drawing/2014/main" id="{C659989B-DCE0-6E28-6122-0635B96FB254}"/>
                </a:ext>
              </a:extLst>
            </p:cNvPr>
            <p:cNvSpPr/>
            <p:nvPr/>
          </p:nvSpPr>
          <p:spPr>
            <a:xfrm rot="5400000">
              <a:off x="5548210" y="2516287"/>
              <a:ext cx="521879" cy="243187"/>
            </a:xfrm>
            <a:prstGeom prst="rightArrow">
              <a:avLst>
                <a:gd name="adj1" fmla="val 41916"/>
                <a:gd name="adj2" fmla="val 50000"/>
              </a:avLst>
            </a:prstGeom>
            <a:solidFill>
              <a:srgbClr val="215F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51">
              <a:extLst>
                <a:ext uri="{FF2B5EF4-FFF2-40B4-BE49-F238E27FC236}">
                  <a16:creationId xmlns:a16="http://schemas.microsoft.com/office/drawing/2014/main" id="{11DEA251-2B54-D179-E0DA-C202846CF3A2}"/>
                </a:ext>
              </a:extLst>
            </p:cNvPr>
            <p:cNvSpPr txBox="1"/>
            <p:nvPr/>
          </p:nvSpPr>
          <p:spPr>
            <a:xfrm>
              <a:off x="5848414" y="2468483"/>
              <a:ext cx="9456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>
                  <a:solidFill>
                    <a:srgbClr val="215F9A"/>
                  </a:solidFill>
                </a:rPr>
                <a:t>candidates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Hình chữ nhật: Góc Tròn 20">
                <a:extLst>
                  <a:ext uri="{FF2B5EF4-FFF2-40B4-BE49-F238E27FC236}">
                    <a16:creationId xmlns:a16="http://schemas.microsoft.com/office/drawing/2014/main" id="{68A72425-B495-47E6-DF52-4BAB74E68135}"/>
                  </a:ext>
                </a:extLst>
              </p:cNvPr>
              <p:cNvSpPr/>
              <p:nvPr/>
            </p:nvSpPr>
            <p:spPr>
              <a:xfrm>
                <a:off x="5079917" y="2376201"/>
                <a:ext cx="1901700" cy="589693"/>
              </a:xfrm>
              <a:prstGeom prst="roundRect">
                <a:avLst/>
              </a:prstGeom>
              <a:solidFill>
                <a:srgbClr val="FFF0C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400" i="0" dirty="0">
                          <a:solidFill>
                            <a:srgbClr val="215F9A"/>
                          </a:solidFill>
                        </a:rPr>
                        <m:t>dummy symbols</m:t>
                      </m:r>
                    </m:oMath>
                  </m:oMathPara>
                </a14:m>
                <a:endParaRPr lang="en-US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21" name="Hình chữ nhật: Góc Tròn 20">
                <a:extLst>
                  <a:ext uri="{FF2B5EF4-FFF2-40B4-BE49-F238E27FC236}">
                    <a16:creationId xmlns:a16="http://schemas.microsoft.com/office/drawing/2014/main" id="{68A72425-B495-47E6-DF52-4BAB74E681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917" y="2376201"/>
                <a:ext cx="1901700" cy="589693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Nhóm 21">
            <a:extLst>
              <a:ext uri="{FF2B5EF4-FFF2-40B4-BE49-F238E27FC236}">
                <a16:creationId xmlns:a16="http://schemas.microsoft.com/office/drawing/2014/main" id="{53BF53DF-AC51-026E-C79C-E71905B54D7F}"/>
              </a:ext>
            </a:extLst>
          </p:cNvPr>
          <p:cNvGrpSpPr/>
          <p:nvPr/>
        </p:nvGrpSpPr>
        <p:grpSpPr>
          <a:xfrm>
            <a:off x="5857672" y="2965894"/>
            <a:ext cx="1106543" cy="521879"/>
            <a:chOff x="5687556" y="2376941"/>
            <a:chExt cx="1106543" cy="521879"/>
          </a:xfrm>
        </p:grpSpPr>
        <p:sp>
          <p:nvSpPr>
            <p:cNvPr id="27" name="Arrow: Right 50">
              <a:extLst>
                <a:ext uri="{FF2B5EF4-FFF2-40B4-BE49-F238E27FC236}">
                  <a16:creationId xmlns:a16="http://schemas.microsoft.com/office/drawing/2014/main" id="{7D73A913-2B98-CD75-618D-62DFD049704F}"/>
                </a:ext>
              </a:extLst>
            </p:cNvPr>
            <p:cNvSpPr/>
            <p:nvPr/>
          </p:nvSpPr>
          <p:spPr>
            <a:xfrm rot="5400000">
              <a:off x="5548210" y="2516287"/>
              <a:ext cx="521879" cy="243187"/>
            </a:xfrm>
            <a:prstGeom prst="rightArrow">
              <a:avLst>
                <a:gd name="adj1" fmla="val 41916"/>
                <a:gd name="adj2" fmla="val 50000"/>
              </a:avLst>
            </a:prstGeom>
            <a:solidFill>
              <a:srgbClr val="215F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51">
              <a:extLst>
                <a:ext uri="{FF2B5EF4-FFF2-40B4-BE49-F238E27FC236}">
                  <a16:creationId xmlns:a16="http://schemas.microsoft.com/office/drawing/2014/main" id="{FBB31718-F937-84E2-7850-520438D04740}"/>
                </a:ext>
              </a:extLst>
            </p:cNvPr>
            <p:cNvSpPr txBox="1"/>
            <p:nvPr/>
          </p:nvSpPr>
          <p:spPr>
            <a:xfrm>
              <a:off x="5848414" y="2468483"/>
              <a:ext cx="9456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>
                  <a:solidFill>
                    <a:srgbClr val="215F9A"/>
                  </a:solidFill>
                </a:rPr>
                <a:t>candidates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Hình chữ nhật: Góc Tròn 41">
                <a:extLst>
                  <a:ext uri="{FF2B5EF4-FFF2-40B4-BE49-F238E27FC236}">
                    <a16:creationId xmlns:a16="http://schemas.microsoft.com/office/drawing/2014/main" id="{9EE61C77-682C-97B3-4137-0F2696E86342}"/>
                  </a:ext>
                </a:extLst>
              </p:cNvPr>
              <p:cNvSpPr/>
              <p:nvPr/>
            </p:nvSpPr>
            <p:spPr>
              <a:xfrm>
                <a:off x="7241726" y="2384551"/>
                <a:ext cx="1901700" cy="589693"/>
              </a:xfrm>
              <a:prstGeom prst="roundRect">
                <a:avLst/>
              </a:prstGeom>
              <a:solidFill>
                <a:srgbClr val="FFF0C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400" i="0" dirty="0">
                          <a:solidFill>
                            <a:srgbClr val="215F9A"/>
                          </a:solidFill>
                        </a:rPr>
                        <m:t>dummy symbols</m:t>
                      </m:r>
                    </m:oMath>
                  </m:oMathPara>
                </a14:m>
                <a:endParaRPr lang="en-US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42" name="Hình chữ nhật: Góc Tròn 41">
                <a:extLst>
                  <a:ext uri="{FF2B5EF4-FFF2-40B4-BE49-F238E27FC236}">
                    <a16:creationId xmlns:a16="http://schemas.microsoft.com/office/drawing/2014/main" id="{9EE61C77-682C-97B3-4137-0F2696E863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726" y="2384551"/>
                <a:ext cx="1901700" cy="589693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Nhóm 42">
            <a:extLst>
              <a:ext uri="{FF2B5EF4-FFF2-40B4-BE49-F238E27FC236}">
                <a16:creationId xmlns:a16="http://schemas.microsoft.com/office/drawing/2014/main" id="{DA1E7358-91B1-0025-E850-6FC5730D49EB}"/>
              </a:ext>
            </a:extLst>
          </p:cNvPr>
          <p:cNvGrpSpPr/>
          <p:nvPr/>
        </p:nvGrpSpPr>
        <p:grpSpPr>
          <a:xfrm>
            <a:off x="8019481" y="2974244"/>
            <a:ext cx="1106543" cy="521879"/>
            <a:chOff x="5687556" y="2376941"/>
            <a:chExt cx="1106543" cy="521879"/>
          </a:xfrm>
        </p:grpSpPr>
        <p:sp>
          <p:nvSpPr>
            <p:cNvPr id="44" name="Arrow: Right 50">
              <a:extLst>
                <a:ext uri="{FF2B5EF4-FFF2-40B4-BE49-F238E27FC236}">
                  <a16:creationId xmlns:a16="http://schemas.microsoft.com/office/drawing/2014/main" id="{DB837F1F-0B5C-3D0A-30F0-C543CF95AD9F}"/>
                </a:ext>
              </a:extLst>
            </p:cNvPr>
            <p:cNvSpPr/>
            <p:nvPr/>
          </p:nvSpPr>
          <p:spPr>
            <a:xfrm rot="5400000">
              <a:off x="5548210" y="2516287"/>
              <a:ext cx="521879" cy="243187"/>
            </a:xfrm>
            <a:prstGeom prst="rightArrow">
              <a:avLst>
                <a:gd name="adj1" fmla="val 41916"/>
                <a:gd name="adj2" fmla="val 50000"/>
              </a:avLst>
            </a:prstGeom>
            <a:solidFill>
              <a:srgbClr val="215F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51">
              <a:extLst>
                <a:ext uri="{FF2B5EF4-FFF2-40B4-BE49-F238E27FC236}">
                  <a16:creationId xmlns:a16="http://schemas.microsoft.com/office/drawing/2014/main" id="{E93BAC7C-2612-1749-E08D-79ED70502E53}"/>
                </a:ext>
              </a:extLst>
            </p:cNvPr>
            <p:cNvSpPr txBox="1"/>
            <p:nvPr/>
          </p:nvSpPr>
          <p:spPr>
            <a:xfrm>
              <a:off x="5848414" y="2468483"/>
              <a:ext cx="9456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>
                  <a:solidFill>
                    <a:srgbClr val="215F9A"/>
                  </a:solidFill>
                </a:rPr>
                <a:t>candidates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1121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uiExpand="1" build="allAtOnce"/>
      <p:bldP spid="17" grpId="0" animBg="1"/>
      <p:bldP spid="21" grpId="0" animBg="1"/>
      <p:bldP spid="4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alpha val="98000"/>
              </a:schemeClr>
            </a:gs>
            <a:gs pos="81000">
              <a:schemeClr val="bg2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61E2DD-6440-12FA-52E4-55B80E3FF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8DD6B-16F5-3FB6-2F6C-0D0ACDBB2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65125"/>
            <a:ext cx="11620500" cy="77787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Open questions</a:t>
            </a:r>
          </a:p>
        </p:txBody>
      </p:sp>
      <p:sp>
        <p:nvSpPr>
          <p:cNvPr id="4" name="Rectangle: Rounded Corners 4">
            <a:extLst>
              <a:ext uri="{FF2B5EF4-FFF2-40B4-BE49-F238E27FC236}">
                <a16:creationId xmlns:a16="http://schemas.microsoft.com/office/drawing/2014/main" id="{2338834D-064E-D66B-EDEB-5DAE117FD6E8}"/>
              </a:ext>
            </a:extLst>
          </p:cNvPr>
          <p:cNvSpPr/>
          <p:nvPr/>
        </p:nvSpPr>
        <p:spPr>
          <a:xfrm>
            <a:off x="1141506" y="1546345"/>
            <a:ext cx="4806002" cy="4411898"/>
          </a:xfrm>
          <a:prstGeom prst="roundRect">
            <a:avLst>
              <a:gd name="adj" fmla="val 9824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>
              <a:solidFill>
                <a:srgbClr val="215F9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ình chữ nhật: Góc Tròn 7">
                <a:extLst>
                  <a:ext uri="{FF2B5EF4-FFF2-40B4-BE49-F238E27FC236}">
                    <a16:creationId xmlns:a16="http://schemas.microsoft.com/office/drawing/2014/main" id="{1F55C08B-8B9B-CFB0-CEDF-541CD25FF783}"/>
                  </a:ext>
                </a:extLst>
              </p:cNvPr>
              <p:cNvSpPr/>
              <p:nvPr/>
            </p:nvSpPr>
            <p:spPr>
              <a:xfrm>
                <a:off x="2254519" y="1419998"/>
                <a:ext cx="2778589" cy="589693"/>
              </a:xfrm>
              <a:prstGeom prst="roundRect">
                <a:avLst/>
              </a:prstGeom>
              <a:solidFill>
                <a:srgbClr val="FFF0C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2000" b="1" i="0" dirty="0" smtClean="0">
                          <a:solidFill>
                            <a:srgbClr val="215F9A"/>
                          </a:solidFill>
                        </a:rPr>
                        <m:t>Offline settings</m:t>
                      </m:r>
                    </m:oMath>
                  </m:oMathPara>
                </a14:m>
                <a:endParaRPr lang="en-US" sz="2000" b="1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8" name="Hình chữ nhật: Góc Tròn 7">
                <a:extLst>
                  <a:ext uri="{FF2B5EF4-FFF2-40B4-BE49-F238E27FC236}">
                    <a16:creationId xmlns:a16="http://schemas.microsoft.com/office/drawing/2014/main" id="{1F55C08B-8B9B-CFB0-CEDF-541CD25FF7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519" y="1419998"/>
                <a:ext cx="2778589" cy="58969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: Rounded Corners 13">
            <a:extLst>
              <a:ext uri="{FF2B5EF4-FFF2-40B4-BE49-F238E27FC236}">
                <a16:creationId xmlns:a16="http://schemas.microsoft.com/office/drawing/2014/main" id="{2EC6DA69-78F4-BC62-4039-16DB4217135F}"/>
              </a:ext>
            </a:extLst>
          </p:cNvPr>
          <p:cNvSpPr/>
          <p:nvPr/>
        </p:nvSpPr>
        <p:spPr>
          <a:xfrm>
            <a:off x="1371616" y="2413036"/>
            <a:ext cx="4283259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>
                <a:solidFill>
                  <a:srgbClr val="215F9A"/>
                </a:solidFill>
              </a:rPr>
              <a:t>How far can we push this idea of </a:t>
            </a:r>
            <a:r>
              <a:rPr lang="en-US" i="1">
                <a:solidFill>
                  <a:srgbClr val="215F9A"/>
                </a:solidFill>
              </a:rPr>
              <a:t>local – global </a:t>
            </a:r>
            <a:r>
              <a:rPr lang="en-US">
                <a:solidFill>
                  <a:srgbClr val="215F9A"/>
                </a:solidFill>
              </a:rPr>
              <a:t>property?</a:t>
            </a:r>
          </a:p>
        </p:txBody>
      </p:sp>
      <p:sp>
        <p:nvSpPr>
          <p:cNvPr id="26" name="Rectangle: Rounded Corners 13">
            <a:extLst>
              <a:ext uri="{FF2B5EF4-FFF2-40B4-BE49-F238E27FC236}">
                <a16:creationId xmlns:a16="http://schemas.microsoft.com/office/drawing/2014/main" id="{9F540FAF-F58A-7D09-951E-F819D28011A9}"/>
              </a:ext>
            </a:extLst>
          </p:cNvPr>
          <p:cNvSpPr/>
          <p:nvPr/>
        </p:nvSpPr>
        <p:spPr>
          <a:xfrm>
            <a:off x="1371616" y="3473603"/>
            <a:ext cx="4283259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rgbClr val="215F9A"/>
                </a:solidFill>
              </a:rPr>
              <a:t>Optimal approx. alg. for Ulam rank aggregation?</a:t>
            </a:r>
          </a:p>
        </p:txBody>
      </p:sp>
      <p:sp>
        <p:nvSpPr>
          <p:cNvPr id="27" name="Rectangle: Rounded Corners 13">
            <a:extLst>
              <a:ext uri="{FF2B5EF4-FFF2-40B4-BE49-F238E27FC236}">
                <a16:creationId xmlns:a16="http://schemas.microsoft.com/office/drawing/2014/main" id="{30826B76-B55C-EBA1-B081-328B878999E7}"/>
              </a:ext>
            </a:extLst>
          </p:cNvPr>
          <p:cNvSpPr/>
          <p:nvPr/>
        </p:nvSpPr>
        <p:spPr>
          <a:xfrm>
            <a:off x="1348170" y="4534170"/>
            <a:ext cx="4283259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>
                <a:solidFill>
                  <a:srgbClr val="215F9A"/>
                </a:solidFill>
              </a:rPr>
              <a:t>How about </a:t>
            </a:r>
            <a:r>
              <a:rPr lang="en-US" i="1">
                <a:solidFill>
                  <a:srgbClr val="215F9A"/>
                </a:solidFill>
              </a:rPr>
              <a:t>edit distance</a:t>
            </a:r>
            <a:r>
              <a:rPr lang="en-US">
                <a:solidFill>
                  <a:srgbClr val="215F9A"/>
                </a:solidFill>
              </a:rPr>
              <a:t>? For </a:t>
            </a:r>
            <a:r>
              <a:rPr lang="en-US" i="1">
                <a:solidFill>
                  <a:srgbClr val="215F9A"/>
                </a:solidFill>
              </a:rPr>
              <a:t>strings</a:t>
            </a:r>
            <a:r>
              <a:rPr lang="en-US">
                <a:solidFill>
                  <a:srgbClr val="215F9A"/>
                </a:solidFill>
              </a:rPr>
              <a:t>?</a:t>
            </a:r>
          </a:p>
        </p:txBody>
      </p:sp>
      <p:sp>
        <p:nvSpPr>
          <p:cNvPr id="28" name="Rectangle: Rounded Corners 4">
            <a:extLst>
              <a:ext uri="{FF2B5EF4-FFF2-40B4-BE49-F238E27FC236}">
                <a16:creationId xmlns:a16="http://schemas.microsoft.com/office/drawing/2014/main" id="{A7E3F5AE-18A4-1775-0D94-6975166F24FB}"/>
              </a:ext>
            </a:extLst>
          </p:cNvPr>
          <p:cNvSpPr/>
          <p:nvPr/>
        </p:nvSpPr>
        <p:spPr>
          <a:xfrm>
            <a:off x="6330461" y="1546345"/>
            <a:ext cx="4806002" cy="4411898"/>
          </a:xfrm>
          <a:prstGeom prst="roundRect">
            <a:avLst>
              <a:gd name="adj" fmla="val 9824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>
              <a:solidFill>
                <a:srgbClr val="215F9A"/>
              </a:solidFill>
            </a:endParaRPr>
          </a:p>
        </p:txBody>
      </p:sp>
      <p:sp>
        <p:nvSpPr>
          <p:cNvPr id="30" name="Rectangle: Rounded Corners 13">
            <a:extLst>
              <a:ext uri="{FF2B5EF4-FFF2-40B4-BE49-F238E27FC236}">
                <a16:creationId xmlns:a16="http://schemas.microsoft.com/office/drawing/2014/main" id="{E1E1E4F0-0885-7066-B85E-72D9EB2F7BE3}"/>
              </a:ext>
            </a:extLst>
          </p:cNvPr>
          <p:cNvSpPr/>
          <p:nvPr/>
        </p:nvSpPr>
        <p:spPr>
          <a:xfrm>
            <a:off x="6560571" y="2413036"/>
            <a:ext cx="4283259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>
                <a:solidFill>
                  <a:srgbClr val="215F9A"/>
                </a:solidFill>
              </a:rPr>
              <a:t>Can we do better for Hamming, SF, or Kendall-tau?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: Rounded Corners 13">
                <a:extLst>
                  <a:ext uri="{FF2B5EF4-FFF2-40B4-BE49-F238E27FC236}">
                    <a16:creationId xmlns:a16="http://schemas.microsoft.com/office/drawing/2014/main" id="{3AE55D01-A2EF-31D0-A24E-4D3261A3D27C}"/>
                  </a:ext>
                </a:extLst>
              </p:cNvPr>
              <p:cNvSpPr/>
              <p:nvPr/>
            </p:nvSpPr>
            <p:spPr>
              <a:xfrm>
                <a:off x="6560571" y="3473603"/>
                <a:ext cx="4283259" cy="731020"/>
              </a:xfrm>
              <a:prstGeom prst="roundRect">
                <a:avLst/>
              </a:prstGeom>
              <a:solidFill>
                <a:srgbClr val="ECF3F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/>
                <a:r>
                  <a:rPr lang="en-US">
                    <a:solidFill>
                      <a:srgbClr val="215F9A"/>
                    </a:solidFill>
                  </a:rPr>
                  <a:t>Results for offline Ulam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>
                    <a:solidFill>
                      <a:srgbClr val="215F9A"/>
                    </a:solidFill>
                  </a:rPr>
                  <a:t> online Ulam ?</a:t>
                </a:r>
              </a:p>
            </p:txBody>
          </p:sp>
        </mc:Choice>
        <mc:Fallback xmlns="">
          <p:sp>
            <p:nvSpPr>
              <p:cNvPr id="31" name="Rectangle: Rounded Corners 13">
                <a:extLst>
                  <a:ext uri="{FF2B5EF4-FFF2-40B4-BE49-F238E27FC236}">
                    <a16:creationId xmlns:a16="http://schemas.microsoft.com/office/drawing/2014/main" id="{3AE55D01-A2EF-31D0-A24E-4D3261A3D2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571" y="3473603"/>
                <a:ext cx="4283259" cy="7310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Hình chữ nhật: Góc Tròn 32">
                <a:extLst>
                  <a:ext uri="{FF2B5EF4-FFF2-40B4-BE49-F238E27FC236}">
                    <a16:creationId xmlns:a16="http://schemas.microsoft.com/office/drawing/2014/main" id="{62ED6D89-0CD5-3429-79CE-12B75356EED6}"/>
                  </a:ext>
                </a:extLst>
              </p:cNvPr>
              <p:cNvSpPr/>
              <p:nvPr/>
            </p:nvSpPr>
            <p:spPr>
              <a:xfrm>
                <a:off x="7312905" y="1363723"/>
                <a:ext cx="2778589" cy="589693"/>
              </a:xfrm>
              <a:prstGeom prst="roundRect">
                <a:avLst/>
              </a:prstGeom>
              <a:solidFill>
                <a:srgbClr val="FFF0C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2000" b="1" i="0" dirty="0" smtClean="0">
                          <a:solidFill>
                            <a:srgbClr val="215F9A"/>
                          </a:solidFill>
                        </a:rPr>
                        <m:t>MPC settings</m:t>
                      </m:r>
                    </m:oMath>
                  </m:oMathPara>
                </a14:m>
                <a:endParaRPr lang="en-US" sz="2000" b="1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33" name="Hình chữ nhật: Góc Tròn 32">
                <a:extLst>
                  <a:ext uri="{FF2B5EF4-FFF2-40B4-BE49-F238E27FC236}">
                    <a16:creationId xmlns:a16="http://schemas.microsoft.com/office/drawing/2014/main" id="{62ED6D89-0CD5-3429-79CE-12B75356EE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905" y="1363723"/>
                <a:ext cx="2778589" cy="58969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3686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7" grpId="0" animBg="1"/>
      <p:bldP spid="30" grpId="0" animBg="1"/>
      <p:bldP spid="3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2C0C1-63D1-F648-59F4-50FC15205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6456546-618E-7878-8506-1E1E92237DD4}"/>
              </a:ext>
            </a:extLst>
          </p:cNvPr>
          <p:cNvSpPr/>
          <p:nvPr/>
        </p:nvSpPr>
        <p:spPr>
          <a:xfrm>
            <a:off x="1" y="2422439"/>
            <a:ext cx="12191999" cy="1750531"/>
          </a:xfrm>
          <a:prstGeom prst="rect">
            <a:avLst/>
          </a:prstGeom>
          <a:gradFill>
            <a:gsLst>
              <a:gs pos="0">
                <a:schemeClr val="accent1">
                  <a:lumMod val="97000"/>
                  <a:alpha val="6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E0DF312-7B12-DF90-F2D3-F3A8891EBA85}"/>
              </a:ext>
            </a:extLst>
          </p:cNvPr>
          <p:cNvSpPr txBox="1">
            <a:spLocks/>
          </p:cNvSpPr>
          <p:nvPr/>
        </p:nvSpPr>
        <p:spPr>
          <a:xfrm>
            <a:off x="38553" y="2527750"/>
            <a:ext cx="12191999" cy="175053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chemeClr val="bg1"/>
                </a:solidFill>
              </a:rPr>
              <a:t>Toward Fair Representation:</a:t>
            </a:r>
          </a:p>
          <a:p>
            <a:r>
              <a:rPr lang="en-US" sz="4400" b="1" dirty="0">
                <a:solidFill>
                  <a:schemeClr val="bg1"/>
                </a:solidFill>
              </a:rPr>
              <a:t>Consensus and </a:t>
            </a:r>
            <a:r>
              <a:rPr lang="en-US" sz="4400" b="1" dirty="0" err="1">
                <a:solidFill>
                  <a:schemeClr val="bg1"/>
                </a:solidFill>
              </a:rPr>
              <a:t>Clusterings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220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D8399-FF67-9C6B-89A7-8B5876203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807F-04FE-F27F-3584-FC8AE5976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135591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Toward Fair Representation: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Consensus and Clustering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99F55-C9BC-EA9A-0F22-CB36548C5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69924" cy="648634"/>
          </a:xfrm>
        </p:spPr>
        <p:txBody>
          <a:bodyPr/>
          <a:lstStyle/>
          <a:p>
            <a:r>
              <a:rPr lang="en-US" dirty="0"/>
              <a:t>Fair Consensus Clustering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BDF6DFB-07FB-E959-A546-ADF897253154}"/>
              </a:ext>
            </a:extLst>
          </p:cNvPr>
          <p:cNvSpPr txBox="1">
            <a:spLocks/>
          </p:cNvSpPr>
          <p:nvPr/>
        </p:nvSpPr>
        <p:spPr>
          <a:xfrm>
            <a:off x="838200" y="4037081"/>
            <a:ext cx="10369924" cy="648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Closest Fair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3CF182-C959-02BC-73B9-6226B55B36F1}"/>
                  </a:ext>
                </a:extLst>
              </p:cNvPr>
              <p:cNvSpPr txBox="1"/>
              <p:nvPr/>
            </p:nvSpPr>
            <p:spPr>
              <a:xfrm>
                <a:off x="1066800" y="4478620"/>
                <a:ext cx="454225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time (n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>
                    <a:solidFill>
                      <a:srgbClr val="00B050"/>
                    </a:solidFill>
                  </a:rPr>
                  <a:t>optimal</a:t>
                </a:r>
                <a:r>
                  <a:rPr lang="en-US" dirty="0"/>
                  <a:t> algorithm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lang="en-US" dirty="0"/>
                  <a:t>-approximation algorithm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General,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lang="en-US" dirty="0"/>
                  <a:t>-approximation algorithm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3CF182-C959-02BC-73B9-6226B55B3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4478620"/>
                <a:ext cx="4542252" cy="2308324"/>
              </a:xfrm>
              <a:prstGeom prst="rect">
                <a:avLst/>
              </a:prstGeom>
              <a:blipFill>
                <a:blip r:embed="rId2"/>
                <a:stretch>
                  <a:fillRect l="-1074" t="-1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E564A51F-A2F1-4F03-7B77-DFA8853EBFB0}"/>
              </a:ext>
            </a:extLst>
          </p:cNvPr>
          <p:cNvGrpSpPr/>
          <p:nvPr/>
        </p:nvGrpSpPr>
        <p:grpSpPr>
          <a:xfrm>
            <a:off x="5819509" y="4046429"/>
            <a:ext cx="2475407" cy="432191"/>
            <a:chOff x="5761688" y="3944937"/>
            <a:chExt cx="2475407" cy="43219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D59F99C-97CB-2BC2-00B6-FE15432C855B}"/>
                </a:ext>
              </a:extLst>
            </p:cNvPr>
            <p:cNvSpPr/>
            <p:nvPr/>
          </p:nvSpPr>
          <p:spPr>
            <a:xfrm>
              <a:off x="5761688" y="3944937"/>
              <a:ext cx="2475407" cy="432191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3A18847-DBD3-8882-D7B8-B3E8CABB2516}"/>
                    </a:ext>
                  </a:extLst>
                </p:cNvPr>
                <p:cNvSpPr txBox="1"/>
                <p:nvPr/>
              </p:nvSpPr>
              <p:spPr>
                <a:xfrm>
                  <a:off x="6076061" y="3976335"/>
                  <a:ext cx="1846659" cy="369332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en-US" dirty="0"/>
                    <a:t>-approximation</a:t>
                  </a: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3A18847-DBD3-8882-D7B8-B3E8CABB2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6061" y="3976335"/>
                  <a:ext cx="1846659" cy="369332"/>
                </a:xfrm>
                <a:prstGeom prst="rect">
                  <a:avLst/>
                </a:prstGeom>
                <a:blipFill>
                  <a:blip r:embed="rId3"/>
                  <a:stretch>
                    <a:fillRect t="-8197" r="-2640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CA8DAB2-DC92-BE8F-7B86-F9719CA15B2A}"/>
              </a:ext>
            </a:extLst>
          </p:cNvPr>
          <p:cNvGrpSpPr/>
          <p:nvPr/>
        </p:nvGrpSpPr>
        <p:grpSpPr>
          <a:xfrm>
            <a:off x="5609052" y="1794164"/>
            <a:ext cx="2780675" cy="527831"/>
            <a:chOff x="5456420" y="1825625"/>
            <a:chExt cx="2780675" cy="52783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16823A0-3954-1930-EA6E-38B5AEA508CC}"/>
                </a:ext>
              </a:extLst>
            </p:cNvPr>
            <p:cNvSpPr/>
            <p:nvPr/>
          </p:nvSpPr>
          <p:spPr>
            <a:xfrm>
              <a:off x="5456420" y="1825625"/>
              <a:ext cx="2780675" cy="527831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BC65162-6771-587A-C71A-E3CD177821F3}"/>
                    </a:ext>
                  </a:extLst>
                </p:cNvPr>
                <p:cNvSpPr txBox="1"/>
                <p:nvPr/>
              </p:nvSpPr>
              <p:spPr>
                <a:xfrm>
                  <a:off x="5666877" y="1917117"/>
                  <a:ext cx="24422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a14:m>
                  <a:r>
                    <a:rPr lang="en-US" dirty="0"/>
                    <a:t>-approximation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BC65162-6771-587A-C71A-E3CD177821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6877" y="1917117"/>
                  <a:ext cx="2442207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6557" r="-1500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Arrow: Down 7">
            <a:extLst>
              <a:ext uri="{FF2B5EF4-FFF2-40B4-BE49-F238E27FC236}">
                <a16:creationId xmlns:a16="http://schemas.microsoft.com/office/drawing/2014/main" id="{5E7DDC9E-AE05-794F-987B-0A6EDD0B84C9}"/>
              </a:ext>
            </a:extLst>
          </p:cNvPr>
          <p:cNvSpPr/>
          <p:nvPr/>
        </p:nvSpPr>
        <p:spPr>
          <a:xfrm rot="10800000">
            <a:off x="6757074" y="2592985"/>
            <a:ext cx="484632" cy="978408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09F430B-574D-B5EE-5C69-D1561179F1E8}"/>
                  </a:ext>
                </a:extLst>
              </p:cNvPr>
              <p:cNvSpPr txBox="1"/>
              <p:nvPr/>
            </p:nvSpPr>
            <p:spPr>
              <a:xfrm>
                <a:off x="1066800" y="2170296"/>
                <a:ext cx="4380513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-approximation algorithm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lang="en-US" dirty="0"/>
                  <a:t>-approximation algorithm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General,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US" dirty="0"/>
                  <a:t>-approximation algorithm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09F430B-574D-B5EE-5C69-D1561179F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170296"/>
                <a:ext cx="4380513" cy="2031325"/>
              </a:xfrm>
              <a:prstGeom prst="rect">
                <a:avLst/>
              </a:prstGeom>
              <a:blipFill>
                <a:blip r:embed="rId5"/>
                <a:stretch>
                  <a:fillRect l="-834" r="-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7492701A-98B2-F6C2-AEA1-37C504FFB9EA}"/>
              </a:ext>
            </a:extLst>
          </p:cNvPr>
          <p:cNvGrpSpPr/>
          <p:nvPr/>
        </p:nvGrpSpPr>
        <p:grpSpPr>
          <a:xfrm>
            <a:off x="5819508" y="5486400"/>
            <a:ext cx="1804859" cy="861934"/>
            <a:chOff x="5819508" y="5486400"/>
            <a:chExt cx="1804859" cy="861934"/>
          </a:xfrm>
        </p:grpSpPr>
        <p:sp>
          <p:nvSpPr>
            <p:cNvPr id="14" name="Left Brace 13">
              <a:extLst>
                <a:ext uri="{FF2B5EF4-FFF2-40B4-BE49-F238E27FC236}">
                  <a16:creationId xmlns:a16="http://schemas.microsoft.com/office/drawing/2014/main" id="{CE7F9C43-4FEC-8E5C-1BD9-DD7F778159E3}"/>
                </a:ext>
              </a:extLst>
            </p:cNvPr>
            <p:cNvSpPr/>
            <p:nvPr/>
          </p:nvSpPr>
          <p:spPr>
            <a:xfrm rot="10800000">
              <a:off x="5819508" y="5486400"/>
              <a:ext cx="314373" cy="861934"/>
            </a:xfrm>
            <a:prstGeom prst="leftBrac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lowchart: Alternate Process 15">
              <a:extLst>
                <a:ext uri="{FF2B5EF4-FFF2-40B4-BE49-F238E27FC236}">
                  <a16:creationId xmlns:a16="http://schemas.microsoft.com/office/drawing/2014/main" id="{48BD00FD-D7BE-BA4C-9224-8B29723459EE}"/>
                </a:ext>
              </a:extLst>
            </p:cNvPr>
            <p:cNvSpPr/>
            <p:nvPr/>
          </p:nvSpPr>
          <p:spPr>
            <a:xfrm>
              <a:off x="6456856" y="5635889"/>
              <a:ext cx="1167511" cy="612648"/>
            </a:xfrm>
            <a:prstGeom prst="flowChartAlternateProcess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NP-hard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9660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2BF73-5464-1CFC-4084-E365A5DE9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1B159-6744-4D26-9E6F-93489D970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135591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Toward Fair Representation: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Consensus and Clustering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89CBD3-AF9B-83EA-938F-FD118C0D8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69924" cy="648634"/>
          </a:xfrm>
        </p:spPr>
        <p:txBody>
          <a:bodyPr/>
          <a:lstStyle/>
          <a:p>
            <a:r>
              <a:rPr lang="en-US" dirty="0"/>
              <a:t>Fair Consensus Clustering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0D43201-7C97-0A45-BD06-B2BE8E93FB62}"/>
              </a:ext>
            </a:extLst>
          </p:cNvPr>
          <p:cNvSpPr txBox="1">
            <a:spLocks/>
          </p:cNvSpPr>
          <p:nvPr/>
        </p:nvSpPr>
        <p:spPr>
          <a:xfrm>
            <a:off x="838200" y="4037081"/>
            <a:ext cx="10369924" cy="648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Closest Fair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CA7890-34A4-645F-D4D8-7917E0BC8E42}"/>
                  </a:ext>
                </a:extLst>
              </p:cNvPr>
              <p:cNvSpPr txBox="1"/>
              <p:nvPr/>
            </p:nvSpPr>
            <p:spPr>
              <a:xfrm>
                <a:off x="1066800" y="4478620"/>
                <a:ext cx="454225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time (</a:t>
                </a:r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n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>
                    <a:solidFill>
                      <a:srgbClr val="00B050"/>
                    </a:solidFill>
                  </a:rPr>
                  <a:t>optimal</a:t>
                </a:r>
                <a:r>
                  <a:rPr lang="en-US" dirty="0"/>
                  <a:t> algorithm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lang="en-US" dirty="0"/>
                  <a:t>-approximation algorithm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General,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lang="en-US" dirty="0"/>
                  <a:t>-approximation algorithm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CA7890-34A4-645F-D4D8-7917E0BC8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4478620"/>
                <a:ext cx="4542252" cy="2308324"/>
              </a:xfrm>
              <a:prstGeom prst="rect">
                <a:avLst/>
              </a:prstGeom>
              <a:blipFill>
                <a:blip r:embed="rId2"/>
                <a:stretch>
                  <a:fillRect l="-1074" t="-1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DD15A3E8-9273-3804-513F-82E45FA3D2CC}"/>
              </a:ext>
            </a:extLst>
          </p:cNvPr>
          <p:cNvGrpSpPr/>
          <p:nvPr/>
        </p:nvGrpSpPr>
        <p:grpSpPr>
          <a:xfrm>
            <a:off x="5819509" y="4046429"/>
            <a:ext cx="2475407" cy="432191"/>
            <a:chOff x="5761688" y="3944937"/>
            <a:chExt cx="2475407" cy="43219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B2C7263-BC99-B9A3-1203-3DC80DF5F104}"/>
                </a:ext>
              </a:extLst>
            </p:cNvPr>
            <p:cNvSpPr/>
            <p:nvPr/>
          </p:nvSpPr>
          <p:spPr>
            <a:xfrm>
              <a:off x="5761688" y="3944937"/>
              <a:ext cx="2475407" cy="432191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959C2E85-1C79-9B73-77B6-A79903270D4B}"/>
                    </a:ext>
                  </a:extLst>
                </p:cNvPr>
                <p:cNvSpPr txBox="1"/>
                <p:nvPr/>
              </p:nvSpPr>
              <p:spPr>
                <a:xfrm>
                  <a:off x="6076061" y="3976335"/>
                  <a:ext cx="1846659" cy="369332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en-US" dirty="0"/>
                    <a:t>-approximation</a:t>
                  </a: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959C2E85-1C79-9B73-77B6-A79903270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6061" y="3976335"/>
                  <a:ext cx="1846659" cy="369332"/>
                </a:xfrm>
                <a:prstGeom prst="rect">
                  <a:avLst/>
                </a:prstGeom>
                <a:blipFill>
                  <a:blip r:embed="rId3"/>
                  <a:stretch>
                    <a:fillRect t="-8197" r="-2640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6D2D295-7AB4-EC7D-5AD7-D1E80D60B7A0}"/>
              </a:ext>
            </a:extLst>
          </p:cNvPr>
          <p:cNvGrpSpPr/>
          <p:nvPr/>
        </p:nvGrpSpPr>
        <p:grpSpPr>
          <a:xfrm>
            <a:off x="5609052" y="1794164"/>
            <a:ext cx="2780675" cy="527831"/>
            <a:chOff x="5456420" y="1825625"/>
            <a:chExt cx="2780675" cy="52783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38D9AC1-A6C2-E889-C5F9-F5AF1D753899}"/>
                </a:ext>
              </a:extLst>
            </p:cNvPr>
            <p:cNvSpPr/>
            <p:nvPr/>
          </p:nvSpPr>
          <p:spPr>
            <a:xfrm>
              <a:off x="5456420" y="1825625"/>
              <a:ext cx="2780675" cy="527831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5ED9786-D9E7-9054-4884-3899230CD9E5}"/>
                    </a:ext>
                  </a:extLst>
                </p:cNvPr>
                <p:cNvSpPr txBox="1"/>
                <p:nvPr/>
              </p:nvSpPr>
              <p:spPr>
                <a:xfrm>
                  <a:off x="5666877" y="1917117"/>
                  <a:ext cx="24422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2+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a14:m>
                  <a:r>
                    <a:rPr lang="en-US" dirty="0"/>
                    <a:t>-approximation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5ED9786-D9E7-9054-4884-3899230CD9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6877" y="1917117"/>
                  <a:ext cx="2442207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6557" r="-1500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Arrow: Down 7">
            <a:extLst>
              <a:ext uri="{FF2B5EF4-FFF2-40B4-BE49-F238E27FC236}">
                <a16:creationId xmlns:a16="http://schemas.microsoft.com/office/drawing/2014/main" id="{66E75A20-28F2-02B0-3B72-3BA7F6D08D6A}"/>
              </a:ext>
            </a:extLst>
          </p:cNvPr>
          <p:cNvSpPr/>
          <p:nvPr/>
        </p:nvSpPr>
        <p:spPr>
          <a:xfrm rot="10800000">
            <a:off x="6757074" y="2592985"/>
            <a:ext cx="484632" cy="978408"/>
          </a:xfrm>
          <a:prstGeom prst="downArrow">
            <a:avLst/>
          </a:prstGeom>
          <a:solidFill>
            <a:srgbClr val="00B050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42F65A-2D6C-B2EC-C664-2145A0D80D20}"/>
                  </a:ext>
                </a:extLst>
              </p:cNvPr>
              <p:cNvSpPr txBox="1"/>
              <p:nvPr/>
            </p:nvSpPr>
            <p:spPr>
              <a:xfrm>
                <a:off x="1066800" y="2170296"/>
                <a:ext cx="4380513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-approximation algorithm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lang="en-US" dirty="0"/>
                  <a:t>-approximation algorithm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General,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US" dirty="0"/>
                  <a:t>-approximation algorithm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42F65A-2D6C-B2EC-C664-2145A0D80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170296"/>
                <a:ext cx="4380513" cy="2031325"/>
              </a:xfrm>
              <a:prstGeom prst="rect">
                <a:avLst/>
              </a:prstGeom>
              <a:blipFill>
                <a:blip r:embed="rId5"/>
                <a:stretch>
                  <a:fillRect l="-834" r="-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5B959270-F3AD-6053-5EA4-2025E3A4036A}"/>
              </a:ext>
            </a:extLst>
          </p:cNvPr>
          <p:cNvGrpSpPr/>
          <p:nvPr/>
        </p:nvGrpSpPr>
        <p:grpSpPr>
          <a:xfrm>
            <a:off x="5819508" y="5486400"/>
            <a:ext cx="1804859" cy="861934"/>
            <a:chOff x="5819508" y="5486400"/>
            <a:chExt cx="1804859" cy="861934"/>
          </a:xfrm>
        </p:grpSpPr>
        <p:sp>
          <p:nvSpPr>
            <p:cNvPr id="14" name="Left Brace 13">
              <a:extLst>
                <a:ext uri="{FF2B5EF4-FFF2-40B4-BE49-F238E27FC236}">
                  <a16:creationId xmlns:a16="http://schemas.microsoft.com/office/drawing/2014/main" id="{45DE2147-1C38-7807-5015-9586716F39AC}"/>
                </a:ext>
              </a:extLst>
            </p:cNvPr>
            <p:cNvSpPr/>
            <p:nvPr/>
          </p:nvSpPr>
          <p:spPr>
            <a:xfrm rot="10800000">
              <a:off x="5819508" y="5486400"/>
              <a:ext cx="314373" cy="861934"/>
            </a:xfrm>
            <a:prstGeom prst="leftBrac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lowchart: Alternate Process 15">
              <a:extLst>
                <a:ext uri="{FF2B5EF4-FFF2-40B4-BE49-F238E27FC236}">
                  <a16:creationId xmlns:a16="http://schemas.microsoft.com/office/drawing/2014/main" id="{0F5DA071-42E7-0FEC-2EC4-0C0C79E63FDA}"/>
                </a:ext>
              </a:extLst>
            </p:cNvPr>
            <p:cNvSpPr/>
            <p:nvPr/>
          </p:nvSpPr>
          <p:spPr>
            <a:xfrm>
              <a:off x="6456856" y="5635889"/>
              <a:ext cx="1167511" cy="612648"/>
            </a:xfrm>
            <a:prstGeom prst="flowChartAlternateProcess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NP-hard</a:t>
              </a:r>
            </a:p>
          </p:txBody>
        </p: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7841577-FC1A-A440-629A-465D62549A09}"/>
              </a:ext>
            </a:extLst>
          </p:cNvPr>
          <p:cNvSpPr/>
          <p:nvPr/>
        </p:nvSpPr>
        <p:spPr>
          <a:xfrm>
            <a:off x="894480" y="1748042"/>
            <a:ext cx="7860527" cy="2081944"/>
          </a:xfrm>
          <a:prstGeom prst="round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E8B5A25-A80A-990E-0FD3-D3E42F4B1250}"/>
              </a:ext>
            </a:extLst>
          </p:cNvPr>
          <p:cNvSpPr/>
          <p:nvPr/>
        </p:nvSpPr>
        <p:spPr>
          <a:xfrm>
            <a:off x="838199" y="5486400"/>
            <a:ext cx="7860527" cy="1246961"/>
          </a:xfrm>
          <a:prstGeom prst="roundRect">
            <a:avLst/>
          </a:prstGeom>
          <a:solidFill>
            <a:schemeClr val="bg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803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B9C63-BBD7-605D-CB0A-12B229428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oup 177">
            <a:extLst>
              <a:ext uri="{FF2B5EF4-FFF2-40B4-BE49-F238E27FC236}">
                <a16:creationId xmlns:a16="http://schemas.microsoft.com/office/drawing/2014/main" id="{E87EC194-988D-AD3F-9860-56CC52B16ACB}"/>
              </a:ext>
            </a:extLst>
          </p:cNvPr>
          <p:cNvGrpSpPr/>
          <p:nvPr/>
        </p:nvGrpSpPr>
        <p:grpSpPr>
          <a:xfrm>
            <a:off x="985658" y="2999233"/>
            <a:ext cx="1938680" cy="1452281"/>
            <a:chOff x="410136" y="1580030"/>
            <a:chExt cx="4524935" cy="3348318"/>
          </a:xfrm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A12A79A5-128E-FC9E-D518-04A692AAFE77}"/>
                </a:ext>
              </a:extLst>
            </p:cNvPr>
            <p:cNvSpPr/>
            <p:nvPr/>
          </p:nvSpPr>
          <p:spPr>
            <a:xfrm>
              <a:off x="410136" y="1580030"/>
              <a:ext cx="4524935" cy="334831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6659D2D4-C033-DC73-5AB5-5F03B48330CF}"/>
                </a:ext>
              </a:extLst>
            </p:cNvPr>
            <p:cNvSpPr/>
            <p:nvPr/>
          </p:nvSpPr>
          <p:spPr>
            <a:xfrm>
              <a:off x="1815354" y="188258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D23F1A4D-27C6-11C0-9A6C-536D1A9B0B72}"/>
                </a:ext>
              </a:extLst>
            </p:cNvPr>
            <p:cNvSpPr/>
            <p:nvPr/>
          </p:nvSpPr>
          <p:spPr>
            <a:xfrm>
              <a:off x="690283" y="287991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08EA21EB-3C3B-2945-A08A-B248BC7CB243}"/>
                </a:ext>
              </a:extLst>
            </p:cNvPr>
            <p:cNvSpPr/>
            <p:nvPr/>
          </p:nvSpPr>
          <p:spPr>
            <a:xfrm>
              <a:off x="1498508" y="324466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05D424FF-D35F-E60A-49BD-3BFED98DE3E4}"/>
                </a:ext>
              </a:extLst>
            </p:cNvPr>
            <p:cNvSpPr/>
            <p:nvPr/>
          </p:nvSpPr>
          <p:spPr>
            <a:xfrm>
              <a:off x="1855696" y="2559425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64397EA-FF94-E28B-E454-B48C17D0B21B}"/>
                </a:ext>
              </a:extLst>
            </p:cNvPr>
            <p:cNvSpPr/>
            <p:nvPr/>
          </p:nvSpPr>
          <p:spPr>
            <a:xfrm>
              <a:off x="2058523" y="31970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9C097714-8B8E-B8FA-A35F-C38BEEE731AA}"/>
                </a:ext>
              </a:extLst>
            </p:cNvPr>
            <p:cNvSpPr/>
            <p:nvPr/>
          </p:nvSpPr>
          <p:spPr>
            <a:xfrm>
              <a:off x="2615454" y="220798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78EDB4FC-9F71-159B-7BC6-E00BD4C9C731}"/>
                </a:ext>
              </a:extLst>
            </p:cNvPr>
            <p:cNvSpPr/>
            <p:nvPr/>
          </p:nvSpPr>
          <p:spPr>
            <a:xfrm>
              <a:off x="3910854" y="2445125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2DB5A076-97D7-9620-ACF0-D50DB4F65047}"/>
                </a:ext>
              </a:extLst>
            </p:cNvPr>
            <p:cNvSpPr/>
            <p:nvPr/>
          </p:nvSpPr>
          <p:spPr>
            <a:xfrm>
              <a:off x="969312" y="3794313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7F241D6A-18C3-566E-AA99-0FA49B7994CD}"/>
                </a:ext>
              </a:extLst>
            </p:cNvPr>
            <p:cNvSpPr/>
            <p:nvPr/>
          </p:nvSpPr>
          <p:spPr>
            <a:xfrm>
              <a:off x="4372537" y="3139889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0F67EAEF-4F33-2CF9-B1DF-5D2A0C604561}"/>
                </a:ext>
              </a:extLst>
            </p:cNvPr>
            <p:cNvSpPr/>
            <p:nvPr/>
          </p:nvSpPr>
          <p:spPr>
            <a:xfrm>
              <a:off x="3173507" y="2856381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62345BBF-DD98-C920-C7B2-6A53F6C35CED}"/>
                </a:ext>
              </a:extLst>
            </p:cNvPr>
            <p:cNvSpPr/>
            <p:nvPr/>
          </p:nvSpPr>
          <p:spPr>
            <a:xfrm>
              <a:off x="3796554" y="30827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AE1ACF25-1D23-1343-03B4-A7AA5A7AB248}"/>
                </a:ext>
              </a:extLst>
            </p:cNvPr>
            <p:cNvSpPr/>
            <p:nvPr/>
          </p:nvSpPr>
          <p:spPr>
            <a:xfrm>
              <a:off x="2920254" y="4365812"/>
              <a:ext cx="114300" cy="1143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E10A542C-8FF9-93F1-8780-7AB3CE815479}"/>
                </a:ext>
              </a:extLst>
            </p:cNvPr>
            <p:cNvSpPr/>
            <p:nvPr/>
          </p:nvSpPr>
          <p:spPr>
            <a:xfrm>
              <a:off x="2863104" y="392093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DA1FCF13-79D9-6A88-5F14-2FEA14DD73AC}"/>
                </a:ext>
              </a:extLst>
            </p:cNvPr>
            <p:cNvSpPr/>
            <p:nvPr/>
          </p:nvSpPr>
          <p:spPr>
            <a:xfrm>
              <a:off x="3238502" y="405653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23B84D76-6565-2485-1516-D7F1991DA13B}"/>
                </a:ext>
              </a:extLst>
            </p:cNvPr>
            <p:cNvSpPr/>
            <p:nvPr/>
          </p:nvSpPr>
          <p:spPr>
            <a:xfrm>
              <a:off x="3339354" y="1797844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2DDB8F0-704C-A617-D476-E32068CB8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135591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Toward Fair Representation: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Consensus and Clustering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CB60B9-186A-EB69-B105-AF6F80E047CC}"/>
              </a:ext>
            </a:extLst>
          </p:cNvPr>
          <p:cNvSpPr txBox="1"/>
          <p:nvPr/>
        </p:nvSpPr>
        <p:spPr>
          <a:xfrm>
            <a:off x="973457" y="2347145"/>
            <a:ext cx="1470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Ground set V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B3CBDBA-776C-F11C-1C53-8A09844F343A}"/>
              </a:ext>
            </a:extLst>
          </p:cNvPr>
          <p:cNvSpPr/>
          <p:nvPr/>
        </p:nvSpPr>
        <p:spPr>
          <a:xfrm>
            <a:off x="973457" y="3499557"/>
            <a:ext cx="552577" cy="5745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1E40E46A-AE54-2960-1E80-E60AC626B242}"/>
              </a:ext>
            </a:extLst>
          </p:cNvPr>
          <p:cNvSpPr/>
          <p:nvPr/>
        </p:nvSpPr>
        <p:spPr>
          <a:xfrm>
            <a:off x="2054193" y="3329079"/>
            <a:ext cx="830789" cy="5745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398BCEB3-F8FB-637D-8575-B951A78D1C50}"/>
              </a:ext>
            </a:extLst>
          </p:cNvPr>
          <p:cNvSpPr/>
          <p:nvPr/>
        </p:nvSpPr>
        <p:spPr>
          <a:xfrm>
            <a:off x="1745457" y="3887816"/>
            <a:ext cx="552577" cy="5745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517A00CF-C40F-0EDA-D812-30576172A8FA}"/>
              </a:ext>
            </a:extLst>
          </p:cNvPr>
          <p:cNvSpPr/>
          <p:nvPr/>
        </p:nvSpPr>
        <p:spPr>
          <a:xfrm rot="19798342">
            <a:off x="1358894" y="2999626"/>
            <a:ext cx="1004005" cy="57458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25337484-452A-1CEA-9CF7-83DB3D5315B8}"/>
              </a:ext>
            </a:extLst>
          </p:cNvPr>
          <p:cNvSpPr/>
          <p:nvPr/>
        </p:nvSpPr>
        <p:spPr>
          <a:xfrm>
            <a:off x="1556252" y="3669921"/>
            <a:ext cx="300136" cy="35067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8399D14-6FCE-AFB6-2779-C8AB5883430B}"/>
              </a:ext>
            </a:extLst>
          </p:cNvPr>
          <p:cNvSpPr txBox="1"/>
          <p:nvPr/>
        </p:nvSpPr>
        <p:spPr>
          <a:xfrm>
            <a:off x="269418" y="2338684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368BD9DB-D1A9-1B47-78E5-2A368B517FFC}"/>
                  </a:ext>
                </a:extLst>
              </p:cNvPr>
              <p:cNvSpPr txBox="1"/>
              <p:nvPr/>
            </p:nvSpPr>
            <p:spPr>
              <a:xfrm>
                <a:off x="654724" y="4817749"/>
                <a:ext cx="2734042" cy="519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Red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Blue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368BD9DB-D1A9-1B47-78E5-2A368B517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24" y="4817749"/>
                <a:ext cx="2734042" cy="5198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41EFC2B1-5D52-28E7-1958-4B72F91CF258}"/>
                  </a:ext>
                </a:extLst>
              </p:cNvPr>
              <p:cNvSpPr txBox="1"/>
              <p:nvPr/>
            </p:nvSpPr>
            <p:spPr>
              <a:xfrm>
                <a:off x="3771826" y="4861010"/>
                <a:ext cx="3491462" cy="909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Every cluster in the </a:t>
                </a:r>
                <a:r>
                  <a:rPr lang="en-US" b="1" i="1" dirty="0"/>
                  <a:t>OUTPUT</a:t>
                </a:r>
                <a:r>
                  <a:rPr lang="en-US" dirty="0"/>
                  <a:t> must maintain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41EFC2B1-5D52-28E7-1958-4B72F91CF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826" y="4861010"/>
                <a:ext cx="3491462" cy="909740"/>
              </a:xfrm>
              <a:prstGeom prst="rect">
                <a:avLst/>
              </a:prstGeom>
              <a:blipFill>
                <a:blip r:embed="rId3"/>
                <a:stretch>
                  <a:fillRect l="-1573" t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B191505B-258D-FB50-6344-762DCEE8C75C}"/>
              </a:ext>
            </a:extLst>
          </p:cNvPr>
          <p:cNvGrpSpPr/>
          <p:nvPr/>
        </p:nvGrpSpPr>
        <p:grpSpPr>
          <a:xfrm>
            <a:off x="3771826" y="2338684"/>
            <a:ext cx="2507512" cy="2064670"/>
            <a:chOff x="4731658" y="1814231"/>
            <a:chExt cx="2507512" cy="206467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F657E66-EE53-8E6D-B91B-957FECCC2F81}"/>
                </a:ext>
              </a:extLst>
            </p:cNvPr>
            <p:cNvGrpSpPr/>
            <p:nvPr/>
          </p:nvGrpSpPr>
          <p:grpSpPr>
            <a:xfrm>
              <a:off x="4731658" y="1814231"/>
              <a:ext cx="2254888" cy="2064670"/>
              <a:chOff x="4731658" y="1814231"/>
              <a:chExt cx="2254888" cy="2064670"/>
            </a:xfrm>
          </p:grpSpPr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167C9948-8141-9649-3A04-320005CBE26C}"/>
                  </a:ext>
                </a:extLst>
              </p:cNvPr>
              <p:cNvSpPr txBox="1"/>
              <p:nvPr/>
            </p:nvSpPr>
            <p:spPr>
              <a:xfrm>
                <a:off x="4731658" y="1814231"/>
                <a:ext cx="8899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Output</a:t>
                </a:r>
              </a:p>
            </p:txBody>
          </p: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571F87A0-9268-3D77-D680-95B104BEA31B}"/>
                  </a:ext>
                </a:extLst>
              </p:cNvPr>
              <p:cNvGrpSpPr/>
              <p:nvPr/>
            </p:nvGrpSpPr>
            <p:grpSpPr>
              <a:xfrm>
                <a:off x="5047866" y="2426620"/>
                <a:ext cx="1938680" cy="1452281"/>
                <a:chOff x="410136" y="1580030"/>
                <a:chExt cx="4524935" cy="3348318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ECE330CC-B290-DF5D-1538-4ACC3AE0328F}"/>
                    </a:ext>
                  </a:extLst>
                </p:cNvPr>
                <p:cNvSpPr/>
                <p:nvPr/>
              </p:nvSpPr>
              <p:spPr>
                <a:xfrm>
                  <a:off x="410136" y="1580030"/>
                  <a:ext cx="4524935" cy="3348318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32566102-769E-937D-4783-8780508E3A61}"/>
                    </a:ext>
                  </a:extLst>
                </p:cNvPr>
                <p:cNvSpPr/>
                <p:nvPr/>
              </p:nvSpPr>
              <p:spPr>
                <a:xfrm>
                  <a:off x="1815354" y="1882589"/>
                  <a:ext cx="114300" cy="1143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54051B38-AE6C-E22A-7C7C-A75BDE8A9722}"/>
                    </a:ext>
                  </a:extLst>
                </p:cNvPr>
                <p:cNvSpPr/>
                <p:nvPr/>
              </p:nvSpPr>
              <p:spPr>
                <a:xfrm>
                  <a:off x="690283" y="2879913"/>
                  <a:ext cx="114300" cy="1143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0F21772B-9D55-F3FE-9A92-A371A9AA06D3}"/>
                    </a:ext>
                  </a:extLst>
                </p:cNvPr>
                <p:cNvSpPr/>
                <p:nvPr/>
              </p:nvSpPr>
              <p:spPr>
                <a:xfrm>
                  <a:off x="1498508" y="3244664"/>
                  <a:ext cx="114300" cy="1143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95A16DFA-3F52-8C71-F8BB-C4AF9093B9B9}"/>
                    </a:ext>
                  </a:extLst>
                </p:cNvPr>
                <p:cNvSpPr/>
                <p:nvPr/>
              </p:nvSpPr>
              <p:spPr>
                <a:xfrm>
                  <a:off x="1855696" y="2559425"/>
                  <a:ext cx="114300" cy="1143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656494B-5530-802F-FBA7-8010AA1D51CB}"/>
                    </a:ext>
                  </a:extLst>
                </p:cNvPr>
                <p:cNvSpPr/>
                <p:nvPr/>
              </p:nvSpPr>
              <p:spPr>
                <a:xfrm>
                  <a:off x="2058523" y="3197039"/>
                  <a:ext cx="114300" cy="1143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C012D57E-7FA9-0D0F-E523-984B871B6E8E}"/>
                    </a:ext>
                  </a:extLst>
                </p:cNvPr>
                <p:cNvSpPr/>
                <p:nvPr/>
              </p:nvSpPr>
              <p:spPr>
                <a:xfrm>
                  <a:off x="2615454" y="2207981"/>
                  <a:ext cx="114300" cy="1143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2CC21F30-BFFF-571B-CEB8-3CC2A6E70536}"/>
                    </a:ext>
                  </a:extLst>
                </p:cNvPr>
                <p:cNvSpPr/>
                <p:nvPr/>
              </p:nvSpPr>
              <p:spPr>
                <a:xfrm>
                  <a:off x="3910854" y="2445125"/>
                  <a:ext cx="114300" cy="1143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F3D81E53-EAC3-B4CF-750C-95A69484A707}"/>
                    </a:ext>
                  </a:extLst>
                </p:cNvPr>
                <p:cNvSpPr/>
                <p:nvPr/>
              </p:nvSpPr>
              <p:spPr>
                <a:xfrm>
                  <a:off x="969312" y="3794313"/>
                  <a:ext cx="114300" cy="1143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0E7D06DB-504B-6758-E6C1-A496D6DDEF8F}"/>
                    </a:ext>
                  </a:extLst>
                </p:cNvPr>
                <p:cNvSpPr/>
                <p:nvPr/>
              </p:nvSpPr>
              <p:spPr>
                <a:xfrm>
                  <a:off x="4372537" y="3139889"/>
                  <a:ext cx="114300" cy="1143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7542FE7F-CB43-6161-5094-7C3E12393307}"/>
                    </a:ext>
                  </a:extLst>
                </p:cNvPr>
                <p:cNvSpPr/>
                <p:nvPr/>
              </p:nvSpPr>
              <p:spPr>
                <a:xfrm>
                  <a:off x="3173507" y="2856381"/>
                  <a:ext cx="114300" cy="1143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9EF08A89-84E5-1A57-B64F-773B4C0D7D5B}"/>
                    </a:ext>
                  </a:extLst>
                </p:cNvPr>
                <p:cNvSpPr/>
                <p:nvPr/>
              </p:nvSpPr>
              <p:spPr>
                <a:xfrm>
                  <a:off x="3796554" y="3082739"/>
                  <a:ext cx="114300" cy="1143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CD1142AA-ECD8-0FF8-D167-C8F2FC9B1B19}"/>
                    </a:ext>
                  </a:extLst>
                </p:cNvPr>
                <p:cNvSpPr/>
                <p:nvPr/>
              </p:nvSpPr>
              <p:spPr>
                <a:xfrm>
                  <a:off x="2920254" y="4365812"/>
                  <a:ext cx="114300" cy="1143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098CFADD-86A5-D849-66D1-1D3C76AA1368}"/>
                    </a:ext>
                  </a:extLst>
                </p:cNvPr>
                <p:cNvSpPr/>
                <p:nvPr/>
              </p:nvSpPr>
              <p:spPr>
                <a:xfrm>
                  <a:off x="2863104" y="3920939"/>
                  <a:ext cx="114300" cy="1143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F9B8730A-3637-1659-B8B0-E81A6F0876AE}"/>
                    </a:ext>
                  </a:extLst>
                </p:cNvPr>
                <p:cNvSpPr/>
                <p:nvPr/>
              </p:nvSpPr>
              <p:spPr>
                <a:xfrm>
                  <a:off x="3238502" y="4056531"/>
                  <a:ext cx="114300" cy="1143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6D263A33-F05E-9A85-82E0-86597F0120F5}"/>
                    </a:ext>
                  </a:extLst>
                </p:cNvPr>
                <p:cNvSpPr/>
                <p:nvPr/>
              </p:nvSpPr>
              <p:spPr>
                <a:xfrm>
                  <a:off x="3339354" y="1797844"/>
                  <a:ext cx="114300" cy="1143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4AA3974-7D23-E485-F91A-38D059834DAA}"/>
                </a:ext>
              </a:extLst>
            </p:cNvPr>
            <p:cNvSpPr/>
            <p:nvPr/>
          </p:nvSpPr>
          <p:spPr>
            <a:xfrm rot="533713">
              <a:off x="5380376" y="2437575"/>
              <a:ext cx="1858794" cy="751454"/>
            </a:xfrm>
            <a:prstGeom prst="ellipse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79371F9-4F79-05FE-579D-0E58154A6BCE}"/>
                </a:ext>
              </a:extLst>
            </p:cNvPr>
            <p:cNvSpPr/>
            <p:nvPr/>
          </p:nvSpPr>
          <p:spPr>
            <a:xfrm rot="1838088">
              <a:off x="4875999" y="3095529"/>
              <a:ext cx="1805186" cy="709374"/>
            </a:xfrm>
            <a:prstGeom prst="ellipse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EB7BD1E-CA95-1F07-DCF2-D5FC1F5150EA}"/>
                  </a:ext>
                </a:extLst>
              </p:cNvPr>
              <p:cNvSpPr txBox="1"/>
              <p:nvPr/>
            </p:nvSpPr>
            <p:spPr>
              <a:xfrm>
                <a:off x="7157807" y="2402913"/>
                <a:ext cx="4254632" cy="1162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Objective:</a:t>
                </a:r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𝒞</m:t>
                          </m:r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 </m:t>
                          </m:r>
                          <m:limLow>
                            <m:limLowPr>
                              <m:ctrlPr>
                                <a:rPr lang="en-US" sz="2800" b="0" i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sz="2800" b="0" i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  <m: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that</m:t>
                              </m:r>
                              <m: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fair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dist</m:t>
                          </m:r>
                          <m:r>
                            <a:rPr lang="en-US" sz="28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𝒟</m:t>
                          </m:r>
                          <m:r>
                            <a:rPr lang="en-US" sz="28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ℱ</m:t>
                          </m:r>
                          <m:r>
                            <a:rPr lang="en-US" sz="28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EB7BD1E-CA95-1F07-DCF2-D5FC1F515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807" y="2402913"/>
                <a:ext cx="4254632" cy="1162498"/>
              </a:xfrm>
              <a:prstGeom prst="rect">
                <a:avLst/>
              </a:prstGeom>
              <a:blipFill>
                <a:blip r:embed="rId4"/>
                <a:stretch>
                  <a:fillRect l="-2865" t="-5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3BFB57B-4B18-1FC9-72F4-1BB37FA3060C}"/>
                  </a:ext>
                </a:extLst>
              </p:cNvPr>
              <p:cNvSpPr txBox="1"/>
              <p:nvPr/>
            </p:nvSpPr>
            <p:spPr>
              <a:xfrm>
                <a:off x="298327" y="3473606"/>
                <a:ext cx="5757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=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3BFB57B-4B18-1FC9-72F4-1BB37FA30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27" y="3473606"/>
                <a:ext cx="575735" cy="369332"/>
              </a:xfrm>
              <a:prstGeom prst="rect">
                <a:avLst/>
              </a:prstGeom>
              <a:blipFill>
                <a:blip r:embed="rId5"/>
                <a:stretch>
                  <a:fillRect t="-8333" r="-744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DE2ADA0-4C89-3363-CD9C-19B28E5DB864}"/>
                  </a:ext>
                </a:extLst>
              </p:cNvPr>
              <p:cNvSpPr txBox="1"/>
              <p:nvPr/>
            </p:nvSpPr>
            <p:spPr>
              <a:xfrm>
                <a:off x="3358040" y="3502352"/>
                <a:ext cx="6906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ℱ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DE2ADA0-4C89-3363-CD9C-19B28E5DB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040" y="3502352"/>
                <a:ext cx="69063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B262889-2AB7-4A71-02D3-DC2789E4A8AE}"/>
                  </a:ext>
                </a:extLst>
              </p:cNvPr>
              <p:cNvSpPr txBox="1"/>
              <p:nvPr/>
            </p:nvSpPr>
            <p:spPr>
              <a:xfrm>
                <a:off x="6789127" y="3974952"/>
                <a:ext cx="5617699" cy="639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dist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𝒟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=| 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⊂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are</m:t>
                      </m:r>
                      <m:r>
                        <a:rPr lang="en-US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not</m:t>
                      </m:r>
                      <m:r>
                        <a:rPr lang="en-US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coclustered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in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𝒟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ℱ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} |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B262889-2AB7-4A71-02D3-DC2789E4A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9127" y="3974952"/>
                <a:ext cx="5617699" cy="639983"/>
              </a:xfrm>
              <a:prstGeom prst="rect">
                <a:avLst/>
              </a:prstGeom>
              <a:blipFill>
                <a:blip r:embed="rId7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1000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" grpId="0"/>
      <p:bldP spid="240" grpId="0"/>
      <p:bldP spid="25" grpId="0"/>
      <p:bldP spid="3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EAEA6-244A-C29D-9FFB-87335D3AA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062951-C94D-5C53-4C55-CF50DC346B7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35646" y="345137"/>
                <a:ext cx="11656354" cy="1355916"/>
              </a:xfrm>
              <a:gradFill flip="none" rotWithShape="1">
                <a:gsLst>
                  <a:gs pos="0">
                    <a:schemeClr val="accent1">
                      <a:lumMod val="89000"/>
                      <a:alpha val="80000"/>
                    </a:schemeClr>
                  </a:gs>
                  <a:gs pos="23000">
                    <a:schemeClr val="accent1">
                      <a:lumMod val="89000"/>
                    </a:schemeClr>
                  </a:gs>
                  <a:gs pos="69000">
                    <a:schemeClr val="accent1">
                      <a:lumMod val="75000"/>
                    </a:schemeClr>
                  </a:gs>
                  <a:gs pos="97000">
                    <a:schemeClr val="accent1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Optimal algorithm when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062951-C94D-5C53-4C55-CF50DC346B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35646" y="345137"/>
                <a:ext cx="11656354" cy="1355916"/>
              </a:xfrm>
              <a:blipFill>
                <a:blip r:embed="rId3"/>
                <a:stretch>
                  <a:fillRect l="-2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F45420-F9B2-3046-23E2-DD415E3005C2}"/>
                  </a:ext>
                </a:extLst>
              </p:cNvPr>
              <p:cNvSpPr txBox="1"/>
              <p:nvPr/>
            </p:nvSpPr>
            <p:spPr>
              <a:xfrm>
                <a:off x="607103" y="1903751"/>
                <a:ext cx="24120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Fix: optimal solution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F45420-F9B2-3046-23E2-DD415E300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03" y="1903751"/>
                <a:ext cx="2412007" cy="369332"/>
              </a:xfrm>
              <a:prstGeom prst="rect">
                <a:avLst/>
              </a:prstGeom>
              <a:blipFill>
                <a:blip r:embed="rId4"/>
                <a:stretch>
                  <a:fillRect l="-2278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5DA81092-57A3-C7A5-3A64-11A28BE7B257}"/>
              </a:ext>
            </a:extLst>
          </p:cNvPr>
          <p:cNvSpPr/>
          <p:nvPr/>
        </p:nvSpPr>
        <p:spPr>
          <a:xfrm>
            <a:off x="750705" y="2460791"/>
            <a:ext cx="2869420" cy="21241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2D9745D-A755-88A2-BD7B-959F19C4411B}"/>
                  </a:ext>
                </a:extLst>
              </p:cNvPr>
              <p:cNvSpPr txBox="1"/>
              <p:nvPr/>
            </p:nvSpPr>
            <p:spPr>
              <a:xfrm>
                <a:off x="0" y="3205822"/>
                <a:ext cx="525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 =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2D9745D-A755-88A2-BD7B-959F19C44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05822"/>
                <a:ext cx="525528" cy="369332"/>
              </a:xfrm>
              <a:prstGeom prst="rect">
                <a:avLst/>
              </a:prstGeom>
              <a:blipFill>
                <a:blip r:embed="rId5"/>
                <a:stretch>
                  <a:fillRect t="-8333" r="-9302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1CC11202-8471-8EC7-3D23-F3E40F437389}"/>
              </a:ext>
            </a:extLst>
          </p:cNvPr>
          <p:cNvGrpSpPr/>
          <p:nvPr/>
        </p:nvGrpSpPr>
        <p:grpSpPr>
          <a:xfrm>
            <a:off x="2135393" y="3859773"/>
            <a:ext cx="435419" cy="430773"/>
            <a:chOff x="8896662" y="2615784"/>
            <a:chExt cx="914400" cy="914400"/>
          </a:xfrm>
        </p:grpSpPr>
        <p:sp>
          <p:nvSpPr>
            <p:cNvPr id="35" name="Partial Circle 34">
              <a:extLst>
                <a:ext uri="{FF2B5EF4-FFF2-40B4-BE49-F238E27FC236}">
                  <a16:creationId xmlns:a16="http://schemas.microsoft.com/office/drawing/2014/main" id="{4CEDDEED-3D10-8AFA-AAD8-4F69871BBD21}"/>
                </a:ext>
              </a:extLst>
            </p:cNvPr>
            <p:cNvSpPr/>
            <p:nvPr/>
          </p:nvSpPr>
          <p:spPr>
            <a:xfrm>
              <a:off x="8896662" y="2615784"/>
              <a:ext cx="914400" cy="914400"/>
            </a:xfrm>
            <a:prstGeom prst="pie">
              <a:avLst>
                <a:gd name="adj1" fmla="val 5350893"/>
                <a:gd name="adj2" fmla="val 162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8" name="Partial Circle 37">
              <a:extLst>
                <a:ext uri="{FF2B5EF4-FFF2-40B4-BE49-F238E27FC236}">
                  <a16:creationId xmlns:a16="http://schemas.microsoft.com/office/drawing/2014/main" id="{F540912F-2AC4-77A9-EC79-0941BB65A6B4}"/>
                </a:ext>
              </a:extLst>
            </p:cNvPr>
            <p:cNvSpPr/>
            <p:nvPr/>
          </p:nvSpPr>
          <p:spPr>
            <a:xfrm rot="10800000">
              <a:off x="8896662" y="2615784"/>
              <a:ext cx="914400" cy="914400"/>
            </a:xfrm>
            <a:prstGeom prst="pie">
              <a:avLst>
                <a:gd name="adj1" fmla="val 5350893"/>
                <a:gd name="adj2" fmla="val 1620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3B4188C-C2AC-588E-4E67-6873C8DF938E}"/>
              </a:ext>
            </a:extLst>
          </p:cNvPr>
          <p:cNvGrpSpPr/>
          <p:nvPr/>
        </p:nvGrpSpPr>
        <p:grpSpPr>
          <a:xfrm>
            <a:off x="2996784" y="2519702"/>
            <a:ext cx="476561" cy="527060"/>
            <a:chOff x="8896662" y="2615784"/>
            <a:chExt cx="914400" cy="914400"/>
          </a:xfrm>
        </p:grpSpPr>
        <p:sp>
          <p:nvSpPr>
            <p:cNvPr id="68" name="Partial Circle 67">
              <a:extLst>
                <a:ext uri="{FF2B5EF4-FFF2-40B4-BE49-F238E27FC236}">
                  <a16:creationId xmlns:a16="http://schemas.microsoft.com/office/drawing/2014/main" id="{84490FE8-6F5A-031F-3F8A-028F3114077C}"/>
                </a:ext>
              </a:extLst>
            </p:cNvPr>
            <p:cNvSpPr/>
            <p:nvPr/>
          </p:nvSpPr>
          <p:spPr>
            <a:xfrm>
              <a:off x="8896662" y="2615784"/>
              <a:ext cx="914400" cy="914400"/>
            </a:xfrm>
            <a:prstGeom prst="pie">
              <a:avLst>
                <a:gd name="adj1" fmla="val 5350893"/>
                <a:gd name="adj2" fmla="val 162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9" name="Partial Circle 68">
              <a:extLst>
                <a:ext uri="{FF2B5EF4-FFF2-40B4-BE49-F238E27FC236}">
                  <a16:creationId xmlns:a16="http://schemas.microsoft.com/office/drawing/2014/main" id="{DAB36689-FDF4-9274-4B19-ADFA6CF0BBD6}"/>
                </a:ext>
              </a:extLst>
            </p:cNvPr>
            <p:cNvSpPr/>
            <p:nvPr/>
          </p:nvSpPr>
          <p:spPr>
            <a:xfrm rot="10800000">
              <a:off x="8896662" y="2615784"/>
              <a:ext cx="914400" cy="914400"/>
            </a:xfrm>
            <a:prstGeom prst="pie">
              <a:avLst>
                <a:gd name="adj1" fmla="val 5350893"/>
                <a:gd name="adj2" fmla="val 1620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C454EAF-2F62-669C-9B57-5858455F7FDB}"/>
              </a:ext>
            </a:extLst>
          </p:cNvPr>
          <p:cNvGrpSpPr/>
          <p:nvPr/>
        </p:nvGrpSpPr>
        <p:grpSpPr>
          <a:xfrm>
            <a:off x="2790669" y="3868428"/>
            <a:ext cx="609600" cy="621126"/>
            <a:chOff x="8896662" y="2615784"/>
            <a:chExt cx="914400" cy="914400"/>
          </a:xfrm>
        </p:grpSpPr>
        <p:sp>
          <p:nvSpPr>
            <p:cNvPr id="71" name="Partial Circle 70">
              <a:extLst>
                <a:ext uri="{FF2B5EF4-FFF2-40B4-BE49-F238E27FC236}">
                  <a16:creationId xmlns:a16="http://schemas.microsoft.com/office/drawing/2014/main" id="{02D3D956-7CBE-BF4E-1342-C07556D5BC2C}"/>
                </a:ext>
              </a:extLst>
            </p:cNvPr>
            <p:cNvSpPr/>
            <p:nvPr/>
          </p:nvSpPr>
          <p:spPr>
            <a:xfrm>
              <a:off x="8896662" y="2615784"/>
              <a:ext cx="914400" cy="914400"/>
            </a:xfrm>
            <a:prstGeom prst="pie">
              <a:avLst>
                <a:gd name="adj1" fmla="val 5350893"/>
                <a:gd name="adj2" fmla="val 162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2" name="Partial Circle 71">
              <a:extLst>
                <a:ext uri="{FF2B5EF4-FFF2-40B4-BE49-F238E27FC236}">
                  <a16:creationId xmlns:a16="http://schemas.microsoft.com/office/drawing/2014/main" id="{5D7924B6-EEC1-EC35-F544-57A19793DC62}"/>
                </a:ext>
              </a:extLst>
            </p:cNvPr>
            <p:cNvSpPr/>
            <p:nvPr/>
          </p:nvSpPr>
          <p:spPr>
            <a:xfrm rot="10800000">
              <a:off x="8896662" y="2615784"/>
              <a:ext cx="914400" cy="914400"/>
            </a:xfrm>
            <a:prstGeom prst="pie">
              <a:avLst>
                <a:gd name="adj1" fmla="val 5350893"/>
                <a:gd name="adj2" fmla="val 1620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F0DAB7A-6B29-029E-40DE-0E22DDDFA0E8}"/>
              </a:ext>
            </a:extLst>
          </p:cNvPr>
          <p:cNvGrpSpPr/>
          <p:nvPr/>
        </p:nvGrpSpPr>
        <p:grpSpPr>
          <a:xfrm>
            <a:off x="1046812" y="3548922"/>
            <a:ext cx="623340" cy="700789"/>
            <a:chOff x="8896662" y="2615784"/>
            <a:chExt cx="914400" cy="914400"/>
          </a:xfrm>
        </p:grpSpPr>
        <p:sp>
          <p:nvSpPr>
            <p:cNvPr id="74" name="Partial Circle 73">
              <a:extLst>
                <a:ext uri="{FF2B5EF4-FFF2-40B4-BE49-F238E27FC236}">
                  <a16:creationId xmlns:a16="http://schemas.microsoft.com/office/drawing/2014/main" id="{679E9322-E67A-E53A-2335-F0BB96DA68BC}"/>
                </a:ext>
              </a:extLst>
            </p:cNvPr>
            <p:cNvSpPr/>
            <p:nvPr/>
          </p:nvSpPr>
          <p:spPr>
            <a:xfrm>
              <a:off x="8896662" y="2615784"/>
              <a:ext cx="914400" cy="914400"/>
            </a:xfrm>
            <a:prstGeom prst="pie">
              <a:avLst>
                <a:gd name="adj1" fmla="val 5350893"/>
                <a:gd name="adj2" fmla="val 162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5" name="Partial Circle 74">
              <a:extLst>
                <a:ext uri="{FF2B5EF4-FFF2-40B4-BE49-F238E27FC236}">
                  <a16:creationId xmlns:a16="http://schemas.microsoft.com/office/drawing/2014/main" id="{3C1FAF25-4E8F-A115-8B34-58AD4B8BCA4B}"/>
                </a:ext>
              </a:extLst>
            </p:cNvPr>
            <p:cNvSpPr/>
            <p:nvPr/>
          </p:nvSpPr>
          <p:spPr>
            <a:xfrm rot="10800000">
              <a:off x="8896662" y="2615784"/>
              <a:ext cx="914400" cy="914400"/>
            </a:xfrm>
            <a:prstGeom prst="pie">
              <a:avLst>
                <a:gd name="adj1" fmla="val 5350893"/>
                <a:gd name="adj2" fmla="val 1620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570EBA5-15A0-56B5-E195-C37995BC7ABD}"/>
              </a:ext>
            </a:extLst>
          </p:cNvPr>
          <p:cNvGrpSpPr/>
          <p:nvPr/>
        </p:nvGrpSpPr>
        <p:grpSpPr>
          <a:xfrm>
            <a:off x="1876269" y="2707409"/>
            <a:ext cx="914400" cy="914400"/>
            <a:chOff x="8896662" y="2615784"/>
            <a:chExt cx="914400" cy="914400"/>
          </a:xfrm>
        </p:grpSpPr>
        <p:sp>
          <p:nvSpPr>
            <p:cNvPr id="77" name="Partial Circle 76">
              <a:extLst>
                <a:ext uri="{FF2B5EF4-FFF2-40B4-BE49-F238E27FC236}">
                  <a16:creationId xmlns:a16="http://schemas.microsoft.com/office/drawing/2014/main" id="{F7079B96-5EF8-E11C-44FC-E279BED76B75}"/>
                </a:ext>
              </a:extLst>
            </p:cNvPr>
            <p:cNvSpPr/>
            <p:nvPr/>
          </p:nvSpPr>
          <p:spPr>
            <a:xfrm>
              <a:off x="8896662" y="2615784"/>
              <a:ext cx="914400" cy="914400"/>
            </a:xfrm>
            <a:prstGeom prst="pie">
              <a:avLst>
                <a:gd name="adj1" fmla="val 5350893"/>
                <a:gd name="adj2" fmla="val 162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8" name="Partial Circle 77">
              <a:extLst>
                <a:ext uri="{FF2B5EF4-FFF2-40B4-BE49-F238E27FC236}">
                  <a16:creationId xmlns:a16="http://schemas.microsoft.com/office/drawing/2014/main" id="{1BE96578-0A88-1BF7-31A7-C14247C0EADA}"/>
                </a:ext>
              </a:extLst>
            </p:cNvPr>
            <p:cNvSpPr/>
            <p:nvPr/>
          </p:nvSpPr>
          <p:spPr>
            <a:xfrm rot="10800000">
              <a:off x="8896662" y="2615784"/>
              <a:ext cx="914400" cy="914400"/>
            </a:xfrm>
            <a:prstGeom prst="pie">
              <a:avLst>
                <a:gd name="adj1" fmla="val 5350893"/>
                <a:gd name="adj2" fmla="val 1620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1E5190E-B874-BDCE-57B7-3428F7B07591}"/>
              </a:ext>
            </a:extLst>
          </p:cNvPr>
          <p:cNvGrpSpPr/>
          <p:nvPr/>
        </p:nvGrpSpPr>
        <p:grpSpPr>
          <a:xfrm>
            <a:off x="935636" y="2722399"/>
            <a:ext cx="623340" cy="620843"/>
            <a:chOff x="8896662" y="2615784"/>
            <a:chExt cx="914400" cy="914400"/>
          </a:xfrm>
        </p:grpSpPr>
        <p:sp>
          <p:nvSpPr>
            <p:cNvPr id="80" name="Partial Circle 79">
              <a:extLst>
                <a:ext uri="{FF2B5EF4-FFF2-40B4-BE49-F238E27FC236}">
                  <a16:creationId xmlns:a16="http://schemas.microsoft.com/office/drawing/2014/main" id="{5979D605-A04C-B92C-002E-2811DEFA950E}"/>
                </a:ext>
              </a:extLst>
            </p:cNvPr>
            <p:cNvSpPr/>
            <p:nvPr/>
          </p:nvSpPr>
          <p:spPr>
            <a:xfrm>
              <a:off x="8896662" y="2615784"/>
              <a:ext cx="914400" cy="914400"/>
            </a:xfrm>
            <a:prstGeom prst="pie">
              <a:avLst>
                <a:gd name="adj1" fmla="val 5350893"/>
                <a:gd name="adj2" fmla="val 162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1" name="Partial Circle 80">
              <a:extLst>
                <a:ext uri="{FF2B5EF4-FFF2-40B4-BE49-F238E27FC236}">
                  <a16:creationId xmlns:a16="http://schemas.microsoft.com/office/drawing/2014/main" id="{60916ACE-221A-9FD0-E0DC-0A4EAF95737B}"/>
                </a:ext>
              </a:extLst>
            </p:cNvPr>
            <p:cNvSpPr/>
            <p:nvPr/>
          </p:nvSpPr>
          <p:spPr>
            <a:xfrm rot="10800000">
              <a:off x="8896662" y="2615784"/>
              <a:ext cx="914400" cy="914400"/>
            </a:xfrm>
            <a:prstGeom prst="pie">
              <a:avLst>
                <a:gd name="adj1" fmla="val 5350893"/>
                <a:gd name="adj2" fmla="val 1620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2DF0AA4-E8BA-11A9-1AF6-A2C43F338B00}"/>
              </a:ext>
            </a:extLst>
          </p:cNvPr>
          <p:cNvCxnSpPr>
            <a:cxnSpLocks/>
            <a:stCxn id="78" idx="2"/>
          </p:cNvCxnSpPr>
          <p:nvPr/>
        </p:nvCxnSpPr>
        <p:spPr>
          <a:xfrm>
            <a:off x="2790669" y="3164609"/>
            <a:ext cx="18637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Partial Circle 104">
            <a:extLst>
              <a:ext uri="{FF2B5EF4-FFF2-40B4-BE49-F238E27FC236}">
                <a16:creationId xmlns:a16="http://schemas.microsoft.com/office/drawing/2014/main" id="{AB8BAF24-D8C3-F47C-8877-18BE82D7B16C}"/>
              </a:ext>
            </a:extLst>
          </p:cNvPr>
          <p:cNvSpPr/>
          <p:nvPr/>
        </p:nvSpPr>
        <p:spPr>
          <a:xfrm>
            <a:off x="4772298" y="2513729"/>
            <a:ext cx="1863777" cy="2000498"/>
          </a:xfrm>
          <a:prstGeom prst="pie">
            <a:avLst>
              <a:gd name="adj1" fmla="val 8839354"/>
              <a:gd name="adj2" fmla="val 16200000"/>
            </a:avLst>
          </a:prstGeom>
          <a:pattFill prst="diagBrick">
            <a:fgClr>
              <a:schemeClr val="accent1">
                <a:lumMod val="60000"/>
                <a:lumOff val="4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9" name="Partial Circle 108">
            <a:extLst>
              <a:ext uri="{FF2B5EF4-FFF2-40B4-BE49-F238E27FC236}">
                <a16:creationId xmlns:a16="http://schemas.microsoft.com/office/drawing/2014/main" id="{8491328A-5647-B398-2789-EAFBFBB95ADF}"/>
              </a:ext>
            </a:extLst>
          </p:cNvPr>
          <p:cNvSpPr/>
          <p:nvPr/>
        </p:nvSpPr>
        <p:spPr>
          <a:xfrm rot="7308818">
            <a:off x="4732809" y="2544956"/>
            <a:ext cx="1961758" cy="1869905"/>
          </a:xfrm>
          <a:prstGeom prst="pie">
            <a:avLst>
              <a:gd name="adj1" fmla="val 8839354"/>
              <a:gd name="adj2" fmla="val 14753198"/>
            </a:avLst>
          </a:prstGeom>
          <a:pattFill prst="diagBrick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1" name="Partial Circle 110">
            <a:extLst>
              <a:ext uri="{FF2B5EF4-FFF2-40B4-BE49-F238E27FC236}">
                <a16:creationId xmlns:a16="http://schemas.microsoft.com/office/drawing/2014/main" id="{58100416-7F77-D7F1-EDCC-D44928D4AA7D}"/>
              </a:ext>
            </a:extLst>
          </p:cNvPr>
          <p:cNvSpPr/>
          <p:nvPr/>
        </p:nvSpPr>
        <p:spPr>
          <a:xfrm rot="18232868">
            <a:off x="4716801" y="2554100"/>
            <a:ext cx="1961758" cy="1869905"/>
          </a:xfrm>
          <a:prstGeom prst="pie">
            <a:avLst>
              <a:gd name="adj1" fmla="val 8839354"/>
              <a:gd name="adj2" fmla="val 1216235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3" name="Partial Circle 112">
            <a:extLst>
              <a:ext uri="{FF2B5EF4-FFF2-40B4-BE49-F238E27FC236}">
                <a16:creationId xmlns:a16="http://schemas.microsoft.com/office/drawing/2014/main" id="{B658749E-A2CC-C568-411D-1FA4E51D2532}"/>
              </a:ext>
            </a:extLst>
          </p:cNvPr>
          <p:cNvSpPr/>
          <p:nvPr/>
        </p:nvSpPr>
        <p:spPr>
          <a:xfrm rot="10591920">
            <a:off x="4812077" y="2521105"/>
            <a:ext cx="1826674" cy="1914954"/>
          </a:xfrm>
          <a:prstGeom prst="pie">
            <a:avLst>
              <a:gd name="adj1" fmla="val 11487473"/>
              <a:gd name="adj2" fmla="val 1654055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BED93F8-A6AA-3746-6D02-DF9A737F0721}"/>
              </a:ext>
            </a:extLst>
          </p:cNvPr>
          <p:cNvCxnSpPr>
            <a:cxnSpLocks/>
            <a:stCxn id="111" idx="2"/>
          </p:cNvCxnSpPr>
          <p:nvPr/>
        </p:nvCxnSpPr>
        <p:spPr>
          <a:xfrm flipH="1">
            <a:off x="4765854" y="4303375"/>
            <a:ext cx="385014" cy="678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1613895-E8DB-D1C5-4DF4-D70144AFAF62}"/>
              </a:ext>
            </a:extLst>
          </p:cNvPr>
          <p:cNvCxnSpPr>
            <a:cxnSpLocks/>
            <a:stCxn id="113" idx="3"/>
          </p:cNvCxnSpPr>
          <p:nvPr/>
        </p:nvCxnSpPr>
        <p:spPr>
          <a:xfrm flipH="1">
            <a:off x="4850036" y="4434306"/>
            <a:ext cx="933297" cy="621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B8D69AAE-CAE3-5D36-482A-EE9AC2F03039}"/>
                  </a:ext>
                </a:extLst>
              </p:cNvPr>
              <p:cNvSpPr txBox="1"/>
              <p:nvPr/>
            </p:nvSpPr>
            <p:spPr>
              <a:xfrm>
                <a:off x="5704186" y="3656186"/>
                <a:ext cx="838948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500" dirty="0"/>
                  <a:t> points</a:t>
                </a: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B8D69AAE-CAE3-5D36-482A-EE9AC2F03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186" y="3656186"/>
                <a:ext cx="838948" cy="323165"/>
              </a:xfrm>
              <a:prstGeom prst="rect">
                <a:avLst/>
              </a:prstGeom>
              <a:blipFill>
                <a:blip r:embed="rId6"/>
                <a:stretch>
                  <a:fillRect t="-1887" r="-1460" b="-20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E6F171F9-A42D-C837-9D1D-4EC366468845}"/>
                  </a:ext>
                </a:extLst>
              </p:cNvPr>
              <p:cNvSpPr txBox="1"/>
              <p:nvPr/>
            </p:nvSpPr>
            <p:spPr>
              <a:xfrm>
                <a:off x="4890798" y="3915559"/>
                <a:ext cx="851772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50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500" dirty="0"/>
                  <a:t> points</a:t>
                </a:r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E6F171F9-A42D-C837-9D1D-4EC366468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798" y="3915559"/>
                <a:ext cx="851772" cy="323165"/>
              </a:xfrm>
              <a:prstGeom prst="rect">
                <a:avLst/>
              </a:prstGeom>
              <a:blipFill>
                <a:blip r:embed="rId7"/>
                <a:stretch>
                  <a:fillRect t="-1887" r="-714" b="-22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TextBox 127">
            <a:extLst>
              <a:ext uri="{FF2B5EF4-FFF2-40B4-BE49-F238E27FC236}">
                <a16:creationId xmlns:a16="http://schemas.microsoft.com/office/drawing/2014/main" id="{88E28A4B-326D-1BD4-CE8C-44524D4BBC96}"/>
              </a:ext>
            </a:extLst>
          </p:cNvPr>
          <p:cNvSpPr txBox="1"/>
          <p:nvPr/>
        </p:nvSpPr>
        <p:spPr>
          <a:xfrm>
            <a:off x="3745786" y="5020166"/>
            <a:ext cx="2646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the same cluster of the input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ECB69EB-0C52-7E23-5A30-E3506A44E992}"/>
              </a:ext>
            </a:extLst>
          </p:cNvPr>
          <p:cNvCxnSpPr>
            <a:cxnSpLocks/>
          </p:cNvCxnSpPr>
          <p:nvPr/>
        </p:nvCxnSpPr>
        <p:spPr>
          <a:xfrm flipV="1">
            <a:off x="5142602" y="2156008"/>
            <a:ext cx="383555" cy="889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8310F86A-2DC3-CE0D-E743-9AC056FF5D81}"/>
              </a:ext>
            </a:extLst>
          </p:cNvPr>
          <p:cNvCxnSpPr>
            <a:cxnSpLocks/>
          </p:cNvCxnSpPr>
          <p:nvPr/>
        </p:nvCxnSpPr>
        <p:spPr>
          <a:xfrm flipH="1" flipV="1">
            <a:off x="5697680" y="2135233"/>
            <a:ext cx="457360" cy="1029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7D126B94-EE8F-4AB8-9BCD-980885C0831C}"/>
                  </a:ext>
                </a:extLst>
              </p:cNvPr>
              <p:cNvSpPr txBox="1"/>
              <p:nvPr/>
            </p:nvSpPr>
            <p:spPr>
              <a:xfrm>
                <a:off x="3959750" y="1782946"/>
                <a:ext cx="40949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points from other clusters of the input</a:t>
                </a:r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7D126B94-EE8F-4AB8-9BCD-980885C08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750" y="1782946"/>
                <a:ext cx="4094921" cy="369332"/>
              </a:xfrm>
              <a:prstGeom prst="rect">
                <a:avLst/>
              </a:prstGeom>
              <a:blipFill>
                <a:blip r:embed="rId8"/>
                <a:stretch>
                  <a:fillRect t="-6557" r="-894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33AFE94B-823F-BE95-AFC3-CFA34C265A32}"/>
                  </a:ext>
                </a:extLst>
              </p:cNvPr>
              <p:cNvSpPr txBox="1"/>
              <p:nvPr/>
            </p:nvSpPr>
            <p:spPr>
              <a:xfrm>
                <a:off x="8054671" y="2248165"/>
                <a:ext cx="31646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WLOG: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33AFE94B-823F-BE95-AFC3-CFA34C265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4671" y="2248165"/>
                <a:ext cx="3164619" cy="369332"/>
              </a:xfrm>
              <a:prstGeom prst="rect">
                <a:avLst/>
              </a:prstGeom>
              <a:blipFill>
                <a:blip r:embed="rId9"/>
                <a:stretch>
                  <a:fillRect l="-154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FC20999F-9CCE-5626-BA9A-02188FA0FD18}"/>
              </a:ext>
            </a:extLst>
          </p:cNvPr>
          <p:cNvGrpSpPr/>
          <p:nvPr/>
        </p:nvGrpSpPr>
        <p:grpSpPr>
          <a:xfrm>
            <a:off x="8932586" y="2762656"/>
            <a:ext cx="1205642" cy="1161172"/>
            <a:chOff x="8896662" y="2615784"/>
            <a:chExt cx="914400" cy="914400"/>
          </a:xfrm>
        </p:grpSpPr>
        <p:sp>
          <p:nvSpPr>
            <p:cNvPr id="143" name="Partial Circle 142">
              <a:extLst>
                <a:ext uri="{FF2B5EF4-FFF2-40B4-BE49-F238E27FC236}">
                  <a16:creationId xmlns:a16="http://schemas.microsoft.com/office/drawing/2014/main" id="{A592C7C2-E914-7D2C-529D-D417B8B972F0}"/>
                </a:ext>
              </a:extLst>
            </p:cNvPr>
            <p:cNvSpPr/>
            <p:nvPr/>
          </p:nvSpPr>
          <p:spPr>
            <a:xfrm>
              <a:off x="8896662" y="2615784"/>
              <a:ext cx="914400" cy="914400"/>
            </a:xfrm>
            <a:prstGeom prst="pie">
              <a:avLst>
                <a:gd name="adj1" fmla="val 5350893"/>
                <a:gd name="adj2" fmla="val 16200000"/>
              </a:avLst>
            </a:prstGeom>
            <a:pattFill prst="diagBrick">
              <a:fgClr>
                <a:schemeClr val="accent1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4" name="Partial Circle 143">
              <a:extLst>
                <a:ext uri="{FF2B5EF4-FFF2-40B4-BE49-F238E27FC236}">
                  <a16:creationId xmlns:a16="http://schemas.microsoft.com/office/drawing/2014/main" id="{D5C9DA15-0888-92AC-1314-3740DE3F895E}"/>
                </a:ext>
              </a:extLst>
            </p:cNvPr>
            <p:cNvSpPr/>
            <p:nvPr/>
          </p:nvSpPr>
          <p:spPr>
            <a:xfrm rot="10800000">
              <a:off x="8896662" y="2615784"/>
              <a:ext cx="914400" cy="914400"/>
            </a:xfrm>
            <a:prstGeom prst="pie">
              <a:avLst>
                <a:gd name="adj1" fmla="val 5350893"/>
                <a:gd name="adj2" fmla="val 16200000"/>
              </a:avLst>
            </a:prstGeom>
            <a:pattFill prst="diagBrick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2308EA9-F56C-3E76-1E80-D468D6CD8008}"/>
              </a:ext>
            </a:extLst>
          </p:cNvPr>
          <p:cNvGrpSpPr/>
          <p:nvPr/>
        </p:nvGrpSpPr>
        <p:grpSpPr>
          <a:xfrm>
            <a:off x="9022548" y="4193736"/>
            <a:ext cx="914400" cy="826430"/>
            <a:chOff x="8896662" y="2615784"/>
            <a:chExt cx="914400" cy="914400"/>
          </a:xfrm>
        </p:grpSpPr>
        <p:sp>
          <p:nvSpPr>
            <p:cNvPr id="146" name="Partial Circle 145">
              <a:extLst>
                <a:ext uri="{FF2B5EF4-FFF2-40B4-BE49-F238E27FC236}">
                  <a16:creationId xmlns:a16="http://schemas.microsoft.com/office/drawing/2014/main" id="{F9FDB332-9E91-736B-C16E-6A08EB76912A}"/>
                </a:ext>
              </a:extLst>
            </p:cNvPr>
            <p:cNvSpPr/>
            <p:nvPr/>
          </p:nvSpPr>
          <p:spPr>
            <a:xfrm>
              <a:off x="8896662" y="2615784"/>
              <a:ext cx="914400" cy="914400"/>
            </a:xfrm>
            <a:prstGeom prst="pie">
              <a:avLst>
                <a:gd name="adj1" fmla="val 5350893"/>
                <a:gd name="adj2" fmla="val 162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7" name="Partial Circle 146">
              <a:extLst>
                <a:ext uri="{FF2B5EF4-FFF2-40B4-BE49-F238E27FC236}">
                  <a16:creationId xmlns:a16="http://schemas.microsoft.com/office/drawing/2014/main" id="{A549792D-3840-A51E-11D9-7F2AA9173A66}"/>
                </a:ext>
              </a:extLst>
            </p:cNvPr>
            <p:cNvSpPr/>
            <p:nvPr/>
          </p:nvSpPr>
          <p:spPr>
            <a:xfrm rot="10800000">
              <a:off x="8896662" y="2615784"/>
              <a:ext cx="914400" cy="914400"/>
            </a:xfrm>
            <a:prstGeom prst="pie">
              <a:avLst>
                <a:gd name="adj1" fmla="val 5350893"/>
                <a:gd name="adj2" fmla="val 1620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7AF0A774-943F-76A5-00A3-C4179A3D7A50}"/>
              </a:ext>
            </a:extLst>
          </p:cNvPr>
          <p:cNvGrpSpPr/>
          <p:nvPr/>
        </p:nvGrpSpPr>
        <p:grpSpPr>
          <a:xfrm rot="617403">
            <a:off x="7382445" y="3265181"/>
            <a:ext cx="978408" cy="719789"/>
            <a:chOff x="7344871" y="3105834"/>
            <a:chExt cx="978408" cy="719789"/>
          </a:xfrm>
        </p:grpSpPr>
        <p:sp>
          <p:nvSpPr>
            <p:cNvPr id="139" name="Arrow: Down 138">
              <a:extLst>
                <a:ext uri="{FF2B5EF4-FFF2-40B4-BE49-F238E27FC236}">
                  <a16:creationId xmlns:a16="http://schemas.microsoft.com/office/drawing/2014/main" id="{889EF879-5745-F8E1-B443-E5A827532DFA}"/>
                </a:ext>
              </a:extLst>
            </p:cNvPr>
            <p:cNvSpPr/>
            <p:nvPr/>
          </p:nvSpPr>
          <p:spPr>
            <a:xfrm rot="15658866">
              <a:off x="7591759" y="3094103"/>
              <a:ext cx="484632" cy="978408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3D25F27-E9D1-F359-267E-88A3DF093AA5}"/>
                </a:ext>
              </a:extLst>
            </p:cNvPr>
            <p:cNvSpPr txBox="1"/>
            <p:nvPr/>
          </p:nvSpPr>
          <p:spPr>
            <a:xfrm rot="20982597">
              <a:off x="7392622" y="3105834"/>
              <a:ext cx="615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split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3B2B1589-37A5-2E45-7A21-CF004B5E1899}"/>
                  </a:ext>
                </a:extLst>
              </p:cNvPr>
              <p:cNvSpPr txBox="1"/>
              <p:nvPr/>
            </p:nvSpPr>
            <p:spPr>
              <a:xfrm>
                <a:off x="9086197" y="4400252"/>
                <a:ext cx="3612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3B2B1589-37A5-2E45-7A21-CF004B5E1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6197" y="4400252"/>
                <a:ext cx="36125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D2DADDEE-3B4A-7B7B-E010-0609FBA5F0B4}"/>
              </a:ext>
            </a:extLst>
          </p:cNvPr>
          <p:cNvCxnSpPr>
            <a:cxnSpLocks/>
            <a:endCxn id="152" idx="0"/>
          </p:cNvCxnSpPr>
          <p:nvPr/>
        </p:nvCxnSpPr>
        <p:spPr>
          <a:xfrm>
            <a:off x="5334379" y="3868428"/>
            <a:ext cx="3932445" cy="531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54688E5E-7048-DF69-DDD4-4A6973551CB8}"/>
                  </a:ext>
                </a:extLst>
              </p:cNvPr>
              <p:cNvSpPr txBox="1"/>
              <p:nvPr/>
            </p:nvSpPr>
            <p:spPr>
              <a:xfrm>
                <a:off x="9535407" y="4422285"/>
                <a:ext cx="3612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54688E5E-7048-DF69-DDD4-4A6973551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5407" y="4422285"/>
                <a:ext cx="36125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E1F00900-D6C9-5AAC-8B7A-F343F8A556F4}"/>
              </a:ext>
            </a:extLst>
          </p:cNvPr>
          <p:cNvCxnSpPr>
            <a:cxnSpLocks/>
            <a:stCxn id="125" idx="0"/>
            <a:endCxn id="157" idx="0"/>
          </p:cNvCxnSpPr>
          <p:nvPr/>
        </p:nvCxnSpPr>
        <p:spPr>
          <a:xfrm>
            <a:off x="6123660" y="3656186"/>
            <a:ext cx="3592374" cy="766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Partial Circle 161">
            <a:extLst>
              <a:ext uri="{FF2B5EF4-FFF2-40B4-BE49-F238E27FC236}">
                <a16:creationId xmlns:a16="http://schemas.microsoft.com/office/drawing/2014/main" id="{2F82C3E9-7029-AACA-722B-B34A4F421E45}"/>
              </a:ext>
            </a:extLst>
          </p:cNvPr>
          <p:cNvSpPr/>
          <p:nvPr/>
        </p:nvSpPr>
        <p:spPr>
          <a:xfrm rot="10591920">
            <a:off x="8925421" y="2673454"/>
            <a:ext cx="1222766" cy="1251099"/>
          </a:xfrm>
          <a:prstGeom prst="pie">
            <a:avLst>
              <a:gd name="adj1" fmla="val 12941731"/>
              <a:gd name="adj2" fmla="val 1639973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371DF342-3458-8958-66F3-5B263826C9E7}"/>
                  </a:ext>
                </a:extLst>
              </p:cNvPr>
              <p:cNvSpPr txBox="1"/>
              <p:nvPr/>
            </p:nvSpPr>
            <p:spPr>
              <a:xfrm>
                <a:off x="9434898" y="3520668"/>
                <a:ext cx="7510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371DF342-3458-8958-66F3-5B263826C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4898" y="3520668"/>
                <a:ext cx="75103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BAE3E383-AC8C-A1B6-498C-EF0020CFD024}"/>
              </a:ext>
            </a:extLst>
          </p:cNvPr>
          <p:cNvCxnSpPr>
            <a:cxnSpLocks/>
            <a:stCxn id="125" idx="0"/>
            <a:endCxn id="163" idx="0"/>
          </p:cNvCxnSpPr>
          <p:nvPr/>
        </p:nvCxnSpPr>
        <p:spPr>
          <a:xfrm flipV="1">
            <a:off x="6123660" y="3520668"/>
            <a:ext cx="3686758" cy="135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4965191E-BAF3-8E33-72A1-4D862697227B}"/>
                  </a:ext>
                </a:extLst>
              </p:cNvPr>
              <p:cNvSpPr txBox="1"/>
              <p:nvPr/>
            </p:nvSpPr>
            <p:spPr>
              <a:xfrm>
                <a:off x="7020687" y="5176434"/>
                <a:ext cx="5025991" cy="681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Cost decreases by at least: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−2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4965191E-BAF3-8E33-72A1-4D8626972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687" y="5176434"/>
                <a:ext cx="5025991" cy="681982"/>
              </a:xfrm>
              <a:prstGeom prst="rect">
                <a:avLst/>
              </a:prstGeom>
              <a:blipFill>
                <a:blip r:embed="rId13"/>
                <a:stretch>
                  <a:fillRect l="-1092" t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TextBox 168">
            <a:extLst>
              <a:ext uri="{FF2B5EF4-FFF2-40B4-BE49-F238E27FC236}">
                <a16:creationId xmlns:a16="http://schemas.microsoft.com/office/drawing/2014/main" id="{FC556CFD-F509-391E-338E-F8E2DCD68C30}"/>
              </a:ext>
            </a:extLst>
          </p:cNvPr>
          <p:cNvSpPr txBox="1"/>
          <p:nvPr/>
        </p:nvSpPr>
        <p:spPr>
          <a:xfrm>
            <a:off x="7916116" y="6007660"/>
            <a:ext cx="2573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be </a:t>
            </a:r>
            <a:r>
              <a:rPr lang="en-US" sz="2800" dirty="0">
                <a:solidFill>
                  <a:srgbClr val="FFC000"/>
                </a:solidFill>
              </a:rPr>
              <a:t>GREEDY</a:t>
            </a:r>
          </a:p>
        </p:txBody>
      </p:sp>
    </p:spTree>
    <p:extLst>
      <p:ext uri="{BB962C8B-B14F-4D97-AF65-F5344CB8AC3E}">
        <p14:creationId xmlns:p14="http://schemas.microsoft.com/office/powerpoint/2010/main" val="2194078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9" grpId="0" animBg="1"/>
      <p:bldP spid="111" grpId="0" animBg="1"/>
      <p:bldP spid="113" grpId="0" animBg="1"/>
      <p:bldP spid="125" grpId="0"/>
      <p:bldP spid="127" grpId="0"/>
      <p:bldP spid="128" grpId="0"/>
      <p:bldP spid="137" grpId="0"/>
      <p:bldP spid="138" grpId="0"/>
      <p:bldP spid="152" grpId="0"/>
      <p:bldP spid="157" grpId="0"/>
      <p:bldP spid="162" grpId="0" animBg="1"/>
      <p:bldP spid="163" grpId="0"/>
      <p:bldP spid="168" grpId="0"/>
      <p:bldP spid="16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28B0CCD-89AB-6CFD-08A6-1B08AEC51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0BCD91D-5147-8CB9-C2F8-F8E6979BA2F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35646" y="345137"/>
                <a:ext cx="11656354" cy="1355916"/>
              </a:xfrm>
              <a:gradFill flip="none" rotWithShape="1">
                <a:gsLst>
                  <a:gs pos="0">
                    <a:schemeClr val="accent1">
                      <a:lumMod val="89000"/>
                      <a:alpha val="80000"/>
                    </a:schemeClr>
                  </a:gs>
                  <a:gs pos="23000">
                    <a:schemeClr val="accent1">
                      <a:lumMod val="89000"/>
                    </a:schemeClr>
                  </a:gs>
                  <a:gs pos="69000">
                    <a:schemeClr val="accent1">
                      <a:lumMod val="75000"/>
                    </a:schemeClr>
                  </a:gs>
                  <a:gs pos="97000">
                    <a:schemeClr val="accent1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Optimal algorithm when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0BCD91D-5147-8CB9-C2F8-F8E6979BA2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35646" y="345137"/>
                <a:ext cx="11656354" cy="1355916"/>
              </a:xfrm>
              <a:blipFill>
                <a:blip r:embed="rId3"/>
                <a:stretch>
                  <a:fillRect l="-2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E09C19-E204-16D9-AE77-17FE97A7F353}"/>
                  </a:ext>
                </a:extLst>
              </p:cNvPr>
              <p:cNvSpPr txBox="1"/>
              <p:nvPr/>
            </p:nvSpPr>
            <p:spPr>
              <a:xfrm>
                <a:off x="512656" y="1701053"/>
                <a:ext cx="242867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Step 1</a:t>
                </a:r>
              </a:p>
              <a:p>
                <a:r>
                  <a:rPr lang="en-US" dirty="0"/>
                  <a:t>For each cluster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E09C19-E204-16D9-AE77-17FE97A7F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56" y="1701053"/>
                <a:ext cx="2428678" cy="646331"/>
              </a:xfrm>
              <a:prstGeom prst="rect">
                <a:avLst/>
              </a:prstGeom>
              <a:blipFill>
                <a:blip r:embed="rId4"/>
                <a:stretch>
                  <a:fillRect l="-2005" t="-377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4A7B6EA-3DDE-4E9A-00FF-A575ECAA3781}"/>
              </a:ext>
            </a:extLst>
          </p:cNvPr>
          <p:cNvGrpSpPr/>
          <p:nvPr/>
        </p:nvGrpSpPr>
        <p:grpSpPr>
          <a:xfrm>
            <a:off x="1145382" y="4561594"/>
            <a:ext cx="914400" cy="914401"/>
            <a:chOff x="8313178" y="2766088"/>
            <a:chExt cx="914400" cy="914401"/>
          </a:xfrm>
        </p:grpSpPr>
        <p:sp>
          <p:nvSpPr>
            <p:cNvPr id="18" name="Partial Circle 17">
              <a:extLst>
                <a:ext uri="{FF2B5EF4-FFF2-40B4-BE49-F238E27FC236}">
                  <a16:creationId xmlns:a16="http://schemas.microsoft.com/office/drawing/2014/main" id="{3BA92823-403D-7C9F-0E5B-E978A8A5BF56}"/>
                </a:ext>
              </a:extLst>
            </p:cNvPr>
            <p:cNvSpPr/>
            <p:nvPr/>
          </p:nvSpPr>
          <p:spPr>
            <a:xfrm>
              <a:off x="8313178" y="2766089"/>
              <a:ext cx="914400" cy="914400"/>
            </a:xfrm>
            <a:prstGeom prst="pie">
              <a:avLst>
                <a:gd name="adj1" fmla="val 7691339"/>
                <a:gd name="adj2" fmla="val 1620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Partial Circle 18">
              <a:extLst>
                <a:ext uri="{FF2B5EF4-FFF2-40B4-BE49-F238E27FC236}">
                  <a16:creationId xmlns:a16="http://schemas.microsoft.com/office/drawing/2014/main" id="{A5F7BF44-BFA0-92CF-9E11-4E63E4A823A6}"/>
                </a:ext>
              </a:extLst>
            </p:cNvPr>
            <p:cNvSpPr/>
            <p:nvPr/>
          </p:nvSpPr>
          <p:spPr>
            <a:xfrm rot="10800000">
              <a:off x="8313178" y="2766088"/>
              <a:ext cx="914400" cy="914400"/>
            </a:xfrm>
            <a:prstGeom prst="pie">
              <a:avLst>
                <a:gd name="adj1" fmla="val 5350893"/>
                <a:gd name="adj2" fmla="val 184995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Arrow: Down 19">
            <a:extLst>
              <a:ext uri="{FF2B5EF4-FFF2-40B4-BE49-F238E27FC236}">
                <a16:creationId xmlns:a16="http://schemas.microsoft.com/office/drawing/2014/main" id="{3816F4ED-2837-73D0-3EFC-057E9B43399C}"/>
              </a:ext>
            </a:extLst>
          </p:cNvPr>
          <p:cNvSpPr/>
          <p:nvPr/>
        </p:nvSpPr>
        <p:spPr>
          <a:xfrm rot="16200000">
            <a:off x="2489459" y="4693629"/>
            <a:ext cx="371818" cy="650329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rtial Circle 20">
            <a:extLst>
              <a:ext uri="{FF2B5EF4-FFF2-40B4-BE49-F238E27FC236}">
                <a16:creationId xmlns:a16="http://schemas.microsoft.com/office/drawing/2014/main" id="{145A8A18-440D-DE99-AD50-C9CF630CB1F2}"/>
              </a:ext>
            </a:extLst>
          </p:cNvPr>
          <p:cNvSpPr/>
          <p:nvPr/>
        </p:nvSpPr>
        <p:spPr>
          <a:xfrm>
            <a:off x="3501336" y="4561593"/>
            <a:ext cx="914400" cy="914400"/>
          </a:xfrm>
          <a:prstGeom prst="pie">
            <a:avLst>
              <a:gd name="adj1" fmla="val 7627408"/>
              <a:gd name="adj2" fmla="val 1620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Partial Circle 22">
            <a:extLst>
              <a:ext uri="{FF2B5EF4-FFF2-40B4-BE49-F238E27FC236}">
                <a16:creationId xmlns:a16="http://schemas.microsoft.com/office/drawing/2014/main" id="{08BDA0A2-E8E4-5174-B2BC-B534AA74D63D}"/>
              </a:ext>
            </a:extLst>
          </p:cNvPr>
          <p:cNvSpPr/>
          <p:nvPr/>
        </p:nvSpPr>
        <p:spPr>
          <a:xfrm rot="10800000">
            <a:off x="3501336" y="4923355"/>
            <a:ext cx="914400" cy="914400"/>
          </a:xfrm>
          <a:prstGeom prst="pie">
            <a:avLst>
              <a:gd name="adj1" fmla="val 14015674"/>
              <a:gd name="adj2" fmla="val 1838860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Partial Circle 24">
            <a:extLst>
              <a:ext uri="{FF2B5EF4-FFF2-40B4-BE49-F238E27FC236}">
                <a16:creationId xmlns:a16="http://schemas.microsoft.com/office/drawing/2014/main" id="{847E3929-796F-F9BF-DECD-7FD505F13142}"/>
              </a:ext>
            </a:extLst>
          </p:cNvPr>
          <p:cNvSpPr/>
          <p:nvPr/>
        </p:nvSpPr>
        <p:spPr>
          <a:xfrm rot="7542044">
            <a:off x="3501335" y="4561593"/>
            <a:ext cx="914400" cy="914400"/>
          </a:xfrm>
          <a:prstGeom prst="pie">
            <a:avLst>
              <a:gd name="adj1" fmla="val 8646759"/>
              <a:gd name="adj2" fmla="val 1718205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17D82DA-C6C2-0DC0-50D4-078DFCBAF9A4}"/>
              </a:ext>
            </a:extLst>
          </p:cNvPr>
          <p:cNvGrpSpPr/>
          <p:nvPr/>
        </p:nvGrpSpPr>
        <p:grpSpPr>
          <a:xfrm>
            <a:off x="501666" y="2857711"/>
            <a:ext cx="4001513" cy="1276162"/>
            <a:chOff x="501666" y="2857711"/>
            <a:chExt cx="4001513" cy="127616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641E9C5-C1C0-F4B5-8BD8-70B44947CD09}"/>
                </a:ext>
              </a:extLst>
            </p:cNvPr>
            <p:cNvGrpSpPr/>
            <p:nvPr/>
          </p:nvGrpSpPr>
          <p:grpSpPr>
            <a:xfrm>
              <a:off x="1232825" y="2857712"/>
              <a:ext cx="914400" cy="914401"/>
              <a:chOff x="8313178" y="2766088"/>
              <a:chExt cx="914400" cy="914401"/>
            </a:xfrm>
          </p:grpSpPr>
          <p:sp>
            <p:nvSpPr>
              <p:cNvPr id="5" name="Partial Circle 4">
                <a:extLst>
                  <a:ext uri="{FF2B5EF4-FFF2-40B4-BE49-F238E27FC236}">
                    <a16:creationId xmlns:a16="http://schemas.microsoft.com/office/drawing/2014/main" id="{E627B5A5-6AC4-15BA-4F00-6D65BB63CE36}"/>
                  </a:ext>
                </a:extLst>
              </p:cNvPr>
              <p:cNvSpPr/>
              <p:nvPr/>
            </p:nvSpPr>
            <p:spPr>
              <a:xfrm>
                <a:off x="8313178" y="2766089"/>
                <a:ext cx="914400" cy="914400"/>
              </a:xfrm>
              <a:prstGeom prst="pie">
                <a:avLst>
                  <a:gd name="adj1" fmla="val 8646759"/>
                  <a:gd name="adj2" fmla="val 1620000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Partial Circle 5">
                <a:extLst>
                  <a:ext uri="{FF2B5EF4-FFF2-40B4-BE49-F238E27FC236}">
                    <a16:creationId xmlns:a16="http://schemas.microsoft.com/office/drawing/2014/main" id="{B8457FD4-5D6B-0AE5-6A03-C712D012BF92}"/>
                  </a:ext>
                </a:extLst>
              </p:cNvPr>
              <p:cNvSpPr/>
              <p:nvPr/>
            </p:nvSpPr>
            <p:spPr>
              <a:xfrm rot="10800000">
                <a:off x="8313178" y="2766088"/>
                <a:ext cx="914400" cy="914400"/>
              </a:xfrm>
              <a:prstGeom prst="pie">
                <a:avLst>
                  <a:gd name="adj1" fmla="val 5350893"/>
                  <a:gd name="adj2" fmla="val 19534901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E6EB632F-8D2B-97D4-4D34-4ACF4ED578BD}"/>
                </a:ext>
              </a:extLst>
            </p:cNvPr>
            <p:cNvSpPr/>
            <p:nvPr/>
          </p:nvSpPr>
          <p:spPr>
            <a:xfrm rot="16200000">
              <a:off x="2576902" y="2989747"/>
              <a:ext cx="371818" cy="650329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Partial Circle 8">
              <a:extLst>
                <a:ext uri="{FF2B5EF4-FFF2-40B4-BE49-F238E27FC236}">
                  <a16:creationId xmlns:a16="http://schemas.microsoft.com/office/drawing/2014/main" id="{31B43A81-F6DF-85A0-B9C6-9D7452C2F012}"/>
                </a:ext>
              </a:extLst>
            </p:cNvPr>
            <p:cNvSpPr/>
            <p:nvPr/>
          </p:nvSpPr>
          <p:spPr>
            <a:xfrm>
              <a:off x="3588779" y="2857711"/>
              <a:ext cx="914400" cy="914400"/>
            </a:xfrm>
            <a:prstGeom prst="pie">
              <a:avLst>
                <a:gd name="adj1" fmla="val 8646759"/>
                <a:gd name="adj2" fmla="val 162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Partial Circle 10">
              <a:extLst>
                <a:ext uri="{FF2B5EF4-FFF2-40B4-BE49-F238E27FC236}">
                  <a16:creationId xmlns:a16="http://schemas.microsoft.com/office/drawing/2014/main" id="{C11DAB1A-C07D-4131-27F3-F8A4567E7E65}"/>
                </a:ext>
              </a:extLst>
            </p:cNvPr>
            <p:cNvSpPr/>
            <p:nvPr/>
          </p:nvSpPr>
          <p:spPr>
            <a:xfrm rot="7542044">
              <a:off x="3588779" y="2857711"/>
              <a:ext cx="914400" cy="914400"/>
            </a:xfrm>
            <a:prstGeom prst="pie">
              <a:avLst>
                <a:gd name="adj1" fmla="val 8646759"/>
                <a:gd name="adj2" fmla="val 1620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Partial Circle 15">
              <a:extLst>
                <a:ext uri="{FF2B5EF4-FFF2-40B4-BE49-F238E27FC236}">
                  <a16:creationId xmlns:a16="http://schemas.microsoft.com/office/drawing/2014/main" id="{45EF6949-4E6E-EF8B-A52B-ADB6A56CE3A6}"/>
                </a:ext>
              </a:extLst>
            </p:cNvPr>
            <p:cNvSpPr/>
            <p:nvPr/>
          </p:nvSpPr>
          <p:spPr>
            <a:xfrm rot="10800000">
              <a:off x="3588779" y="3219473"/>
              <a:ext cx="914400" cy="914400"/>
            </a:xfrm>
            <a:prstGeom prst="pie">
              <a:avLst>
                <a:gd name="adj1" fmla="val 12937913"/>
                <a:gd name="adj2" fmla="val 1953490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9A9A4F3-6418-9B87-63E0-47EB8F12CE59}"/>
                    </a:ext>
                  </a:extLst>
                </p:cNvPr>
                <p:cNvSpPr txBox="1"/>
                <p:nvPr/>
              </p:nvSpPr>
              <p:spPr>
                <a:xfrm>
                  <a:off x="501666" y="3105834"/>
                  <a:ext cx="783487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If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9A9A4F3-6418-9B87-63E0-47EB8F12CE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666" y="3105834"/>
                  <a:ext cx="783487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6202" t="-37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B0DA85-2EFD-C74A-F68A-09AF5ABFA97B}"/>
                  </a:ext>
                </a:extLst>
              </p:cNvPr>
              <p:cNvSpPr txBox="1"/>
              <p:nvPr/>
            </p:nvSpPr>
            <p:spPr>
              <a:xfrm>
                <a:off x="433717" y="4832884"/>
                <a:ext cx="78348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B0DA85-2EFD-C74A-F68A-09AF5ABFA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17" y="4832884"/>
                <a:ext cx="783487" cy="646331"/>
              </a:xfrm>
              <a:prstGeom prst="rect">
                <a:avLst/>
              </a:prstGeom>
              <a:blipFill>
                <a:blip r:embed="rId6"/>
                <a:stretch>
                  <a:fillRect l="-6202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55AB67D-3E71-995F-B4D4-37517838FEEC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4045979" y="3883831"/>
            <a:ext cx="1455411" cy="250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B009ADE-EC64-8DC9-35F9-BC29211CAAF1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3958536" y="4073456"/>
            <a:ext cx="1542854" cy="1764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B926260-CA7A-BB41-76EB-98CCAAE8D8D4}"/>
              </a:ext>
            </a:extLst>
          </p:cNvPr>
          <p:cNvSpPr/>
          <p:nvPr/>
        </p:nvSpPr>
        <p:spPr>
          <a:xfrm>
            <a:off x="5526374" y="3314911"/>
            <a:ext cx="1775138" cy="142250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A982EFB-91F1-F9F6-C58C-1110ACA473B7}"/>
                  </a:ext>
                </a:extLst>
              </p:cNvPr>
              <p:cNvSpPr txBox="1"/>
              <p:nvPr/>
            </p:nvSpPr>
            <p:spPr>
              <a:xfrm>
                <a:off x="5769311" y="2830436"/>
                <a:ext cx="12892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Singleton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A982EFB-91F1-F9F6-C58C-1110ACA47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9311" y="2830436"/>
                <a:ext cx="1289264" cy="369332"/>
              </a:xfrm>
              <a:prstGeom prst="rect">
                <a:avLst/>
              </a:prstGeom>
              <a:blipFill>
                <a:blip r:embed="rId7"/>
                <a:stretch>
                  <a:fillRect l="-3774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Partial Circle 45">
            <a:extLst>
              <a:ext uri="{FF2B5EF4-FFF2-40B4-BE49-F238E27FC236}">
                <a16:creationId xmlns:a16="http://schemas.microsoft.com/office/drawing/2014/main" id="{6A506AC6-8116-A01D-E015-408436CBDA9B}"/>
              </a:ext>
            </a:extLst>
          </p:cNvPr>
          <p:cNvSpPr/>
          <p:nvPr/>
        </p:nvSpPr>
        <p:spPr>
          <a:xfrm rot="10800000">
            <a:off x="5588430" y="3088335"/>
            <a:ext cx="914400" cy="914400"/>
          </a:xfrm>
          <a:prstGeom prst="pie">
            <a:avLst>
              <a:gd name="adj1" fmla="val 14689240"/>
              <a:gd name="adj2" fmla="val 19534901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Partial Circle 47">
            <a:extLst>
              <a:ext uri="{FF2B5EF4-FFF2-40B4-BE49-F238E27FC236}">
                <a16:creationId xmlns:a16="http://schemas.microsoft.com/office/drawing/2014/main" id="{14E20B84-E593-1E92-CD8A-FC6A4C0E4ADE}"/>
              </a:ext>
            </a:extLst>
          </p:cNvPr>
          <p:cNvSpPr/>
          <p:nvPr/>
        </p:nvSpPr>
        <p:spPr>
          <a:xfrm rot="10800000">
            <a:off x="6449167" y="3105834"/>
            <a:ext cx="914400" cy="914400"/>
          </a:xfrm>
          <a:prstGeom prst="pie">
            <a:avLst>
              <a:gd name="adj1" fmla="val 14689240"/>
              <a:gd name="adj2" fmla="val 1779833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Partial Circle 49">
            <a:extLst>
              <a:ext uri="{FF2B5EF4-FFF2-40B4-BE49-F238E27FC236}">
                <a16:creationId xmlns:a16="http://schemas.microsoft.com/office/drawing/2014/main" id="{1716C8CB-44F5-A8CE-98C9-5296DF41C322}"/>
              </a:ext>
            </a:extLst>
          </p:cNvPr>
          <p:cNvSpPr/>
          <p:nvPr/>
        </p:nvSpPr>
        <p:spPr>
          <a:xfrm rot="10800000">
            <a:off x="6045629" y="2912515"/>
            <a:ext cx="914400" cy="914400"/>
          </a:xfrm>
          <a:prstGeom prst="pie">
            <a:avLst>
              <a:gd name="adj1" fmla="val 14015674"/>
              <a:gd name="adj2" fmla="val 1838860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Partial Circle 51">
            <a:extLst>
              <a:ext uri="{FF2B5EF4-FFF2-40B4-BE49-F238E27FC236}">
                <a16:creationId xmlns:a16="http://schemas.microsoft.com/office/drawing/2014/main" id="{8527E541-5F0B-82AF-9988-76BA11220BBE}"/>
              </a:ext>
            </a:extLst>
          </p:cNvPr>
          <p:cNvSpPr/>
          <p:nvPr/>
        </p:nvSpPr>
        <p:spPr>
          <a:xfrm rot="10800000">
            <a:off x="6207785" y="3743915"/>
            <a:ext cx="914400" cy="914400"/>
          </a:xfrm>
          <a:prstGeom prst="pie">
            <a:avLst>
              <a:gd name="adj1" fmla="val 14015674"/>
              <a:gd name="adj2" fmla="val 1838860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Partial Circle 53">
            <a:extLst>
              <a:ext uri="{FF2B5EF4-FFF2-40B4-BE49-F238E27FC236}">
                <a16:creationId xmlns:a16="http://schemas.microsoft.com/office/drawing/2014/main" id="{E29FC723-78CB-7E6E-BEC4-6DADCBFC25C9}"/>
              </a:ext>
            </a:extLst>
          </p:cNvPr>
          <p:cNvSpPr/>
          <p:nvPr/>
        </p:nvSpPr>
        <p:spPr>
          <a:xfrm rot="10800000">
            <a:off x="5487533" y="3647193"/>
            <a:ext cx="914400" cy="914400"/>
          </a:xfrm>
          <a:prstGeom prst="pie">
            <a:avLst>
              <a:gd name="adj1" fmla="val 14015674"/>
              <a:gd name="adj2" fmla="val 1838860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35EB426-034C-8012-30FD-965865D52AC0}"/>
                  </a:ext>
                </a:extLst>
              </p:cNvPr>
              <p:cNvSpPr txBox="1"/>
              <p:nvPr/>
            </p:nvSpPr>
            <p:spPr>
              <a:xfrm>
                <a:off x="5304951" y="5138008"/>
                <a:ext cx="22904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Blue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|=|</m:t>
                      </m:r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Red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35EB426-034C-8012-30FD-965865D52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4951" y="5138008"/>
                <a:ext cx="2290435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E169E8D-7EDB-B0D8-DCE8-59BFD0D57276}"/>
                  </a:ext>
                </a:extLst>
              </p:cNvPr>
              <p:cNvSpPr txBox="1"/>
              <p:nvPr/>
            </p:nvSpPr>
            <p:spPr>
              <a:xfrm>
                <a:off x="8081864" y="1724005"/>
                <a:ext cx="347338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Step 2:</a:t>
                </a:r>
              </a:p>
              <a:p>
                <a:r>
                  <a:rPr lang="en-US" dirty="0"/>
                  <a:t>Iteratively merge-cut clusters in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E169E8D-7EDB-B0D8-DCE8-59BFD0D57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1864" y="1724005"/>
                <a:ext cx="3473387" cy="646331"/>
              </a:xfrm>
              <a:prstGeom prst="rect">
                <a:avLst/>
              </a:prstGeom>
              <a:blipFill>
                <a:blip r:embed="rId9"/>
                <a:stretch>
                  <a:fillRect l="-1579" t="-471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6D2E475-7466-A582-8A27-C2976972765D}"/>
              </a:ext>
            </a:extLst>
          </p:cNvPr>
          <p:cNvCxnSpPr>
            <a:cxnSpLocks/>
          </p:cNvCxnSpPr>
          <p:nvPr/>
        </p:nvCxnSpPr>
        <p:spPr>
          <a:xfrm>
            <a:off x="6502828" y="4073456"/>
            <a:ext cx="1394149" cy="43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DA857B88-765E-E7B3-ACB6-A50606FEA942}"/>
              </a:ext>
            </a:extLst>
          </p:cNvPr>
          <p:cNvSpPr/>
          <p:nvPr/>
        </p:nvSpPr>
        <p:spPr>
          <a:xfrm>
            <a:off x="8386763" y="2471707"/>
            <a:ext cx="1173270" cy="71745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F5CA971-27EF-07EB-B399-EDB526C65C8A}"/>
              </a:ext>
            </a:extLst>
          </p:cNvPr>
          <p:cNvSpPr/>
          <p:nvPr/>
        </p:nvSpPr>
        <p:spPr>
          <a:xfrm>
            <a:off x="8386763" y="3293676"/>
            <a:ext cx="1173270" cy="40990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6227ABB-C627-C619-86C0-05FBFF1051E5}"/>
              </a:ext>
            </a:extLst>
          </p:cNvPr>
          <p:cNvSpPr/>
          <p:nvPr/>
        </p:nvSpPr>
        <p:spPr>
          <a:xfrm>
            <a:off x="8386763" y="3770820"/>
            <a:ext cx="1173270" cy="25172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B5BC27-B266-493B-F634-8EFED621940A}"/>
              </a:ext>
            </a:extLst>
          </p:cNvPr>
          <p:cNvSpPr/>
          <p:nvPr/>
        </p:nvSpPr>
        <p:spPr>
          <a:xfrm>
            <a:off x="8386763" y="4566968"/>
            <a:ext cx="1173270" cy="10727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FFE4433-9524-2165-26D5-C6D59F0C4673}"/>
              </a:ext>
            </a:extLst>
          </p:cNvPr>
          <p:cNvSpPr/>
          <p:nvPr/>
        </p:nvSpPr>
        <p:spPr>
          <a:xfrm>
            <a:off x="8386763" y="5774805"/>
            <a:ext cx="1173270" cy="41099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461F876-9D61-EE5F-6625-F004F39E3455}"/>
              </a:ext>
            </a:extLst>
          </p:cNvPr>
          <p:cNvSpPr/>
          <p:nvPr/>
        </p:nvSpPr>
        <p:spPr>
          <a:xfrm>
            <a:off x="10248940" y="2469127"/>
            <a:ext cx="1173270" cy="27969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F6080F7-4109-3255-D4EC-A54BAA9BB6C9}"/>
              </a:ext>
            </a:extLst>
          </p:cNvPr>
          <p:cNvSpPr/>
          <p:nvPr/>
        </p:nvSpPr>
        <p:spPr>
          <a:xfrm>
            <a:off x="10248940" y="2838921"/>
            <a:ext cx="1173270" cy="121384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100B1EC-9212-FFFB-6273-A1E8B00B97F1}"/>
              </a:ext>
            </a:extLst>
          </p:cNvPr>
          <p:cNvSpPr/>
          <p:nvPr/>
        </p:nvSpPr>
        <p:spPr>
          <a:xfrm>
            <a:off x="10248940" y="4184574"/>
            <a:ext cx="1173270" cy="435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0B476A4-6452-B612-3F12-8BD2E1F00F88}"/>
              </a:ext>
            </a:extLst>
          </p:cNvPr>
          <p:cNvSpPr/>
          <p:nvPr/>
        </p:nvSpPr>
        <p:spPr>
          <a:xfrm>
            <a:off x="10248940" y="4801899"/>
            <a:ext cx="1173270" cy="3067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046BE7A-6B46-8AC9-48E6-1551562CAA20}"/>
              </a:ext>
            </a:extLst>
          </p:cNvPr>
          <p:cNvSpPr/>
          <p:nvPr/>
        </p:nvSpPr>
        <p:spPr>
          <a:xfrm>
            <a:off x="10248940" y="5301474"/>
            <a:ext cx="1173270" cy="8843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AE89E4-A0DF-6777-75F0-6AB23203E169}"/>
              </a:ext>
            </a:extLst>
          </p:cNvPr>
          <p:cNvSpPr/>
          <p:nvPr/>
        </p:nvSpPr>
        <p:spPr>
          <a:xfrm>
            <a:off x="8386763" y="4184574"/>
            <a:ext cx="1173270" cy="25172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Left Brace 99">
            <a:extLst>
              <a:ext uri="{FF2B5EF4-FFF2-40B4-BE49-F238E27FC236}">
                <a16:creationId xmlns:a16="http://schemas.microsoft.com/office/drawing/2014/main" id="{C7D31DDE-FC5E-7EA8-FDEE-00C06991097F}"/>
              </a:ext>
            </a:extLst>
          </p:cNvPr>
          <p:cNvSpPr/>
          <p:nvPr/>
        </p:nvSpPr>
        <p:spPr>
          <a:xfrm rot="16200000">
            <a:off x="8884943" y="5744140"/>
            <a:ext cx="191962" cy="13454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Left Brace 101">
            <a:extLst>
              <a:ext uri="{FF2B5EF4-FFF2-40B4-BE49-F238E27FC236}">
                <a16:creationId xmlns:a16="http://schemas.microsoft.com/office/drawing/2014/main" id="{6A494C25-CE1F-8BB5-8D98-799759AE4A6C}"/>
              </a:ext>
            </a:extLst>
          </p:cNvPr>
          <p:cNvSpPr/>
          <p:nvPr/>
        </p:nvSpPr>
        <p:spPr>
          <a:xfrm rot="16200000">
            <a:off x="10739594" y="5744140"/>
            <a:ext cx="191962" cy="13454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6E5E7FA4-39BD-D4FB-374B-63FF5489C36E}"/>
                  </a:ext>
                </a:extLst>
              </p:cNvPr>
              <p:cNvSpPr txBox="1"/>
              <p:nvPr/>
            </p:nvSpPr>
            <p:spPr>
              <a:xfrm>
                <a:off x="8566171" y="6512863"/>
                <a:ext cx="993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Blue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6E5E7FA4-39BD-D4FB-374B-63FF5489C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171" y="6512863"/>
                <a:ext cx="993862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79F40BD-514A-A586-E438-F373B05C57F6}"/>
                  </a:ext>
                </a:extLst>
              </p:cNvPr>
              <p:cNvSpPr txBox="1"/>
              <p:nvPr/>
            </p:nvSpPr>
            <p:spPr>
              <a:xfrm>
                <a:off x="10428348" y="6512863"/>
                <a:ext cx="9329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Red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79F40BD-514A-A586-E438-F373B05C5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8348" y="6512863"/>
                <a:ext cx="932948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6276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3" grpId="0" animBg="1"/>
      <p:bldP spid="25" grpId="0" animBg="1"/>
      <p:bldP spid="30" grpId="0"/>
      <p:bldP spid="42" grpId="0" animBg="1"/>
      <p:bldP spid="44" grpId="0"/>
      <p:bldP spid="46" grpId="0" animBg="1"/>
      <p:bldP spid="48" grpId="0" animBg="1"/>
      <p:bldP spid="50" grpId="0" animBg="1"/>
      <p:bldP spid="52" grpId="0" animBg="1"/>
      <p:bldP spid="54" grpId="0" animBg="1"/>
      <p:bldP spid="56" grpId="0"/>
      <p:bldP spid="5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7B505-15B1-FD10-C38F-D1FAC1975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89A670F-58D6-577A-7991-815BC154207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35646" y="345137"/>
                <a:ext cx="11656354" cy="1355916"/>
              </a:xfrm>
              <a:gradFill flip="none" rotWithShape="1">
                <a:gsLst>
                  <a:gs pos="0">
                    <a:schemeClr val="accent1">
                      <a:lumMod val="89000"/>
                      <a:alpha val="80000"/>
                    </a:schemeClr>
                  </a:gs>
                  <a:gs pos="23000">
                    <a:schemeClr val="accent1">
                      <a:lumMod val="89000"/>
                    </a:schemeClr>
                  </a:gs>
                  <a:gs pos="69000">
                    <a:schemeClr val="accent1">
                      <a:lumMod val="75000"/>
                    </a:schemeClr>
                  </a:gs>
                  <a:gs pos="97000">
                    <a:schemeClr val="accent1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Optimal algorithm when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89A670F-58D6-577A-7991-815BC15420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35646" y="345137"/>
                <a:ext cx="11656354" cy="1355916"/>
              </a:xfrm>
              <a:blipFill>
                <a:blip r:embed="rId3"/>
                <a:stretch>
                  <a:fillRect l="-2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7657E4-D98A-AAB6-D145-6DB206C3EF83}"/>
                  </a:ext>
                </a:extLst>
              </p:cNvPr>
              <p:cNvSpPr txBox="1"/>
              <p:nvPr/>
            </p:nvSpPr>
            <p:spPr>
              <a:xfrm>
                <a:off x="512656" y="1701053"/>
                <a:ext cx="242867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Step 1</a:t>
                </a:r>
              </a:p>
              <a:p>
                <a:r>
                  <a:rPr lang="en-US" dirty="0"/>
                  <a:t>For each cluster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7657E4-D98A-AAB6-D145-6DB206C3E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56" y="1701053"/>
                <a:ext cx="2428678" cy="646331"/>
              </a:xfrm>
              <a:prstGeom prst="rect">
                <a:avLst/>
              </a:prstGeom>
              <a:blipFill>
                <a:blip r:embed="rId4"/>
                <a:stretch>
                  <a:fillRect l="-2005" t="-377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592DC18F-E396-964C-2A4D-C53A4C973D59}"/>
              </a:ext>
            </a:extLst>
          </p:cNvPr>
          <p:cNvGrpSpPr/>
          <p:nvPr/>
        </p:nvGrpSpPr>
        <p:grpSpPr>
          <a:xfrm>
            <a:off x="1145382" y="4561594"/>
            <a:ext cx="914400" cy="914401"/>
            <a:chOff x="8313178" y="2766088"/>
            <a:chExt cx="914400" cy="914401"/>
          </a:xfrm>
        </p:grpSpPr>
        <p:sp>
          <p:nvSpPr>
            <p:cNvPr id="18" name="Partial Circle 17">
              <a:extLst>
                <a:ext uri="{FF2B5EF4-FFF2-40B4-BE49-F238E27FC236}">
                  <a16:creationId xmlns:a16="http://schemas.microsoft.com/office/drawing/2014/main" id="{1820E9EE-7CE0-2DD5-AFB4-DD13F6705AFA}"/>
                </a:ext>
              </a:extLst>
            </p:cNvPr>
            <p:cNvSpPr/>
            <p:nvPr/>
          </p:nvSpPr>
          <p:spPr>
            <a:xfrm>
              <a:off x="8313178" y="2766089"/>
              <a:ext cx="914400" cy="914400"/>
            </a:xfrm>
            <a:prstGeom prst="pie">
              <a:avLst>
                <a:gd name="adj1" fmla="val 7691339"/>
                <a:gd name="adj2" fmla="val 1620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Partial Circle 18">
              <a:extLst>
                <a:ext uri="{FF2B5EF4-FFF2-40B4-BE49-F238E27FC236}">
                  <a16:creationId xmlns:a16="http://schemas.microsoft.com/office/drawing/2014/main" id="{088C5974-AEA4-66D0-2601-623B99A8BAF2}"/>
                </a:ext>
              </a:extLst>
            </p:cNvPr>
            <p:cNvSpPr/>
            <p:nvPr/>
          </p:nvSpPr>
          <p:spPr>
            <a:xfrm rot="10800000">
              <a:off x="8313178" y="2766088"/>
              <a:ext cx="914400" cy="914400"/>
            </a:xfrm>
            <a:prstGeom prst="pie">
              <a:avLst>
                <a:gd name="adj1" fmla="val 5350893"/>
                <a:gd name="adj2" fmla="val 184995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Arrow: Down 19">
            <a:extLst>
              <a:ext uri="{FF2B5EF4-FFF2-40B4-BE49-F238E27FC236}">
                <a16:creationId xmlns:a16="http://schemas.microsoft.com/office/drawing/2014/main" id="{37046F6A-21BD-C808-6CE8-53C7C36B390A}"/>
              </a:ext>
            </a:extLst>
          </p:cNvPr>
          <p:cNvSpPr/>
          <p:nvPr/>
        </p:nvSpPr>
        <p:spPr>
          <a:xfrm rot="16200000">
            <a:off x="2489459" y="4693629"/>
            <a:ext cx="371818" cy="650329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rtial Circle 20">
            <a:extLst>
              <a:ext uri="{FF2B5EF4-FFF2-40B4-BE49-F238E27FC236}">
                <a16:creationId xmlns:a16="http://schemas.microsoft.com/office/drawing/2014/main" id="{F19EF95C-4100-C025-9221-92CC71E32E9E}"/>
              </a:ext>
            </a:extLst>
          </p:cNvPr>
          <p:cNvSpPr/>
          <p:nvPr/>
        </p:nvSpPr>
        <p:spPr>
          <a:xfrm>
            <a:off x="3501336" y="4561593"/>
            <a:ext cx="914400" cy="914400"/>
          </a:xfrm>
          <a:prstGeom prst="pie">
            <a:avLst>
              <a:gd name="adj1" fmla="val 7627408"/>
              <a:gd name="adj2" fmla="val 1620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Partial Circle 22">
            <a:extLst>
              <a:ext uri="{FF2B5EF4-FFF2-40B4-BE49-F238E27FC236}">
                <a16:creationId xmlns:a16="http://schemas.microsoft.com/office/drawing/2014/main" id="{9211D419-A7C2-7593-A6A1-3D72920F117B}"/>
              </a:ext>
            </a:extLst>
          </p:cNvPr>
          <p:cNvSpPr/>
          <p:nvPr/>
        </p:nvSpPr>
        <p:spPr>
          <a:xfrm rot="10800000">
            <a:off x="3501336" y="4923355"/>
            <a:ext cx="914400" cy="914400"/>
          </a:xfrm>
          <a:prstGeom prst="pie">
            <a:avLst>
              <a:gd name="adj1" fmla="val 14015674"/>
              <a:gd name="adj2" fmla="val 1838860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Partial Circle 24">
            <a:extLst>
              <a:ext uri="{FF2B5EF4-FFF2-40B4-BE49-F238E27FC236}">
                <a16:creationId xmlns:a16="http://schemas.microsoft.com/office/drawing/2014/main" id="{3C7A0E23-FA49-FE80-C13F-603BB02CB95D}"/>
              </a:ext>
            </a:extLst>
          </p:cNvPr>
          <p:cNvSpPr/>
          <p:nvPr/>
        </p:nvSpPr>
        <p:spPr>
          <a:xfrm rot="7542044">
            <a:off x="3501335" y="4561593"/>
            <a:ext cx="914400" cy="914400"/>
          </a:xfrm>
          <a:prstGeom prst="pie">
            <a:avLst>
              <a:gd name="adj1" fmla="val 8646759"/>
              <a:gd name="adj2" fmla="val 1718205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696CC6A-29B1-97CF-199B-E3A2DB891B42}"/>
              </a:ext>
            </a:extLst>
          </p:cNvPr>
          <p:cNvGrpSpPr/>
          <p:nvPr/>
        </p:nvGrpSpPr>
        <p:grpSpPr>
          <a:xfrm>
            <a:off x="501666" y="2857711"/>
            <a:ext cx="4001513" cy="1276162"/>
            <a:chOff x="501666" y="2857711"/>
            <a:chExt cx="4001513" cy="127616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CD8F2E0-9881-0301-F5C9-9AF1C7E14456}"/>
                </a:ext>
              </a:extLst>
            </p:cNvPr>
            <p:cNvGrpSpPr/>
            <p:nvPr/>
          </p:nvGrpSpPr>
          <p:grpSpPr>
            <a:xfrm>
              <a:off x="1232825" y="2857712"/>
              <a:ext cx="914400" cy="914401"/>
              <a:chOff x="8313178" y="2766088"/>
              <a:chExt cx="914400" cy="914401"/>
            </a:xfrm>
          </p:grpSpPr>
          <p:sp>
            <p:nvSpPr>
              <p:cNvPr id="5" name="Partial Circle 4">
                <a:extLst>
                  <a:ext uri="{FF2B5EF4-FFF2-40B4-BE49-F238E27FC236}">
                    <a16:creationId xmlns:a16="http://schemas.microsoft.com/office/drawing/2014/main" id="{CB045CE1-BE89-9605-5557-B9C3CB7A057F}"/>
                  </a:ext>
                </a:extLst>
              </p:cNvPr>
              <p:cNvSpPr/>
              <p:nvPr/>
            </p:nvSpPr>
            <p:spPr>
              <a:xfrm>
                <a:off x="8313178" y="2766089"/>
                <a:ext cx="914400" cy="914400"/>
              </a:xfrm>
              <a:prstGeom prst="pie">
                <a:avLst>
                  <a:gd name="adj1" fmla="val 8646759"/>
                  <a:gd name="adj2" fmla="val 1620000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Partial Circle 5">
                <a:extLst>
                  <a:ext uri="{FF2B5EF4-FFF2-40B4-BE49-F238E27FC236}">
                    <a16:creationId xmlns:a16="http://schemas.microsoft.com/office/drawing/2014/main" id="{D44733EF-DB65-7D3C-FFA7-EE70E32D2DE8}"/>
                  </a:ext>
                </a:extLst>
              </p:cNvPr>
              <p:cNvSpPr/>
              <p:nvPr/>
            </p:nvSpPr>
            <p:spPr>
              <a:xfrm rot="10800000">
                <a:off x="8313178" y="2766088"/>
                <a:ext cx="914400" cy="914400"/>
              </a:xfrm>
              <a:prstGeom prst="pie">
                <a:avLst>
                  <a:gd name="adj1" fmla="val 5350893"/>
                  <a:gd name="adj2" fmla="val 19534901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FF12476D-B8AB-1FEF-2DD6-F9849CA7A394}"/>
                </a:ext>
              </a:extLst>
            </p:cNvPr>
            <p:cNvSpPr/>
            <p:nvPr/>
          </p:nvSpPr>
          <p:spPr>
            <a:xfrm rot="16200000">
              <a:off x="2576902" y="2989747"/>
              <a:ext cx="371818" cy="650329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Partial Circle 8">
              <a:extLst>
                <a:ext uri="{FF2B5EF4-FFF2-40B4-BE49-F238E27FC236}">
                  <a16:creationId xmlns:a16="http://schemas.microsoft.com/office/drawing/2014/main" id="{77CF08E4-A86E-3CBB-1187-FEAB9E6C2589}"/>
                </a:ext>
              </a:extLst>
            </p:cNvPr>
            <p:cNvSpPr/>
            <p:nvPr/>
          </p:nvSpPr>
          <p:spPr>
            <a:xfrm>
              <a:off x="3588779" y="2857711"/>
              <a:ext cx="914400" cy="914400"/>
            </a:xfrm>
            <a:prstGeom prst="pie">
              <a:avLst>
                <a:gd name="adj1" fmla="val 8646759"/>
                <a:gd name="adj2" fmla="val 162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Partial Circle 10">
              <a:extLst>
                <a:ext uri="{FF2B5EF4-FFF2-40B4-BE49-F238E27FC236}">
                  <a16:creationId xmlns:a16="http://schemas.microsoft.com/office/drawing/2014/main" id="{22A37975-B75C-68E3-98BE-A9A16817D224}"/>
                </a:ext>
              </a:extLst>
            </p:cNvPr>
            <p:cNvSpPr/>
            <p:nvPr/>
          </p:nvSpPr>
          <p:spPr>
            <a:xfrm rot="7542044">
              <a:off x="3588779" y="2857711"/>
              <a:ext cx="914400" cy="914400"/>
            </a:xfrm>
            <a:prstGeom prst="pie">
              <a:avLst>
                <a:gd name="adj1" fmla="val 8646759"/>
                <a:gd name="adj2" fmla="val 1620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Partial Circle 15">
              <a:extLst>
                <a:ext uri="{FF2B5EF4-FFF2-40B4-BE49-F238E27FC236}">
                  <a16:creationId xmlns:a16="http://schemas.microsoft.com/office/drawing/2014/main" id="{6B98C765-8180-7D5F-E61B-86BC118B1398}"/>
                </a:ext>
              </a:extLst>
            </p:cNvPr>
            <p:cNvSpPr/>
            <p:nvPr/>
          </p:nvSpPr>
          <p:spPr>
            <a:xfrm rot="10800000">
              <a:off x="3588779" y="3219473"/>
              <a:ext cx="914400" cy="914400"/>
            </a:xfrm>
            <a:prstGeom prst="pie">
              <a:avLst>
                <a:gd name="adj1" fmla="val 12937913"/>
                <a:gd name="adj2" fmla="val 1953490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23DA544-0320-DCBF-18DC-56FC89F2C753}"/>
                    </a:ext>
                  </a:extLst>
                </p:cNvPr>
                <p:cNvSpPr txBox="1"/>
                <p:nvPr/>
              </p:nvSpPr>
              <p:spPr>
                <a:xfrm>
                  <a:off x="501666" y="3105834"/>
                  <a:ext cx="783487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If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23DA544-0320-DCBF-18DC-56FC89F2C7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666" y="3105834"/>
                  <a:ext cx="783487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6202" t="-37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101BF4-188E-97BB-4958-7D8B1C128B44}"/>
                  </a:ext>
                </a:extLst>
              </p:cNvPr>
              <p:cNvSpPr txBox="1"/>
              <p:nvPr/>
            </p:nvSpPr>
            <p:spPr>
              <a:xfrm>
                <a:off x="433717" y="4832884"/>
                <a:ext cx="78348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101BF4-188E-97BB-4958-7D8B1C128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17" y="4832884"/>
                <a:ext cx="783487" cy="646331"/>
              </a:xfrm>
              <a:prstGeom prst="rect">
                <a:avLst/>
              </a:prstGeom>
              <a:blipFill>
                <a:blip r:embed="rId6"/>
                <a:stretch>
                  <a:fillRect l="-6202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74DFF18-14AF-5519-03FC-6FBC7C139A7C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4045979" y="3883831"/>
            <a:ext cx="1455411" cy="250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E49706E-B320-0496-E731-B6F9F2727970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3958536" y="4073456"/>
            <a:ext cx="1542854" cy="1764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C6CD0ECE-D62E-7364-6079-BA3FC0F360EE}"/>
              </a:ext>
            </a:extLst>
          </p:cNvPr>
          <p:cNvSpPr/>
          <p:nvPr/>
        </p:nvSpPr>
        <p:spPr>
          <a:xfrm>
            <a:off x="5526374" y="3314911"/>
            <a:ext cx="1775138" cy="142250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CF983DF-2FF9-A8C0-532C-5C5F8AB6808D}"/>
                  </a:ext>
                </a:extLst>
              </p:cNvPr>
              <p:cNvSpPr txBox="1"/>
              <p:nvPr/>
            </p:nvSpPr>
            <p:spPr>
              <a:xfrm>
                <a:off x="5769311" y="2830436"/>
                <a:ext cx="12892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Singleton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CF983DF-2FF9-A8C0-532C-5C5F8AB68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9311" y="2830436"/>
                <a:ext cx="1289264" cy="369332"/>
              </a:xfrm>
              <a:prstGeom prst="rect">
                <a:avLst/>
              </a:prstGeom>
              <a:blipFill>
                <a:blip r:embed="rId7"/>
                <a:stretch>
                  <a:fillRect l="-3774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Partial Circle 45">
            <a:extLst>
              <a:ext uri="{FF2B5EF4-FFF2-40B4-BE49-F238E27FC236}">
                <a16:creationId xmlns:a16="http://schemas.microsoft.com/office/drawing/2014/main" id="{B328D41A-96AC-DE94-0D33-A17A4A1B7E64}"/>
              </a:ext>
            </a:extLst>
          </p:cNvPr>
          <p:cNvSpPr/>
          <p:nvPr/>
        </p:nvSpPr>
        <p:spPr>
          <a:xfrm rot="10800000">
            <a:off x="5588430" y="3088335"/>
            <a:ext cx="914400" cy="914400"/>
          </a:xfrm>
          <a:prstGeom prst="pie">
            <a:avLst>
              <a:gd name="adj1" fmla="val 14689240"/>
              <a:gd name="adj2" fmla="val 19534901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Partial Circle 47">
            <a:extLst>
              <a:ext uri="{FF2B5EF4-FFF2-40B4-BE49-F238E27FC236}">
                <a16:creationId xmlns:a16="http://schemas.microsoft.com/office/drawing/2014/main" id="{942006D8-D552-8242-B647-D02A4B020FE2}"/>
              </a:ext>
            </a:extLst>
          </p:cNvPr>
          <p:cNvSpPr/>
          <p:nvPr/>
        </p:nvSpPr>
        <p:spPr>
          <a:xfrm rot="10800000">
            <a:off x="6449167" y="3105834"/>
            <a:ext cx="914400" cy="914400"/>
          </a:xfrm>
          <a:prstGeom prst="pie">
            <a:avLst>
              <a:gd name="adj1" fmla="val 14689240"/>
              <a:gd name="adj2" fmla="val 1779833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Partial Circle 49">
            <a:extLst>
              <a:ext uri="{FF2B5EF4-FFF2-40B4-BE49-F238E27FC236}">
                <a16:creationId xmlns:a16="http://schemas.microsoft.com/office/drawing/2014/main" id="{C4CA4CE3-C0EB-8F16-50EF-45F88C6DC879}"/>
              </a:ext>
            </a:extLst>
          </p:cNvPr>
          <p:cNvSpPr/>
          <p:nvPr/>
        </p:nvSpPr>
        <p:spPr>
          <a:xfrm rot="10800000">
            <a:off x="6045629" y="2912515"/>
            <a:ext cx="914400" cy="914400"/>
          </a:xfrm>
          <a:prstGeom prst="pie">
            <a:avLst>
              <a:gd name="adj1" fmla="val 14015674"/>
              <a:gd name="adj2" fmla="val 1838860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Partial Circle 51">
            <a:extLst>
              <a:ext uri="{FF2B5EF4-FFF2-40B4-BE49-F238E27FC236}">
                <a16:creationId xmlns:a16="http://schemas.microsoft.com/office/drawing/2014/main" id="{40E46254-4E64-1206-B4C9-9061D91B16CF}"/>
              </a:ext>
            </a:extLst>
          </p:cNvPr>
          <p:cNvSpPr/>
          <p:nvPr/>
        </p:nvSpPr>
        <p:spPr>
          <a:xfrm rot="10800000">
            <a:off x="6207785" y="3743915"/>
            <a:ext cx="914400" cy="914400"/>
          </a:xfrm>
          <a:prstGeom prst="pie">
            <a:avLst>
              <a:gd name="adj1" fmla="val 14015674"/>
              <a:gd name="adj2" fmla="val 1838860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Partial Circle 53">
            <a:extLst>
              <a:ext uri="{FF2B5EF4-FFF2-40B4-BE49-F238E27FC236}">
                <a16:creationId xmlns:a16="http://schemas.microsoft.com/office/drawing/2014/main" id="{B5CAAB16-0C9B-C950-87F2-B00D95D58861}"/>
              </a:ext>
            </a:extLst>
          </p:cNvPr>
          <p:cNvSpPr/>
          <p:nvPr/>
        </p:nvSpPr>
        <p:spPr>
          <a:xfrm rot="10800000">
            <a:off x="5487533" y="3647193"/>
            <a:ext cx="914400" cy="914400"/>
          </a:xfrm>
          <a:prstGeom prst="pie">
            <a:avLst>
              <a:gd name="adj1" fmla="val 14015674"/>
              <a:gd name="adj2" fmla="val 1838860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8D04D21-3431-45F8-1AA8-B7901E3EA9FA}"/>
                  </a:ext>
                </a:extLst>
              </p:cNvPr>
              <p:cNvSpPr txBox="1"/>
              <p:nvPr/>
            </p:nvSpPr>
            <p:spPr>
              <a:xfrm>
                <a:off x="5304951" y="5138008"/>
                <a:ext cx="22904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Blue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|=|</m:t>
                      </m:r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Red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8D04D21-3431-45F8-1AA8-B7901E3EA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4951" y="5138008"/>
                <a:ext cx="2290435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CF97CE4-57C3-842D-4572-F8598D7336B2}"/>
                  </a:ext>
                </a:extLst>
              </p:cNvPr>
              <p:cNvSpPr txBox="1"/>
              <p:nvPr/>
            </p:nvSpPr>
            <p:spPr>
              <a:xfrm>
                <a:off x="8081864" y="1724005"/>
                <a:ext cx="347338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Step 2:</a:t>
                </a:r>
              </a:p>
              <a:p>
                <a:r>
                  <a:rPr lang="en-US" dirty="0"/>
                  <a:t>Iteratively merge-cut clusters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CF97CE4-57C3-842D-4572-F8598D733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1864" y="1724005"/>
                <a:ext cx="3473387" cy="646331"/>
              </a:xfrm>
              <a:prstGeom prst="rect">
                <a:avLst/>
              </a:prstGeom>
              <a:blipFill>
                <a:blip r:embed="rId9"/>
                <a:stretch>
                  <a:fillRect l="-1579" t="-471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063C5FD-D840-D58F-6E4B-CDBAA0D3473C}"/>
              </a:ext>
            </a:extLst>
          </p:cNvPr>
          <p:cNvCxnSpPr>
            <a:cxnSpLocks/>
          </p:cNvCxnSpPr>
          <p:nvPr/>
        </p:nvCxnSpPr>
        <p:spPr>
          <a:xfrm>
            <a:off x="6502828" y="4073456"/>
            <a:ext cx="1394149" cy="43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2FAD7497-102A-84C8-7FA8-875FAEDBAD2C}"/>
              </a:ext>
            </a:extLst>
          </p:cNvPr>
          <p:cNvSpPr/>
          <p:nvPr/>
        </p:nvSpPr>
        <p:spPr>
          <a:xfrm>
            <a:off x="8386763" y="2471707"/>
            <a:ext cx="1173270" cy="71745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BBA82CE-F0D1-A564-B264-4237C49C32AD}"/>
              </a:ext>
            </a:extLst>
          </p:cNvPr>
          <p:cNvSpPr/>
          <p:nvPr/>
        </p:nvSpPr>
        <p:spPr>
          <a:xfrm>
            <a:off x="8386763" y="3293676"/>
            <a:ext cx="1173270" cy="40990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A6A3AA4-80B4-F72F-9B78-20F3DB6FD330}"/>
              </a:ext>
            </a:extLst>
          </p:cNvPr>
          <p:cNvSpPr/>
          <p:nvPr/>
        </p:nvSpPr>
        <p:spPr>
          <a:xfrm>
            <a:off x="8386763" y="3770820"/>
            <a:ext cx="1173270" cy="25172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2EB9A14-22A9-2839-ECCA-B37588B55388}"/>
              </a:ext>
            </a:extLst>
          </p:cNvPr>
          <p:cNvSpPr/>
          <p:nvPr/>
        </p:nvSpPr>
        <p:spPr>
          <a:xfrm>
            <a:off x="8386763" y="4566968"/>
            <a:ext cx="1173270" cy="10727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245CB8F-E44D-D6E6-D266-57DDD57B4209}"/>
              </a:ext>
            </a:extLst>
          </p:cNvPr>
          <p:cNvSpPr/>
          <p:nvPr/>
        </p:nvSpPr>
        <p:spPr>
          <a:xfrm>
            <a:off x="8386763" y="5774805"/>
            <a:ext cx="1173270" cy="41099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CC00501-B9DA-00AE-C4F8-BD0E0424111F}"/>
              </a:ext>
            </a:extLst>
          </p:cNvPr>
          <p:cNvSpPr/>
          <p:nvPr/>
        </p:nvSpPr>
        <p:spPr>
          <a:xfrm>
            <a:off x="10248940" y="2469127"/>
            <a:ext cx="1173270" cy="27969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F7508E2-B0FC-EC48-269D-3C523C6BF2FE}"/>
              </a:ext>
            </a:extLst>
          </p:cNvPr>
          <p:cNvSpPr/>
          <p:nvPr/>
        </p:nvSpPr>
        <p:spPr>
          <a:xfrm>
            <a:off x="10248940" y="2838921"/>
            <a:ext cx="1173270" cy="121384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91260DC-58CC-7279-3CBC-2339281FBB8F}"/>
              </a:ext>
            </a:extLst>
          </p:cNvPr>
          <p:cNvSpPr/>
          <p:nvPr/>
        </p:nvSpPr>
        <p:spPr>
          <a:xfrm>
            <a:off x="10248940" y="4184574"/>
            <a:ext cx="1173270" cy="4352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75AEE56-E3F6-956D-6557-22ACAE438DC6}"/>
              </a:ext>
            </a:extLst>
          </p:cNvPr>
          <p:cNvSpPr/>
          <p:nvPr/>
        </p:nvSpPr>
        <p:spPr>
          <a:xfrm>
            <a:off x="10248940" y="4801899"/>
            <a:ext cx="1173270" cy="3067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D84F976-960A-4A5A-51AF-9F9C30D6BC58}"/>
              </a:ext>
            </a:extLst>
          </p:cNvPr>
          <p:cNvSpPr/>
          <p:nvPr/>
        </p:nvSpPr>
        <p:spPr>
          <a:xfrm>
            <a:off x="10248940" y="5301474"/>
            <a:ext cx="1173270" cy="8843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82FA6FF-F409-6CB7-1A7E-BFBB2162F1CD}"/>
              </a:ext>
            </a:extLst>
          </p:cNvPr>
          <p:cNvSpPr/>
          <p:nvPr/>
        </p:nvSpPr>
        <p:spPr>
          <a:xfrm>
            <a:off x="8386763" y="4184574"/>
            <a:ext cx="1173270" cy="25172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Left Brace 99">
            <a:extLst>
              <a:ext uri="{FF2B5EF4-FFF2-40B4-BE49-F238E27FC236}">
                <a16:creationId xmlns:a16="http://schemas.microsoft.com/office/drawing/2014/main" id="{8AA2544D-1D58-DEE1-CA37-C1A32F437B13}"/>
              </a:ext>
            </a:extLst>
          </p:cNvPr>
          <p:cNvSpPr/>
          <p:nvPr/>
        </p:nvSpPr>
        <p:spPr>
          <a:xfrm rot="16200000">
            <a:off x="8884943" y="5744140"/>
            <a:ext cx="191962" cy="13454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Left Brace 101">
            <a:extLst>
              <a:ext uri="{FF2B5EF4-FFF2-40B4-BE49-F238E27FC236}">
                <a16:creationId xmlns:a16="http://schemas.microsoft.com/office/drawing/2014/main" id="{4E7B2E34-B110-9B59-68FB-7FBCD7874CA4}"/>
              </a:ext>
            </a:extLst>
          </p:cNvPr>
          <p:cNvSpPr/>
          <p:nvPr/>
        </p:nvSpPr>
        <p:spPr>
          <a:xfrm rot="16200000">
            <a:off x="10739594" y="5744140"/>
            <a:ext cx="191962" cy="13454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9305EBD-C45A-446D-5E44-781CD2CE8CBB}"/>
                  </a:ext>
                </a:extLst>
              </p:cNvPr>
              <p:cNvSpPr txBox="1"/>
              <p:nvPr/>
            </p:nvSpPr>
            <p:spPr>
              <a:xfrm>
                <a:off x="8566171" y="6512863"/>
                <a:ext cx="993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Blue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9305EBD-C45A-446D-5E44-781CD2CE8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171" y="6512863"/>
                <a:ext cx="993862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C5F74ED-9BB4-D7FA-03A2-52ABD675C9BA}"/>
                  </a:ext>
                </a:extLst>
              </p:cNvPr>
              <p:cNvSpPr txBox="1"/>
              <p:nvPr/>
            </p:nvSpPr>
            <p:spPr>
              <a:xfrm>
                <a:off x="10428348" y="6512863"/>
                <a:ext cx="9329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Red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C5F74ED-9BB4-D7FA-03A2-52ABD675C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8348" y="6512863"/>
                <a:ext cx="932948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2BE44D-C0D7-C817-0FD2-BC8EB9B4B92C}"/>
              </a:ext>
            </a:extLst>
          </p:cNvPr>
          <p:cNvCxnSpPr>
            <a:cxnSpLocks/>
          </p:cNvCxnSpPr>
          <p:nvPr/>
        </p:nvCxnSpPr>
        <p:spPr>
          <a:xfrm>
            <a:off x="8081864" y="2748821"/>
            <a:ext cx="1736693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CA383FC-D1F6-1E55-A4A9-1CF350B991F8}"/>
              </a:ext>
            </a:extLst>
          </p:cNvPr>
          <p:cNvCxnSpPr>
            <a:cxnSpLocks/>
          </p:cNvCxnSpPr>
          <p:nvPr/>
        </p:nvCxnSpPr>
        <p:spPr>
          <a:xfrm>
            <a:off x="9967228" y="3285688"/>
            <a:ext cx="1736693" cy="0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F1F01BC-E6B0-A1B5-2A63-887F5E3E24E7}"/>
              </a:ext>
            </a:extLst>
          </p:cNvPr>
          <p:cNvCxnSpPr>
            <a:cxnSpLocks/>
          </p:cNvCxnSpPr>
          <p:nvPr/>
        </p:nvCxnSpPr>
        <p:spPr>
          <a:xfrm>
            <a:off x="9965597" y="3683963"/>
            <a:ext cx="1736693" cy="0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8FE80F8-B22F-0B29-918F-D061C7FA9B21}"/>
              </a:ext>
            </a:extLst>
          </p:cNvPr>
          <p:cNvCxnSpPr>
            <a:cxnSpLocks/>
          </p:cNvCxnSpPr>
          <p:nvPr/>
        </p:nvCxnSpPr>
        <p:spPr>
          <a:xfrm>
            <a:off x="9965597" y="3952992"/>
            <a:ext cx="1736693" cy="0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02D8804-0300-05FA-7CC7-1B149CDC674A}"/>
              </a:ext>
            </a:extLst>
          </p:cNvPr>
          <p:cNvCxnSpPr>
            <a:cxnSpLocks/>
          </p:cNvCxnSpPr>
          <p:nvPr/>
        </p:nvCxnSpPr>
        <p:spPr>
          <a:xfrm>
            <a:off x="8081863" y="4293518"/>
            <a:ext cx="1736693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573FCF7-D4FB-7CE9-E736-79C102B25481}"/>
              </a:ext>
            </a:extLst>
          </p:cNvPr>
          <p:cNvCxnSpPr>
            <a:cxnSpLocks/>
          </p:cNvCxnSpPr>
          <p:nvPr/>
        </p:nvCxnSpPr>
        <p:spPr>
          <a:xfrm>
            <a:off x="9951857" y="4333456"/>
            <a:ext cx="1736693" cy="0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D6A0712-BD92-14B8-B818-E5A54849E82A}"/>
              </a:ext>
            </a:extLst>
          </p:cNvPr>
          <p:cNvCxnSpPr>
            <a:cxnSpLocks/>
          </p:cNvCxnSpPr>
          <p:nvPr/>
        </p:nvCxnSpPr>
        <p:spPr>
          <a:xfrm>
            <a:off x="8081862" y="4867682"/>
            <a:ext cx="1736693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F998590-90F9-7DD3-8B28-D6F14C1757BF}"/>
              </a:ext>
            </a:extLst>
          </p:cNvPr>
          <p:cNvCxnSpPr>
            <a:cxnSpLocks/>
          </p:cNvCxnSpPr>
          <p:nvPr/>
        </p:nvCxnSpPr>
        <p:spPr>
          <a:xfrm>
            <a:off x="8081861" y="5178465"/>
            <a:ext cx="1736693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D06DA53-92D6-5000-B445-584FC78835BF}"/>
              </a:ext>
            </a:extLst>
          </p:cNvPr>
          <p:cNvCxnSpPr>
            <a:cxnSpLocks/>
          </p:cNvCxnSpPr>
          <p:nvPr/>
        </p:nvCxnSpPr>
        <p:spPr>
          <a:xfrm>
            <a:off x="9987702" y="5743634"/>
            <a:ext cx="1736693" cy="0"/>
          </a:xfrm>
          <a:prstGeom prst="line">
            <a:avLst/>
          </a:prstGeom>
          <a:ln>
            <a:solidFill>
              <a:srgbClr val="00B0F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3AE02EF-2C78-9BD0-7020-FBF3260FBB3D}"/>
              </a:ext>
            </a:extLst>
          </p:cNvPr>
          <p:cNvCxnSpPr>
            <a:cxnSpLocks/>
          </p:cNvCxnSpPr>
          <p:nvPr/>
        </p:nvCxnSpPr>
        <p:spPr>
          <a:xfrm>
            <a:off x="8950207" y="2608974"/>
            <a:ext cx="1869996" cy="0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B97423D-B44B-5B23-DB68-9BB1B6609E71}"/>
              </a:ext>
            </a:extLst>
          </p:cNvPr>
          <p:cNvCxnSpPr>
            <a:cxnSpLocks/>
          </p:cNvCxnSpPr>
          <p:nvPr/>
        </p:nvCxnSpPr>
        <p:spPr>
          <a:xfrm flipH="1">
            <a:off x="8950207" y="3007249"/>
            <a:ext cx="1811071" cy="0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941C34D-A592-B052-7D24-A678E4A95DA7}"/>
              </a:ext>
            </a:extLst>
          </p:cNvPr>
          <p:cNvCxnSpPr>
            <a:cxnSpLocks/>
          </p:cNvCxnSpPr>
          <p:nvPr/>
        </p:nvCxnSpPr>
        <p:spPr>
          <a:xfrm flipH="1">
            <a:off x="8913018" y="3498627"/>
            <a:ext cx="1811071" cy="0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7D5E661-8AB5-304C-CE9C-CCA24C1DCE5F}"/>
              </a:ext>
            </a:extLst>
          </p:cNvPr>
          <p:cNvCxnSpPr>
            <a:cxnSpLocks/>
          </p:cNvCxnSpPr>
          <p:nvPr/>
        </p:nvCxnSpPr>
        <p:spPr>
          <a:xfrm flipH="1">
            <a:off x="8950207" y="3873060"/>
            <a:ext cx="1811071" cy="0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966B541-17E3-F852-F203-17F9E60CB3FD}"/>
              </a:ext>
            </a:extLst>
          </p:cNvPr>
          <p:cNvCxnSpPr>
            <a:cxnSpLocks/>
            <a:stCxn id="90" idx="2"/>
          </p:cNvCxnSpPr>
          <p:nvPr/>
        </p:nvCxnSpPr>
        <p:spPr>
          <a:xfrm flipH="1">
            <a:off x="8913017" y="4052763"/>
            <a:ext cx="1922558" cy="160067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2AB5F1E-0DBB-2AEE-E381-833BC409292E}"/>
              </a:ext>
            </a:extLst>
          </p:cNvPr>
          <p:cNvCxnSpPr>
            <a:cxnSpLocks/>
            <a:stCxn id="92" idx="0"/>
          </p:cNvCxnSpPr>
          <p:nvPr/>
        </p:nvCxnSpPr>
        <p:spPr>
          <a:xfrm flipH="1">
            <a:off x="8950206" y="4184574"/>
            <a:ext cx="1885369" cy="196138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A3AB504-0A5D-D137-7DA2-B5845B817F9C}"/>
              </a:ext>
            </a:extLst>
          </p:cNvPr>
          <p:cNvCxnSpPr>
            <a:cxnSpLocks/>
          </p:cNvCxnSpPr>
          <p:nvPr/>
        </p:nvCxnSpPr>
        <p:spPr>
          <a:xfrm flipH="1">
            <a:off x="8973398" y="4523973"/>
            <a:ext cx="1885369" cy="196138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B1F54E6-A481-F1CF-D4E4-B9F622DB8C25}"/>
              </a:ext>
            </a:extLst>
          </p:cNvPr>
          <p:cNvCxnSpPr>
            <a:cxnSpLocks/>
          </p:cNvCxnSpPr>
          <p:nvPr/>
        </p:nvCxnSpPr>
        <p:spPr>
          <a:xfrm flipH="1">
            <a:off x="8937837" y="4893544"/>
            <a:ext cx="1885369" cy="196138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19074D7-DF9F-76C4-6536-C6725D314387}"/>
              </a:ext>
            </a:extLst>
          </p:cNvPr>
          <p:cNvCxnSpPr>
            <a:cxnSpLocks/>
          </p:cNvCxnSpPr>
          <p:nvPr/>
        </p:nvCxnSpPr>
        <p:spPr>
          <a:xfrm flipH="1" flipV="1">
            <a:off x="8852098" y="5457282"/>
            <a:ext cx="1909180" cy="7913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30DF7F4-4F57-C4CB-150D-BEB763EB599E}"/>
              </a:ext>
            </a:extLst>
          </p:cNvPr>
          <p:cNvCxnSpPr>
            <a:cxnSpLocks/>
          </p:cNvCxnSpPr>
          <p:nvPr/>
        </p:nvCxnSpPr>
        <p:spPr>
          <a:xfrm flipH="1" flipV="1">
            <a:off x="8913017" y="5946524"/>
            <a:ext cx="1909180" cy="7913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925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3" grpId="0" animBg="1"/>
      <p:bldP spid="25" grpId="0" animBg="1"/>
      <p:bldP spid="30" grpId="0"/>
      <p:bldP spid="42" grpId="0" animBg="1"/>
      <p:bldP spid="44" grpId="0"/>
      <p:bldP spid="46" grpId="0" animBg="1"/>
      <p:bldP spid="48" grpId="0" animBg="1"/>
      <p:bldP spid="50" grpId="0" animBg="1"/>
      <p:bldP spid="52" grpId="0" animBg="1"/>
      <p:bldP spid="54" grpId="0" animBg="1"/>
      <p:bldP spid="56" grpId="0"/>
      <p:bldP spid="57" grpId="0"/>
      <p:bldP spid="61" grpId="0" animBg="1"/>
      <p:bldP spid="63" grpId="0" animBg="1"/>
      <p:bldP spid="65" grpId="0" animBg="1"/>
      <p:bldP spid="84" grpId="0" animBg="1"/>
      <p:bldP spid="86" grpId="0" animBg="1"/>
      <p:bldP spid="88" grpId="0" animBg="1"/>
      <p:bldP spid="90" grpId="0" animBg="1"/>
      <p:bldP spid="92" grpId="0" animBg="1"/>
      <p:bldP spid="94" grpId="0" animBg="1"/>
      <p:bldP spid="96" grpId="0" animBg="1"/>
      <p:bldP spid="98" grpId="0" animBg="1"/>
      <p:bldP spid="100" grpId="0" animBg="1"/>
      <p:bldP spid="102" grpId="0" animBg="1"/>
      <p:bldP spid="103" grpId="0"/>
      <p:bldP spid="10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089B5-5B8E-A626-E528-E5F3C96F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5553596-90A6-6CB9-07F6-35223AA8FBE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35646" y="345137"/>
                <a:ext cx="11656354" cy="1355916"/>
              </a:xfrm>
              <a:gradFill flip="none" rotWithShape="1">
                <a:gsLst>
                  <a:gs pos="0">
                    <a:schemeClr val="accent1">
                      <a:lumMod val="89000"/>
                      <a:alpha val="80000"/>
                    </a:schemeClr>
                  </a:gs>
                  <a:gs pos="23000">
                    <a:schemeClr val="accent1">
                      <a:lumMod val="89000"/>
                    </a:schemeClr>
                  </a:gs>
                  <a:gs pos="69000">
                    <a:schemeClr val="accent1">
                      <a:lumMod val="75000"/>
                    </a:schemeClr>
                  </a:gs>
                  <a:gs pos="97000">
                    <a:schemeClr val="accent1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This approaches does not work for arbitrary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5553596-90A6-6CB9-07F6-35223AA8FB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35646" y="345137"/>
                <a:ext cx="11656354" cy="1355916"/>
              </a:xfrm>
              <a:blipFill>
                <a:blip r:embed="rId3"/>
                <a:stretch>
                  <a:fillRect l="-2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E66735-67EC-58E9-F29A-5FBC4FB6924F}"/>
                  </a:ext>
                </a:extLst>
              </p:cNvPr>
              <p:cNvSpPr txBox="1"/>
              <p:nvPr/>
            </p:nvSpPr>
            <p:spPr>
              <a:xfrm>
                <a:off x="607103" y="1903751"/>
                <a:ext cx="24120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Fix: optimal solution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E66735-67EC-58E9-F29A-5FBC4FB69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03" y="1903751"/>
                <a:ext cx="2412007" cy="369332"/>
              </a:xfrm>
              <a:prstGeom prst="rect">
                <a:avLst/>
              </a:prstGeom>
              <a:blipFill>
                <a:blip r:embed="rId4"/>
                <a:stretch>
                  <a:fillRect l="-2278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1C3F0DB8-1672-F699-024F-9E693D62C806}"/>
              </a:ext>
            </a:extLst>
          </p:cNvPr>
          <p:cNvSpPr/>
          <p:nvPr/>
        </p:nvSpPr>
        <p:spPr>
          <a:xfrm>
            <a:off x="750705" y="2460791"/>
            <a:ext cx="2869420" cy="21241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12C6332-22C3-F890-ACC5-925CF17689B4}"/>
                  </a:ext>
                </a:extLst>
              </p:cNvPr>
              <p:cNvSpPr txBox="1"/>
              <p:nvPr/>
            </p:nvSpPr>
            <p:spPr>
              <a:xfrm>
                <a:off x="0" y="3205822"/>
                <a:ext cx="525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>
                    <a:solidFill>
                      <a:schemeClr val="accent2">
                        <a:lumMod val="50000"/>
                      </a:schemeClr>
                    </a:solidFill>
                  </a:rPr>
                  <a:t> =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12C6332-22C3-F890-ACC5-925CF1768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05822"/>
                <a:ext cx="525528" cy="369332"/>
              </a:xfrm>
              <a:prstGeom prst="rect">
                <a:avLst/>
              </a:prstGeom>
              <a:blipFill>
                <a:blip r:embed="rId5"/>
                <a:stretch>
                  <a:fillRect t="-8333" r="-9302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2579D5FC-9D51-996B-EDE9-1C24DC126A2B}"/>
              </a:ext>
            </a:extLst>
          </p:cNvPr>
          <p:cNvGrpSpPr/>
          <p:nvPr/>
        </p:nvGrpSpPr>
        <p:grpSpPr>
          <a:xfrm>
            <a:off x="935636" y="2722399"/>
            <a:ext cx="623340" cy="620843"/>
            <a:chOff x="8896662" y="2615784"/>
            <a:chExt cx="914400" cy="914400"/>
          </a:xfrm>
        </p:grpSpPr>
        <p:sp>
          <p:nvSpPr>
            <p:cNvPr id="80" name="Partial Circle 79">
              <a:extLst>
                <a:ext uri="{FF2B5EF4-FFF2-40B4-BE49-F238E27FC236}">
                  <a16:creationId xmlns:a16="http://schemas.microsoft.com/office/drawing/2014/main" id="{898BA1C5-3555-A9EB-A761-0898988B5645}"/>
                </a:ext>
              </a:extLst>
            </p:cNvPr>
            <p:cNvSpPr/>
            <p:nvPr/>
          </p:nvSpPr>
          <p:spPr>
            <a:xfrm>
              <a:off x="8896662" y="2615784"/>
              <a:ext cx="914400" cy="914400"/>
            </a:xfrm>
            <a:prstGeom prst="pie">
              <a:avLst>
                <a:gd name="adj1" fmla="val 10690685"/>
                <a:gd name="adj2" fmla="val 162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1" name="Partial Circle 80">
              <a:extLst>
                <a:ext uri="{FF2B5EF4-FFF2-40B4-BE49-F238E27FC236}">
                  <a16:creationId xmlns:a16="http://schemas.microsoft.com/office/drawing/2014/main" id="{17B5FE3D-8AE5-775F-1C02-2B56C2B87325}"/>
                </a:ext>
              </a:extLst>
            </p:cNvPr>
            <p:cNvSpPr/>
            <p:nvPr/>
          </p:nvSpPr>
          <p:spPr>
            <a:xfrm rot="10800000">
              <a:off x="8896662" y="2615784"/>
              <a:ext cx="914400" cy="914400"/>
            </a:xfrm>
            <a:prstGeom prst="pie">
              <a:avLst>
                <a:gd name="adj1" fmla="val 5350893"/>
                <a:gd name="adj2" fmla="val 21464782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00E81E8-A9AC-4F04-37E9-117C6723F4B4}"/>
              </a:ext>
            </a:extLst>
          </p:cNvPr>
          <p:cNvCxnSpPr>
            <a:cxnSpLocks/>
          </p:cNvCxnSpPr>
          <p:nvPr/>
        </p:nvCxnSpPr>
        <p:spPr>
          <a:xfrm>
            <a:off x="2790669" y="3164609"/>
            <a:ext cx="18637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Partial Circle 104">
            <a:extLst>
              <a:ext uri="{FF2B5EF4-FFF2-40B4-BE49-F238E27FC236}">
                <a16:creationId xmlns:a16="http://schemas.microsoft.com/office/drawing/2014/main" id="{729DCDCE-5AA6-C751-C440-59935C94577C}"/>
              </a:ext>
            </a:extLst>
          </p:cNvPr>
          <p:cNvSpPr/>
          <p:nvPr/>
        </p:nvSpPr>
        <p:spPr>
          <a:xfrm>
            <a:off x="4772298" y="2513729"/>
            <a:ext cx="1863777" cy="2000498"/>
          </a:xfrm>
          <a:prstGeom prst="pie">
            <a:avLst>
              <a:gd name="adj1" fmla="val 8839354"/>
              <a:gd name="adj2" fmla="val 16200000"/>
            </a:avLst>
          </a:prstGeom>
          <a:pattFill prst="diagBrick">
            <a:fgClr>
              <a:schemeClr val="accent1">
                <a:lumMod val="60000"/>
                <a:lumOff val="4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9" name="Partial Circle 108">
            <a:extLst>
              <a:ext uri="{FF2B5EF4-FFF2-40B4-BE49-F238E27FC236}">
                <a16:creationId xmlns:a16="http://schemas.microsoft.com/office/drawing/2014/main" id="{6C440E57-B738-E0ED-1833-672F6E406B6B}"/>
              </a:ext>
            </a:extLst>
          </p:cNvPr>
          <p:cNvSpPr/>
          <p:nvPr/>
        </p:nvSpPr>
        <p:spPr>
          <a:xfrm rot="7308818">
            <a:off x="4732809" y="2544956"/>
            <a:ext cx="1961758" cy="1869905"/>
          </a:xfrm>
          <a:prstGeom prst="pie">
            <a:avLst>
              <a:gd name="adj1" fmla="val 8839354"/>
              <a:gd name="adj2" fmla="val 14753198"/>
            </a:avLst>
          </a:prstGeom>
          <a:pattFill prst="diagBrick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1" name="Partial Circle 110">
            <a:extLst>
              <a:ext uri="{FF2B5EF4-FFF2-40B4-BE49-F238E27FC236}">
                <a16:creationId xmlns:a16="http://schemas.microsoft.com/office/drawing/2014/main" id="{7D0331BF-AF93-F3D4-9AC1-57FA0C12AA09}"/>
              </a:ext>
            </a:extLst>
          </p:cNvPr>
          <p:cNvSpPr/>
          <p:nvPr/>
        </p:nvSpPr>
        <p:spPr>
          <a:xfrm rot="18232868">
            <a:off x="4716801" y="2554100"/>
            <a:ext cx="1961758" cy="1869905"/>
          </a:xfrm>
          <a:prstGeom prst="pie">
            <a:avLst>
              <a:gd name="adj1" fmla="val 8839354"/>
              <a:gd name="adj2" fmla="val 1216235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3" name="Partial Circle 112">
            <a:extLst>
              <a:ext uri="{FF2B5EF4-FFF2-40B4-BE49-F238E27FC236}">
                <a16:creationId xmlns:a16="http://schemas.microsoft.com/office/drawing/2014/main" id="{FB19CC40-04EB-549C-85CB-A9F00AEAB84C}"/>
              </a:ext>
            </a:extLst>
          </p:cNvPr>
          <p:cNvSpPr/>
          <p:nvPr/>
        </p:nvSpPr>
        <p:spPr>
          <a:xfrm rot="10591920">
            <a:off x="4812077" y="2521105"/>
            <a:ext cx="1826674" cy="1914954"/>
          </a:xfrm>
          <a:prstGeom prst="pie">
            <a:avLst>
              <a:gd name="adj1" fmla="val 11487473"/>
              <a:gd name="adj2" fmla="val 1654055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9D118CD3-2369-3441-668C-367210F2C72E}"/>
              </a:ext>
            </a:extLst>
          </p:cNvPr>
          <p:cNvCxnSpPr>
            <a:cxnSpLocks/>
            <a:stCxn id="111" idx="2"/>
          </p:cNvCxnSpPr>
          <p:nvPr/>
        </p:nvCxnSpPr>
        <p:spPr>
          <a:xfrm flipH="1">
            <a:off x="4765854" y="4303375"/>
            <a:ext cx="385014" cy="678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CFE8BE0C-E17B-2616-0B65-ACE5656FAF84}"/>
              </a:ext>
            </a:extLst>
          </p:cNvPr>
          <p:cNvCxnSpPr>
            <a:cxnSpLocks/>
            <a:stCxn id="113" idx="3"/>
          </p:cNvCxnSpPr>
          <p:nvPr/>
        </p:nvCxnSpPr>
        <p:spPr>
          <a:xfrm flipH="1">
            <a:off x="4850036" y="4434306"/>
            <a:ext cx="933297" cy="621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A30FEBA4-E098-DC44-0390-BA56A218F220}"/>
                  </a:ext>
                </a:extLst>
              </p:cNvPr>
              <p:cNvSpPr txBox="1"/>
              <p:nvPr/>
            </p:nvSpPr>
            <p:spPr>
              <a:xfrm>
                <a:off x="5704186" y="3656186"/>
                <a:ext cx="838948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500" dirty="0"/>
                  <a:t> points</a:t>
                </a: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A30FEBA4-E098-DC44-0390-BA56A218F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186" y="3656186"/>
                <a:ext cx="838948" cy="323165"/>
              </a:xfrm>
              <a:prstGeom prst="rect">
                <a:avLst/>
              </a:prstGeom>
              <a:blipFill>
                <a:blip r:embed="rId6"/>
                <a:stretch>
                  <a:fillRect t="-1887" r="-1460" b="-20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A0A7234D-77FC-C6C1-E3C0-6F10C122EFE3}"/>
                  </a:ext>
                </a:extLst>
              </p:cNvPr>
              <p:cNvSpPr txBox="1"/>
              <p:nvPr/>
            </p:nvSpPr>
            <p:spPr>
              <a:xfrm>
                <a:off x="4890798" y="3915559"/>
                <a:ext cx="851772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500" dirty="0"/>
                  <a:t> points</a:t>
                </a:r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A0A7234D-77FC-C6C1-E3C0-6F10C122E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798" y="3915559"/>
                <a:ext cx="851772" cy="323165"/>
              </a:xfrm>
              <a:prstGeom prst="rect">
                <a:avLst/>
              </a:prstGeom>
              <a:blipFill>
                <a:blip r:embed="rId7"/>
                <a:stretch>
                  <a:fillRect t="-1887" r="-714" b="-22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TextBox 127">
            <a:extLst>
              <a:ext uri="{FF2B5EF4-FFF2-40B4-BE49-F238E27FC236}">
                <a16:creationId xmlns:a16="http://schemas.microsoft.com/office/drawing/2014/main" id="{6B7BA4A0-4574-23F5-E75B-5FD3C2DED885}"/>
              </a:ext>
            </a:extLst>
          </p:cNvPr>
          <p:cNvSpPr txBox="1"/>
          <p:nvPr/>
        </p:nvSpPr>
        <p:spPr>
          <a:xfrm>
            <a:off x="3745786" y="5020166"/>
            <a:ext cx="2646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the same cluster of the input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101B2810-D4FD-E1A0-E522-0F5B86D8E8A5}"/>
              </a:ext>
            </a:extLst>
          </p:cNvPr>
          <p:cNvCxnSpPr>
            <a:cxnSpLocks/>
          </p:cNvCxnSpPr>
          <p:nvPr/>
        </p:nvCxnSpPr>
        <p:spPr>
          <a:xfrm flipV="1">
            <a:off x="5142602" y="2156008"/>
            <a:ext cx="383555" cy="889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C5437943-2C61-1B98-A48D-6B0AAC025EF4}"/>
              </a:ext>
            </a:extLst>
          </p:cNvPr>
          <p:cNvCxnSpPr>
            <a:cxnSpLocks/>
          </p:cNvCxnSpPr>
          <p:nvPr/>
        </p:nvCxnSpPr>
        <p:spPr>
          <a:xfrm flipH="1" flipV="1">
            <a:off x="5697680" y="2135233"/>
            <a:ext cx="457360" cy="1029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F87E4A73-6127-0134-B62C-F88F54027605}"/>
                  </a:ext>
                </a:extLst>
              </p:cNvPr>
              <p:cNvSpPr txBox="1"/>
              <p:nvPr/>
            </p:nvSpPr>
            <p:spPr>
              <a:xfrm>
                <a:off x="3959750" y="1782946"/>
                <a:ext cx="40949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points from other clusters of the input</a:t>
                </a:r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F87E4A73-6127-0134-B62C-F88F54027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750" y="1782946"/>
                <a:ext cx="4094921" cy="369332"/>
              </a:xfrm>
              <a:prstGeom prst="rect">
                <a:avLst/>
              </a:prstGeom>
              <a:blipFill>
                <a:blip r:embed="rId8"/>
                <a:stretch>
                  <a:fillRect t="-6557" r="-894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B207626-9FCE-0EC1-F44D-484236706D0A}"/>
              </a:ext>
            </a:extLst>
          </p:cNvPr>
          <p:cNvGrpSpPr/>
          <p:nvPr/>
        </p:nvGrpSpPr>
        <p:grpSpPr>
          <a:xfrm>
            <a:off x="8932586" y="2762656"/>
            <a:ext cx="1205642" cy="1161172"/>
            <a:chOff x="8896662" y="2615784"/>
            <a:chExt cx="914400" cy="914400"/>
          </a:xfrm>
        </p:grpSpPr>
        <p:sp>
          <p:nvSpPr>
            <p:cNvPr id="143" name="Partial Circle 142">
              <a:extLst>
                <a:ext uri="{FF2B5EF4-FFF2-40B4-BE49-F238E27FC236}">
                  <a16:creationId xmlns:a16="http://schemas.microsoft.com/office/drawing/2014/main" id="{C559E48D-0722-64F3-C3A4-DB29E5D0C15D}"/>
                </a:ext>
              </a:extLst>
            </p:cNvPr>
            <p:cNvSpPr/>
            <p:nvPr/>
          </p:nvSpPr>
          <p:spPr>
            <a:xfrm>
              <a:off x="8896662" y="2615784"/>
              <a:ext cx="914400" cy="914400"/>
            </a:xfrm>
            <a:prstGeom prst="pie">
              <a:avLst>
                <a:gd name="adj1" fmla="val 5350893"/>
                <a:gd name="adj2" fmla="val 16200000"/>
              </a:avLst>
            </a:prstGeom>
            <a:pattFill prst="diagBrick">
              <a:fgClr>
                <a:schemeClr val="accent1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4" name="Partial Circle 143">
              <a:extLst>
                <a:ext uri="{FF2B5EF4-FFF2-40B4-BE49-F238E27FC236}">
                  <a16:creationId xmlns:a16="http://schemas.microsoft.com/office/drawing/2014/main" id="{F230F0DF-DCDE-75AF-773E-859B87B78104}"/>
                </a:ext>
              </a:extLst>
            </p:cNvPr>
            <p:cNvSpPr/>
            <p:nvPr/>
          </p:nvSpPr>
          <p:spPr>
            <a:xfrm rot="10800000">
              <a:off x="8896662" y="2615784"/>
              <a:ext cx="914400" cy="914400"/>
            </a:xfrm>
            <a:prstGeom prst="pie">
              <a:avLst>
                <a:gd name="adj1" fmla="val 5350893"/>
                <a:gd name="adj2" fmla="val 16200000"/>
              </a:avLst>
            </a:prstGeom>
            <a:pattFill prst="diagBrick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D2DA06A-3573-10C3-4514-FFBDE80A42EE}"/>
              </a:ext>
            </a:extLst>
          </p:cNvPr>
          <p:cNvGrpSpPr/>
          <p:nvPr/>
        </p:nvGrpSpPr>
        <p:grpSpPr>
          <a:xfrm>
            <a:off x="9022548" y="4193736"/>
            <a:ext cx="914400" cy="826430"/>
            <a:chOff x="8896662" y="2615784"/>
            <a:chExt cx="914400" cy="914400"/>
          </a:xfrm>
        </p:grpSpPr>
        <p:sp>
          <p:nvSpPr>
            <p:cNvPr id="146" name="Partial Circle 145">
              <a:extLst>
                <a:ext uri="{FF2B5EF4-FFF2-40B4-BE49-F238E27FC236}">
                  <a16:creationId xmlns:a16="http://schemas.microsoft.com/office/drawing/2014/main" id="{5C44F42B-453D-6387-F939-B3925BB00566}"/>
                </a:ext>
              </a:extLst>
            </p:cNvPr>
            <p:cNvSpPr/>
            <p:nvPr/>
          </p:nvSpPr>
          <p:spPr>
            <a:xfrm>
              <a:off x="8896662" y="2615784"/>
              <a:ext cx="914400" cy="914400"/>
            </a:xfrm>
            <a:prstGeom prst="pie">
              <a:avLst>
                <a:gd name="adj1" fmla="val 10760912"/>
                <a:gd name="adj2" fmla="val 162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7" name="Partial Circle 146">
              <a:extLst>
                <a:ext uri="{FF2B5EF4-FFF2-40B4-BE49-F238E27FC236}">
                  <a16:creationId xmlns:a16="http://schemas.microsoft.com/office/drawing/2014/main" id="{F2437610-E4C8-B244-14A7-36537D375A15}"/>
                </a:ext>
              </a:extLst>
            </p:cNvPr>
            <p:cNvSpPr/>
            <p:nvPr/>
          </p:nvSpPr>
          <p:spPr>
            <a:xfrm rot="10800000">
              <a:off x="8896662" y="2615784"/>
              <a:ext cx="914400" cy="914400"/>
            </a:xfrm>
            <a:prstGeom prst="pie">
              <a:avLst>
                <a:gd name="adj1" fmla="val 5350893"/>
                <a:gd name="adj2" fmla="val 5238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499C1B0E-232C-81E9-F0F3-94DEF96E1470}"/>
              </a:ext>
            </a:extLst>
          </p:cNvPr>
          <p:cNvGrpSpPr/>
          <p:nvPr/>
        </p:nvGrpSpPr>
        <p:grpSpPr>
          <a:xfrm rot="617403">
            <a:off x="7382445" y="3265181"/>
            <a:ext cx="978408" cy="719789"/>
            <a:chOff x="7344871" y="3105834"/>
            <a:chExt cx="978408" cy="719789"/>
          </a:xfrm>
        </p:grpSpPr>
        <p:sp>
          <p:nvSpPr>
            <p:cNvPr id="139" name="Arrow: Down 138">
              <a:extLst>
                <a:ext uri="{FF2B5EF4-FFF2-40B4-BE49-F238E27FC236}">
                  <a16:creationId xmlns:a16="http://schemas.microsoft.com/office/drawing/2014/main" id="{C64DCB41-95AF-5687-9D44-E63246C978B5}"/>
                </a:ext>
              </a:extLst>
            </p:cNvPr>
            <p:cNvSpPr/>
            <p:nvPr/>
          </p:nvSpPr>
          <p:spPr>
            <a:xfrm rot="15658866">
              <a:off x="7591759" y="3094103"/>
              <a:ext cx="484632" cy="978408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08978CF-A62A-C15A-80AF-DAB03C70BA54}"/>
                </a:ext>
              </a:extLst>
            </p:cNvPr>
            <p:cNvSpPr txBox="1"/>
            <p:nvPr/>
          </p:nvSpPr>
          <p:spPr>
            <a:xfrm rot="20982597">
              <a:off x="7392622" y="3105834"/>
              <a:ext cx="615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split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5505B40-B28D-2D10-1EF7-18A7AE2200F8}"/>
                  </a:ext>
                </a:extLst>
              </p:cNvPr>
              <p:cNvSpPr txBox="1"/>
              <p:nvPr/>
            </p:nvSpPr>
            <p:spPr>
              <a:xfrm>
                <a:off x="9069085" y="4303375"/>
                <a:ext cx="4888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5505B40-B28D-2D10-1EF7-18A7AE220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085" y="4303375"/>
                <a:ext cx="488852" cy="369332"/>
              </a:xfrm>
              <a:prstGeom prst="rect">
                <a:avLst/>
              </a:prstGeom>
              <a:blipFill>
                <a:blip r:embed="rId9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D6847491-5E11-9ABE-C7C2-7B963EB58466}"/>
              </a:ext>
            </a:extLst>
          </p:cNvPr>
          <p:cNvCxnSpPr>
            <a:cxnSpLocks/>
            <a:stCxn id="127" idx="0"/>
            <a:endCxn id="152" idx="0"/>
          </p:cNvCxnSpPr>
          <p:nvPr/>
        </p:nvCxnSpPr>
        <p:spPr>
          <a:xfrm>
            <a:off x="5316684" y="3915559"/>
            <a:ext cx="3996827" cy="387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3C4AABA2-157D-573B-1BA4-19879F0A34CD}"/>
                  </a:ext>
                </a:extLst>
              </p:cNvPr>
              <p:cNvSpPr txBox="1"/>
              <p:nvPr/>
            </p:nvSpPr>
            <p:spPr>
              <a:xfrm>
                <a:off x="9535407" y="4422285"/>
                <a:ext cx="4898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3C4AABA2-157D-573B-1BA4-19879F0A3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5407" y="4422285"/>
                <a:ext cx="489814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7D2913A5-3A2E-75B9-98FB-10FA73989798}"/>
              </a:ext>
            </a:extLst>
          </p:cNvPr>
          <p:cNvCxnSpPr>
            <a:cxnSpLocks/>
            <a:stCxn id="125" idx="0"/>
            <a:endCxn id="157" idx="0"/>
          </p:cNvCxnSpPr>
          <p:nvPr/>
        </p:nvCxnSpPr>
        <p:spPr>
          <a:xfrm>
            <a:off x="6123660" y="3656186"/>
            <a:ext cx="3656654" cy="766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Partial Circle 161">
            <a:extLst>
              <a:ext uri="{FF2B5EF4-FFF2-40B4-BE49-F238E27FC236}">
                <a16:creationId xmlns:a16="http://schemas.microsoft.com/office/drawing/2014/main" id="{C45840DE-4329-6AA9-4A09-B04646E4B33C}"/>
              </a:ext>
            </a:extLst>
          </p:cNvPr>
          <p:cNvSpPr/>
          <p:nvPr/>
        </p:nvSpPr>
        <p:spPr>
          <a:xfrm rot="10591920">
            <a:off x="8925421" y="2673454"/>
            <a:ext cx="1222766" cy="1251099"/>
          </a:xfrm>
          <a:prstGeom prst="pie">
            <a:avLst>
              <a:gd name="adj1" fmla="val 12941731"/>
              <a:gd name="adj2" fmla="val 1639973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BAC1905-6AD8-9734-E065-60B5B83BC0BC}"/>
              </a:ext>
            </a:extLst>
          </p:cNvPr>
          <p:cNvGrpSpPr/>
          <p:nvPr/>
        </p:nvGrpSpPr>
        <p:grpSpPr>
          <a:xfrm>
            <a:off x="3008090" y="2513729"/>
            <a:ext cx="510451" cy="614593"/>
            <a:chOff x="8896662" y="2615784"/>
            <a:chExt cx="914400" cy="914400"/>
          </a:xfrm>
        </p:grpSpPr>
        <p:sp>
          <p:nvSpPr>
            <p:cNvPr id="4" name="Partial Circle 3">
              <a:extLst>
                <a:ext uri="{FF2B5EF4-FFF2-40B4-BE49-F238E27FC236}">
                  <a16:creationId xmlns:a16="http://schemas.microsoft.com/office/drawing/2014/main" id="{0112EC9D-6B5B-1C06-C229-634D73C9C9A0}"/>
                </a:ext>
              </a:extLst>
            </p:cNvPr>
            <p:cNvSpPr/>
            <p:nvPr/>
          </p:nvSpPr>
          <p:spPr>
            <a:xfrm>
              <a:off x="8896662" y="2615784"/>
              <a:ext cx="914400" cy="914400"/>
            </a:xfrm>
            <a:prstGeom prst="pie">
              <a:avLst>
                <a:gd name="adj1" fmla="val 10690685"/>
                <a:gd name="adj2" fmla="val 162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Partial Circle 4">
              <a:extLst>
                <a:ext uri="{FF2B5EF4-FFF2-40B4-BE49-F238E27FC236}">
                  <a16:creationId xmlns:a16="http://schemas.microsoft.com/office/drawing/2014/main" id="{02A4F9D6-F89A-543A-A873-479C8F0B609E}"/>
                </a:ext>
              </a:extLst>
            </p:cNvPr>
            <p:cNvSpPr/>
            <p:nvPr/>
          </p:nvSpPr>
          <p:spPr>
            <a:xfrm rot="10800000">
              <a:off x="8896662" y="2615784"/>
              <a:ext cx="914400" cy="914400"/>
            </a:xfrm>
            <a:prstGeom prst="pie">
              <a:avLst>
                <a:gd name="adj1" fmla="val 5350893"/>
                <a:gd name="adj2" fmla="val 21464782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DCDA9C1-36E0-1A29-B476-76D65DBA56E7}"/>
              </a:ext>
            </a:extLst>
          </p:cNvPr>
          <p:cNvGrpSpPr/>
          <p:nvPr/>
        </p:nvGrpSpPr>
        <p:grpSpPr>
          <a:xfrm>
            <a:off x="947672" y="3801442"/>
            <a:ext cx="623340" cy="620843"/>
            <a:chOff x="8896662" y="2615784"/>
            <a:chExt cx="914400" cy="914400"/>
          </a:xfrm>
        </p:grpSpPr>
        <p:sp>
          <p:nvSpPr>
            <p:cNvPr id="7" name="Partial Circle 6">
              <a:extLst>
                <a:ext uri="{FF2B5EF4-FFF2-40B4-BE49-F238E27FC236}">
                  <a16:creationId xmlns:a16="http://schemas.microsoft.com/office/drawing/2014/main" id="{F5A72AA2-7CD0-34DE-8529-F3EDE9961F9E}"/>
                </a:ext>
              </a:extLst>
            </p:cNvPr>
            <p:cNvSpPr/>
            <p:nvPr/>
          </p:nvSpPr>
          <p:spPr>
            <a:xfrm>
              <a:off x="8896662" y="2615784"/>
              <a:ext cx="914400" cy="914400"/>
            </a:xfrm>
            <a:prstGeom prst="pie">
              <a:avLst>
                <a:gd name="adj1" fmla="val 10690685"/>
                <a:gd name="adj2" fmla="val 162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Partial Circle 7">
              <a:extLst>
                <a:ext uri="{FF2B5EF4-FFF2-40B4-BE49-F238E27FC236}">
                  <a16:creationId xmlns:a16="http://schemas.microsoft.com/office/drawing/2014/main" id="{1AFFD9BE-7AB6-194A-BDBF-2DEF946777C1}"/>
                </a:ext>
              </a:extLst>
            </p:cNvPr>
            <p:cNvSpPr/>
            <p:nvPr/>
          </p:nvSpPr>
          <p:spPr>
            <a:xfrm rot="10800000">
              <a:off x="8896662" y="2615784"/>
              <a:ext cx="914400" cy="914400"/>
            </a:xfrm>
            <a:prstGeom prst="pie">
              <a:avLst>
                <a:gd name="adj1" fmla="val 5350893"/>
                <a:gd name="adj2" fmla="val 21464782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3FFC7C9-008A-5860-E479-6239FD6935E2}"/>
              </a:ext>
            </a:extLst>
          </p:cNvPr>
          <p:cNvGrpSpPr/>
          <p:nvPr/>
        </p:nvGrpSpPr>
        <p:grpSpPr>
          <a:xfrm>
            <a:off x="1784153" y="2617497"/>
            <a:ext cx="1052415" cy="1097169"/>
            <a:chOff x="8896662" y="2615784"/>
            <a:chExt cx="914400" cy="914400"/>
          </a:xfrm>
        </p:grpSpPr>
        <p:sp>
          <p:nvSpPr>
            <p:cNvPr id="10" name="Partial Circle 9">
              <a:extLst>
                <a:ext uri="{FF2B5EF4-FFF2-40B4-BE49-F238E27FC236}">
                  <a16:creationId xmlns:a16="http://schemas.microsoft.com/office/drawing/2014/main" id="{8499186A-F1D2-9B0F-9235-6B3FEAD3F25B}"/>
                </a:ext>
              </a:extLst>
            </p:cNvPr>
            <p:cNvSpPr/>
            <p:nvPr/>
          </p:nvSpPr>
          <p:spPr>
            <a:xfrm>
              <a:off x="8896662" y="2615784"/>
              <a:ext cx="914400" cy="914400"/>
            </a:xfrm>
            <a:prstGeom prst="pie">
              <a:avLst>
                <a:gd name="adj1" fmla="val 10690685"/>
                <a:gd name="adj2" fmla="val 162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Partial Circle 10">
              <a:extLst>
                <a:ext uri="{FF2B5EF4-FFF2-40B4-BE49-F238E27FC236}">
                  <a16:creationId xmlns:a16="http://schemas.microsoft.com/office/drawing/2014/main" id="{6FF7D975-0742-9522-2F16-1EB00841F788}"/>
                </a:ext>
              </a:extLst>
            </p:cNvPr>
            <p:cNvSpPr/>
            <p:nvPr/>
          </p:nvSpPr>
          <p:spPr>
            <a:xfrm rot="10800000">
              <a:off x="8896662" y="2615784"/>
              <a:ext cx="914400" cy="914400"/>
            </a:xfrm>
            <a:prstGeom prst="pie">
              <a:avLst>
                <a:gd name="adj1" fmla="val 5350893"/>
                <a:gd name="adj2" fmla="val 21464782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5AFFA62-5727-7B34-161F-15FA24F25FDD}"/>
              </a:ext>
            </a:extLst>
          </p:cNvPr>
          <p:cNvGrpSpPr/>
          <p:nvPr/>
        </p:nvGrpSpPr>
        <p:grpSpPr>
          <a:xfrm>
            <a:off x="2744550" y="3865277"/>
            <a:ext cx="607884" cy="569030"/>
            <a:chOff x="8896662" y="2615784"/>
            <a:chExt cx="914400" cy="914400"/>
          </a:xfrm>
        </p:grpSpPr>
        <p:sp>
          <p:nvSpPr>
            <p:cNvPr id="13" name="Partial Circle 12">
              <a:extLst>
                <a:ext uri="{FF2B5EF4-FFF2-40B4-BE49-F238E27FC236}">
                  <a16:creationId xmlns:a16="http://schemas.microsoft.com/office/drawing/2014/main" id="{D2D66703-1832-B7CA-410A-3176AF245F7F}"/>
                </a:ext>
              </a:extLst>
            </p:cNvPr>
            <p:cNvSpPr/>
            <p:nvPr/>
          </p:nvSpPr>
          <p:spPr>
            <a:xfrm>
              <a:off x="8896662" y="2615784"/>
              <a:ext cx="914400" cy="914400"/>
            </a:xfrm>
            <a:prstGeom prst="pie">
              <a:avLst>
                <a:gd name="adj1" fmla="val 10690685"/>
                <a:gd name="adj2" fmla="val 162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Partial Circle 13">
              <a:extLst>
                <a:ext uri="{FF2B5EF4-FFF2-40B4-BE49-F238E27FC236}">
                  <a16:creationId xmlns:a16="http://schemas.microsoft.com/office/drawing/2014/main" id="{3DDCE4E6-2875-4A1E-E545-0CBC013B7B98}"/>
                </a:ext>
              </a:extLst>
            </p:cNvPr>
            <p:cNvSpPr/>
            <p:nvPr/>
          </p:nvSpPr>
          <p:spPr>
            <a:xfrm rot="10800000">
              <a:off x="8896662" y="2615784"/>
              <a:ext cx="914400" cy="914400"/>
            </a:xfrm>
            <a:prstGeom prst="pie">
              <a:avLst>
                <a:gd name="adj1" fmla="val 5350893"/>
                <a:gd name="adj2" fmla="val 21464782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7" name="Partial Circle 16">
            <a:extLst>
              <a:ext uri="{FF2B5EF4-FFF2-40B4-BE49-F238E27FC236}">
                <a16:creationId xmlns:a16="http://schemas.microsoft.com/office/drawing/2014/main" id="{71792DC6-93B8-D0E1-7748-D91BA69C0EC7}"/>
              </a:ext>
            </a:extLst>
          </p:cNvPr>
          <p:cNvSpPr/>
          <p:nvPr/>
        </p:nvSpPr>
        <p:spPr>
          <a:xfrm rot="18232868">
            <a:off x="8916196" y="2571342"/>
            <a:ext cx="1244512" cy="1431024"/>
          </a:xfrm>
          <a:prstGeom prst="pie">
            <a:avLst>
              <a:gd name="adj1" fmla="val 8839354"/>
              <a:gd name="adj2" fmla="val 11363976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AB74F230-827C-A179-3E35-9865A760D5E4}"/>
              </a:ext>
            </a:extLst>
          </p:cNvPr>
          <p:cNvCxnSpPr>
            <a:cxnSpLocks/>
            <a:stCxn id="125" idx="0"/>
          </p:cNvCxnSpPr>
          <p:nvPr/>
        </p:nvCxnSpPr>
        <p:spPr>
          <a:xfrm flipV="1">
            <a:off x="6123660" y="3613481"/>
            <a:ext cx="3700540" cy="427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B7A58A2-9691-3F12-0C4C-FB51D95A7E98}"/>
              </a:ext>
            </a:extLst>
          </p:cNvPr>
          <p:cNvCxnSpPr>
            <a:cxnSpLocks/>
            <a:stCxn id="127" idx="0"/>
          </p:cNvCxnSpPr>
          <p:nvPr/>
        </p:nvCxnSpPr>
        <p:spPr>
          <a:xfrm flipV="1">
            <a:off x="5316684" y="3712371"/>
            <a:ext cx="3996827" cy="203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07536B5-B258-26DF-79C8-77BC72A2563C}"/>
              </a:ext>
            </a:extLst>
          </p:cNvPr>
          <p:cNvSpPr txBox="1"/>
          <p:nvPr/>
        </p:nvSpPr>
        <p:spPr>
          <a:xfrm>
            <a:off x="8321712" y="5503487"/>
            <a:ext cx="2669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Divisibility</a:t>
            </a:r>
            <a:r>
              <a:rPr lang="en-US" dirty="0"/>
              <a:t> is the problem</a:t>
            </a:r>
          </a:p>
        </p:txBody>
      </p:sp>
    </p:spTree>
    <p:extLst>
      <p:ext uri="{BB962C8B-B14F-4D97-AF65-F5344CB8AC3E}">
        <p14:creationId xmlns:p14="http://schemas.microsoft.com/office/powerpoint/2010/main" val="3206596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9" grpId="0" animBg="1"/>
      <p:bldP spid="111" grpId="0" animBg="1"/>
      <p:bldP spid="113" grpId="0" animBg="1"/>
      <p:bldP spid="125" grpId="0"/>
      <p:bldP spid="127" grpId="0"/>
      <p:bldP spid="128" grpId="0"/>
      <p:bldP spid="137" grpId="0"/>
      <p:bldP spid="152" grpId="0"/>
      <p:bldP spid="157" grpId="0"/>
      <p:bldP spid="162" grpId="0" animBg="1"/>
      <p:bldP spid="17" grpId="0" animBg="1"/>
      <p:bldP spid="2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0708A-B0F4-8CE4-AD4E-F1744897E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D4B978E-C2F7-0F27-C658-FE0278AC56F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35646" y="345137"/>
                <a:ext cx="11656354" cy="1355916"/>
              </a:xfrm>
              <a:gradFill flip="none" rotWithShape="1">
                <a:gsLst>
                  <a:gs pos="0">
                    <a:schemeClr val="accent1">
                      <a:lumMod val="89000"/>
                      <a:alpha val="80000"/>
                    </a:schemeClr>
                  </a:gs>
                  <a:gs pos="23000">
                    <a:schemeClr val="accent1">
                      <a:lumMod val="89000"/>
                    </a:schemeClr>
                  </a:gs>
                  <a:gs pos="69000">
                    <a:schemeClr val="accent1">
                      <a:lumMod val="75000"/>
                    </a:schemeClr>
                  </a:gs>
                  <a:gs pos="97000">
                    <a:schemeClr val="accent1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r>
                  <a:rPr lang="en-US" b="0" dirty="0">
                    <a:solidFill>
                      <a:schemeClr val="bg1"/>
                    </a:solidFill>
                  </a:rPr>
                  <a:t>Approx. Algorithm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D4B978E-C2F7-0F27-C658-FE0278AC56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35646" y="345137"/>
                <a:ext cx="11656354" cy="1355916"/>
              </a:xfrm>
              <a:blipFill>
                <a:blip r:embed="rId3"/>
                <a:stretch>
                  <a:fillRect l="-2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0411D8B4-C245-9878-BAFD-B481B885EEDF}"/>
              </a:ext>
            </a:extLst>
          </p:cNvPr>
          <p:cNvSpPr txBox="1"/>
          <p:nvPr/>
        </p:nvSpPr>
        <p:spPr>
          <a:xfrm>
            <a:off x="535646" y="2300990"/>
            <a:ext cx="14580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Step 1: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B552C69-7321-7E11-017D-AEC07EB46DBC}"/>
                  </a:ext>
                </a:extLst>
              </p:cNvPr>
              <p:cNvSpPr txBox="1"/>
              <p:nvPr/>
            </p:nvSpPr>
            <p:spPr>
              <a:xfrm>
                <a:off x="1888761" y="2300990"/>
                <a:ext cx="9239581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Transform input </a:t>
                </a:r>
                <a:r>
                  <a:rPr lang="en-US" sz="3000" dirty="0" err="1"/>
                  <a:t>clustering</a:t>
                </a:r>
                <a:r>
                  <a:rPr lang="en-US" sz="3000" dirty="0"/>
                  <a:t> </a:t>
                </a:r>
                <a14:m>
                  <m:oMath xmlns:m="http://schemas.openxmlformats.org/officeDocument/2006/math">
                    <m:r>
                      <a:rPr lang="en-US" sz="300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en-US" sz="3000" dirty="0"/>
                  <a:t> into </a:t>
                </a:r>
                <a14:m>
                  <m:oMath xmlns:m="http://schemas.openxmlformats.org/officeDocument/2006/math">
                    <m:r>
                      <a:rPr lang="en-US" sz="300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sz="300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3000" dirty="0"/>
                  <a:t> such that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3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3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p>
                        <m:r>
                          <a:rPr lang="en-US" sz="3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3000" dirty="0"/>
                  <a:t>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| |</m:t>
                    </m:r>
                    <m:r>
                      <m:rPr>
                        <m:sty m:val="p"/>
                      </m:rPr>
                      <a:rPr lang="en-US" sz="3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Blue</m:t>
                    </m:r>
                    <m:d>
                      <m:dPr>
                        <m:ctrlPr>
                          <a:rPr lang="en-US" sz="3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3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3000" b="0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3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| |</m:t>
                    </m:r>
                    <m:r>
                      <m:rPr>
                        <m:sty m:val="p"/>
                      </m:rPr>
                      <a:rPr lang="en-US" sz="3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Red</m:t>
                    </m:r>
                    <m:d>
                      <m:dPr>
                        <m:ctrlPr>
                          <a:rPr lang="en-US" sz="3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3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30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B552C69-7321-7E11-017D-AEC07EB46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761" y="2300990"/>
                <a:ext cx="9239581" cy="1477328"/>
              </a:xfrm>
              <a:prstGeom prst="rect">
                <a:avLst/>
              </a:prstGeom>
              <a:blipFill>
                <a:blip r:embed="rId4"/>
                <a:stretch>
                  <a:fillRect l="-1583" t="-4938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AD2D3E52-AE41-97A1-E9E8-0AE29A718246}"/>
              </a:ext>
            </a:extLst>
          </p:cNvPr>
          <p:cNvSpPr txBox="1"/>
          <p:nvPr/>
        </p:nvSpPr>
        <p:spPr>
          <a:xfrm>
            <a:off x="535646" y="4101256"/>
            <a:ext cx="14580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Step 2: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B252076-7BBC-9B15-9B27-C002C673E7EA}"/>
                  </a:ext>
                </a:extLst>
              </p:cNvPr>
              <p:cNvSpPr txBox="1"/>
              <p:nvPr/>
            </p:nvSpPr>
            <p:spPr>
              <a:xfrm>
                <a:off x="1888761" y="4101256"/>
                <a:ext cx="2146229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Make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sz="3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3000" dirty="0"/>
                  <a:t> fair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B252076-7BBC-9B15-9B27-C002C673E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761" y="4101256"/>
                <a:ext cx="2146229" cy="553998"/>
              </a:xfrm>
              <a:prstGeom prst="rect">
                <a:avLst/>
              </a:prstGeom>
              <a:blipFill>
                <a:blip r:embed="rId5"/>
                <a:stretch>
                  <a:fillRect l="-6818" t="-13187" r="-5682" b="-34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9322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alpha val="98000"/>
              </a:schemeClr>
            </a:gs>
            <a:gs pos="81000">
              <a:schemeClr val="bg2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A83874-422F-A03C-9876-CB8434902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3087-2054-FF7A-E3AF-E64685BE7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65125"/>
            <a:ext cx="11620500" cy="77787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Open questions</a:t>
            </a:r>
          </a:p>
        </p:txBody>
      </p:sp>
      <p:sp>
        <p:nvSpPr>
          <p:cNvPr id="4" name="Rectangle: Rounded Corners 4">
            <a:extLst>
              <a:ext uri="{FF2B5EF4-FFF2-40B4-BE49-F238E27FC236}">
                <a16:creationId xmlns:a16="http://schemas.microsoft.com/office/drawing/2014/main" id="{0B6F4418-824E-CF1E-0A41-A6883A9F451E}"/>
              </a:ext>
            </a:extLst>
          </p:cNvPr>
          <p:cNvSpPr/>
          <p:nvPr/>
        </p:nvSpPr>
        <p:spPr>
          <a:xfrm>
            <a:off x="1141506" y="1546345"/>
            <a:ext cx="4806002" cy="4411898"/>
          </a:xfrm>
          <a:prstGeom prst="roundRect">
            <a:avLst>
              <a:gd name="adj" fmla="val 9824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>
              <a:solidFill>
                <a:srgbClr val="215F9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ình chữ nhật: Góc Tròn 7">
                <a:extLst>
                  <a:ext uri="{FF2B5EF4-FFF2-40B4-BE49-F238E27FC236}">
                    <a16:creationId xmlns:a16="http://schemas.microsoft.com/office/drawing/2014/main" id="{001E1366-BC53-CD22-7C8E-B05D075AFCA7}"/>
                  </a:ext>
                </a:extLst>
              </p:cNvPr>
              <p:cNvSpPr/>
              <p:nvPr/>
            </p:nvSpPr>
            <p:spPr>
              <a:xfrm>
                <a:off x="2254519" y="1419998"/>
                <a:ext cx="2778589" cy="589693"/>
              </a:xfrm>
              <a:prstGeom prst="roundRect">
                <a:avLst/>
              </a:prstGeom>
              <a:solidFill>
                <a:srgbClr val="FFF0C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2000" b="1" i="0" dirty="0" smtClean="0">
                          <a:solidFill>
                            <a:srgbClr val="215F9A"/>
                          </a:solidFill>
                        </a:rPr>
                        <m:t>Offline settings</m:t>
                      </m:r>
                    </m:oMath>
                  </m:oMathPara>
                </a14:m>
                <a:endParaRPr lang="en-US" sz="2000" b="1" dirty="0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8" name="Hình chữ nhật: Góc Tròn 7">
                <a:extLst>
                  <a:ext uri="{FF2B5EF4-FFF2-40B4-BE49-F238E27FC236}">
                    <a16:creationId xmlns:a16="http://schemas.microsoft.com/office/drawing/2014/main" id="{001E1366-BC53-CD22-7C8E-B05D075AFC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519" y="1419998"/>
                <a:ext cx="2778589" cy="58969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: Rounded Corners 13">
            <a:extLst>
              <a:ext uri="{FF2B5EF4-FFF2-40B4-BE49-F238E27FC236}">
                <a16:creationId xmlns:a16="http://schemas.microsoft.com/office/drawing/2014/main" id="{B4F659DA-50CF-22EC-7DF3-8AD3AD6C2464}"/>
              </a:ext>
            </a:extLst>
          </p:cNvPr>
          <p:cNvSpPr/>
          <p:nvPr/>
        </p:nvSpPr>
        <p:spPr>
          <a:xfrm>
            <a:off x="1371616" y="2413036"/>
            <a:ext cx="4283259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rgbClr val="215F9A"/>
                </a:solidFill>
              </a:rPr>
              <a:t>Improve approx. closest fair, APX-hard ?</a:t>
            </a:r>
          </a:p>
        </p:txBody>
      </p:sp>
      <p:sp>
        <p:nvSpPr>
          <p:cNvPr id="26" name="Rectangle: Rounded Corners 13">
            <a:extLst>
              <a:ext uri="{FF2B5EF4-FFF2-40B4-BE49-F238E27FC236}">
                <a16:creationId xmlns:a16="http://schemas.microsoft.com/office/drawing/2014/main" id="{92AC58DE-68E5-9621-1D4B-091CC7B8916D}"/>
              </a:ext>
            </a:extLst>
          </p:cNvPr>
          <p:cNvSpPr/>
          <p:nvPr/>
        </p:nvSpPr>
        <p:spPr>
          <a:xfrm>
            <a:off x="1371616" y="3473603"/>
            <a:ext cx="4283259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rgbClr val="215F9A"/>
                </a:solidFill>
              </a:rPr>
              <a:t>Optimal algorithm for consensus clustering ?</a:t>
            </a:r>
          </a:p>
        </p:txBody>
      </p:sp>
      <p:sp>
        <p:nvSpPr>
          <p:cNvPr id="27" name="Rectangle: Rounded Corners 13">
            <a:extLst>
              <a:ext uri="{FF2B5EF4-FFF2-40B4-BE49-F238E27FC236}">
                <a16:creationId xmlns:a16="http://schemas.microsoft.com/office/drawing/2014/main" id="{5D80CF7D-8C1B-8A95-F3C2-6FEF584D96A8}"/>
              </a:ext>
            </a:extLst>
          </p:cNvPr>
          <p:cNvSpPr/>
          <p:nvPr/>
        </p:nvSpPr>
        <p:spPr>
          <a:xfrm>
            <a:off x="1348170" y="4534170"/>
            <a:ext cx="4283259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rgbClr val="215F9A"/>
                </a:solidFill>
              </a:rPr>
              <a:t>Other fairness notions ?</a:t>
            </a:r>
          </a:p>
        </p:txBody>
      </p:sp>
      <p:sp>
        <p:nvSpPr>
          <p:cNvPr id="28" name="Rectangle: Rounded Corners 4">
            <a:extLst>
              <a:ext uri="{FF2B5EF4-FFF2-40B4-BE49-F238E27FC236}">
                <a16:creationId xmlns:a16="http://schemas.microsoft.com/office/drawing/2014/main" id="{D29ED392-9D4E-D4C2-CCFD-502A1DF3E2F9}"/>
              </a:ext>
            </a:extLst>
          </p:cNvPr>
          <p:cNvSpPr/>
          <p:nvPr/>
        </p:nvSpPr>
        <p:spPr>
          <a:xfrm>
            <a:off x="6330461" y="1546345"/>
            <a:ext cx="4806002" cy="4411898"/>
          </a:xfrm>
          <a:prstGeom prst="roundRect">
            <a:avLst>
              <a:gd name="adj" fmla="val 9824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>
              <a:solidFill>
                <a:srgbClr val="215F9A"/>
              </a:solidFill>
            </a:endParaRPr>
          </a:p>
        </p:txBody>
      </p:sp>
      <p:sp>
        <p:nvSpPr>
          <p:cNvPr id="30" name="Rectangle: Rounded Corners 13">
            <a:extLst>
              <a:ext uri="{FF2B5EF4-FFF2-40B4-BE49-F238E27FC236}">
                <a16:creationId xmlns:a16="http://schemas.microsoft.com/office/drawing/2014/main" id="{EEA177E0-C1B1-F591-B582-0FED3CCBA282}"/>
              </a:ext>
            </a:extLst>
          </p:cNvPr>
          <p:cNvSpPr/>
          <p:nvPr/>
        </p:nvSpPr>
        <p:spPr>
          <a:xfrm>
            <a:off x="6560571" y="2413036"/>
            <a:ext cx="4283259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rgbClr val="215F9A"/>
                </a:solidFill>
              </a:rPr>
              <a:t>Online with recourses</a:t>
            </a:r>
          </a:p>
        </p:txBody>
      </p:sp>
      <p:sp>
        <p:nvSpPr>
          <p:cNvPr id="31" name="Rectangle: Rounded Corners 13">
            <a:extLst>
              <a:ext uri="{FF2B5EF4-FFF2-40B4-BE49-F238E27FC236}">
                <a16:creationId xmlns:a16="http://schemas.microsoft.com/office/drawing/2014/main" id="{2EF16091-AD47-6478-2D4E-509F05DA88C7}"/>
              </a:ext>
            </a:extLst>
          </p:cNvPr>
          <p:cNvSpPr/>
          <p:nvPr/>
        </p:nvSpPr>
        <p:spPr>
          <a:xfrm>
            <a:off x="6560571" y="3473603"/>
            <a:ext cx="4283259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rgbClr val="215F9A"/>
                </a:solidFill>
              </a:rPr>
              <a:t>Dynamic with update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Hình chữ nhật: Góc Tròn 32">
                <a:extLst>
                  <a:ext uri="{FF2B5EF4-FFF2-40B4-BE49-F238E27FC236}">
                    <a16:creationId xmlns:a16="http://schemas.microsoft.com/office/drawing/2014/main" id="{2DF59E6A-9BC8-6691-5CF6-C23DA0850847}"/>
                  </a:ext>
                </a:extLst>
              </p:cNvPr>
              <p:cNvSpPr/>
              <p:nvPr/>
            </p:nvSpPr>
            <p:spPr>
              <a:xfrm>
                <a:off x="7312905" y="1363723"/>
                <a:ext cx="2778589" cy="589693"/>
              </a:xfrm>
              <a:prstGeom prst="roundRect">
                <a:avLst/>
              </a:prstGeom>
              <a:solidFill>
                <a:srgbClr val="FFF0C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2000" b="1" i="0" dirty="0" smtClean="0">
                          <a:solidFill>
                            <a:srgbClr val="215F9A"/>
                          </a:solidFill>
                        </a:rPr>
                        <m:t>Scalable settings</m:t>
                      </m:r>
                    </m:oMath>
                  </m:oMathPara>
                </a14:m>
                <a:endParaRPr lang="en-US" sz="2000" b="1" dirty="0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33" name="Hình chữ nhật: Góc Tròn 32">
                <a:extLst>
                  <a:ext uri="{FF2B5EF4-FFF2-40B4-BE49-F238E27FC236}">
                    <a16:creationId xmlns:a16="http://schemas.microsoft.com/office/drawing/2014/main" id="{2DF59E6A-9BC8-6691-5CF6-C23DA08508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905" y="1363723"/>
                <a:ext cx="2778589" cy="58969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13">
            <a:extLst>
              <a:ext uri="{FF2B5EF4-FFF2-40B4-BE49-F238E27FC236}">
                <a16:creationId xmlns:a16="http://schemas.microsoft.com/office/drawing/2014/main" id="{1939CDBF-7947-38C1-DD42-91B109C68B60}"/>
              </a:ext>
            </a:extLst>
          </p:cNvPr>
          <p:cNvSpPr/>
          <p:nvPr/>
        </p:nvSpPr>
        <p:spPr>
          <a:xfrm>
            <a:off x="6560569" y="4534170"/>
            <a:ext cx="4283259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rgbClr val="215F9A"/>
                </a:solidFill>
              </a:rPr>
              <a:t>MPC</a:t>
            </a:r>
          </a:p>
        </p:txBody>
      </p:sp>
    </p:spTree>
    <p:extLst>
      <p:ext uri="{BB962C8B-B14F-4D97-AF65-F5344CB8AC3E}">
        <p14:creationId xmlns:p14="http://schemas.microsoft.com/office/powerpoint/2010/main" val="1274574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7" grpId="0" animBg="1"/>
      <p:bldP spid="30" grpId="0" animBg="1"/>
      <p:bldP spid="31" grpId="0" animBg="1"/>
      <p:bldP spid="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alpha val="98000"/>
              </a:schemeClr>
            </a:gs>
            <a:gs pos="81000">
              <a:schemeClr val="bg2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8A8F9-B124-99BA-0B42-52E7A8999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on't dis the caveman – Winnipeg Free Press">
            <a:extLst>
              <a:ext uri="{FF2B5EF4-FFF2-40B4-BE49-F238E27FC236}">
                <a16:creationId xmlns:a16="http://schemas.microsoft.com/office/drawing/2014/main" id="{F42FC973-094C-7336-31AA-72C7934380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4101061" y="1401856"/>
            <a:ext cx="3812824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12BC2F-BEFB-6A90-AAA2-BB8211B6B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65125"/>
            <a:ext cx="11620500" cy="77787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 Disclosure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464306-EA88-E453-5F48-5F5FCEFC9FDE}"/>
              </a:ext>
            </a:extLst>
          </p:cNvPr>
          <p:cNvSpPr txBox="1"/>
          <p:nvPr/>
        </p:nvSpPr>
        <p:spPr>
          <a:xfrm>
            <a:off x="3038007" y="3365291"/>
            <a:ext cx="5498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These works belong to the ancient times, BC era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FB061-8C32-48F7-5EA6-402496343AED}"/>
              </a:ext>
            </a:extLst>
          </p:cNvPr>
          <p:cNvSpPr txBox="1"/>
          <p:nvPr/>
        </p:nvSpPr>
        <p:spPr>
          <a:xfrm>
            <a:off x="9443803" y="6228413"/>
            <a:ext cx="2642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BC = Before ChatGPT 5.5</a:t>
            </a:r>
          </a:p>
        </p:txBody>
      </p:sp>
    </p:spTree>
    <p:extLst>
      <p:ext uri="{BB962C8B-B14F-4D97-AF65-F5344CB8AC3E}">
        <p14:creationId xmlns:p14="http://schemas.microsoft.com/office/powerpoint/2010/main" val="3192479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alpha val="98000"/>
              </a:schemeClr>
            </a:gs>
            <a:gs pos="74000">
              <a:schemeClr val="bg2"/>
            </a:gs>
            <a:gs pos="100000">
              <a:schemeClr val="bg1">
                <a:lumMod val="8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C55FC7-9DED-C51B-E3C1-FAA846AFD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Nhóm 1">
            <a:extLst>
              <a:ext uri="{FF2B5EF4-FFF2-40B4-BE49-F238E27FC236}">
                <a16:creationId xmlns:a16="http://schemas.microsoft.com/office/drawing/2014/main" id="{B0AEB0BC-9E57-2122-4E8D-56F47E5CC94E}"/>
              </a:ext>
            </a:extLst>
          </p:cNvPr>
          <p:cNvGrpSpPr/>
          <p:nvPr/>
        </p:nvGrpSpPr>
        <p:grpSpPr>
          <a:xfrm>
            <a:off x="-19276" y="2724233"/>
            <a:ext cx="12191999" cy="1756589"/>
            <a:chOff x="0" y="428747"/>
            <a:chExt cx="12191999" cy="175053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A8EF422-4964-92C9-359E-2F0DDACDE39B}"/>
                </a:ext>
              </a:extLst>
            </p:cNvPr>
            <p:cNvSpPr/>
            <p:nvPr/>
          </p:nvSpPr>
          <p:spPr>
            <a:xfrm>
              <a:off x="0" y="428747"/>
              <a:ext cx="12191999" cy="1750531"/>
            </a:xfrm>
            <a:prstGeom prst="rect">
              <a:avLst/>
            </a:prstGeom>
            <a:gradFill>
              <a:gsLst>
                <a:gs pos="0">
                  <a:schemeClr val="accent1">
                    <a:lumMod val="97000"/>
                    <a:alpha val="60000"/>
                  </a:schemeClr>
                </a:gs>
                <a:gs pos="23000">
                  <a:schemeClr val="accent1">
                    <a:lumMod val="89000"/>
                  </a:schemeClr>
                </a:gs>
                <a:gs pos="69000">
                  <a:schemeClr val="accent1">
                    <a:lumMod val="75000"/>
                  </a:schemeClr>
                </a:gs>
                <a:gs pos="97000">
                  <a:schemeClr val="accent1">
                    <a:lumMod val="7000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6F626011-F3FD-E84E-B7C0-7733B56CE770}"/>
                </a:ext>
              </a:extLst>
            </p:cNvPr>
            <p:cNvSpPr txBox="1">
              <a:spLocks/>
            </p:cNvSpPr>
            <p:nvPr/>
          </p:nvSpPr>
          <p:spPr>
            <a:xfrm>
              <a:off x="3664678" y="750878"/>
              <a:ext cx="5295447" cy="1106268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b="1" dirty="0">
                  <a:solidFill>
                    <a:schemeClr val="bg1"/>
                  </a:solidFill>
                </a:rPr>
                <a:t>THANK YOU!</a:t>
              </a:r>
            </a:p>
          </p:txBody>
        </p:sp>
      </p:grpSp>
      <p:pic>
        <p:nvPicPr>
          <p:cNvPr id="9" name="Picture 8" descr="Penn State Nittany Lions - Wikipedia">
            <a:extLst>
              <a:ext uri="{FF2B5EF4-FFF2-40B4-BE49-F238E27FC236}">
                <a16:creationId xmlns:a16="http://schemas.microsoft.com/office/drawing/2014/main" id="{AC3EDE34-F370-5953-488F-41FC539FB71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10879" y="1372958"/>
            <a:ext cx="1542765" cy="107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616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1821</TotalTime>
  <Words>3574</Words>
  <Application>Microsoft Office PowerPoint</Application>
  <PresentationFormat>Widescreen</PresentationFormat>
  <Paragraphs>931</Paragraphs>
  <Slides>67</Slides>
  <Notes>32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4" baseType="lpstr">
      <vt:lpstr>Aptos</vt:lpstr>
      <vt:lpstr>Aptos (Body)</vt:lpstr>
      <vt:lpstr>Aptos Display</vt:lpstr>
      <vt:lpstr>Arial</vt:lpstr>
      <vt:lpstr>Cambria Math</vt:lpstr>
      <vt:lpstr>Wingdings</vt:lpstr>
      <vt:lpstr>Office Theme</vt:lpstr>
      <vt:lpstr>PowerPoint Presentation</vt:lpstr>
      <vt:lpstr>Data aggregation</vt:lpstr>
      <vt:lpstr>Data aggregation</vt:lpstr>
      <vt:lpstr>Strings aggregation</vt:lpstr>
      <vt:lpstr>Rank aggregation</vt:lpstr>
      <vt:lpstr>Applications of rank aggregation</vt:lpstr>
      <vt:lpstr>Consensus Clusterings</vt:lpstr>
      <vt:lpstr>Consensus Clusterings: Applications</vt:lpstr>
      <vt:lpstr>Focus</vt:lpstr>
      <vt:lpstr>Highlighted Results</vt:lpstr>
      <vt:lpstr>A Scalable and Unified Framework  to Weighted Rank Aggregation (ICALP 26)</vt:lpstr>
      <vt:lpstr>Toward Fair Representation:  Consensus and Clustering (COLT 25)</vt:lpstr>
      <vt:lpstr>Toward Fair Representation:  Consensus and Clustering (COLT 25)</vt:lpstr>
      <vt:lpstr>Toward Fair Representation:  Consensus and Clustering (COLT 25)</vt:lpstr>
      <vt:lpstr>Toward Fair Representation:  Consensus and Clustering (COLT 25)</vt:lpstr>
      <vt:lpstr>Toward Fair Representation:  Consensus and Clustering (COLT 25)</vt:lpstr>
      <vt:lpstr>Generalizing to multiple colors (AAAI 26)</vt:lpstr>
      <vt:lpstr>Improved Fair Cons. Cls. &amp; Streaming (AAMAS 26)</vt:lpstr>
      <vt:lpstr>Rank aggregation</vt:lpstr>
      <vt:lpstr>1-Median</vt:lpstr>
      <vt:lpstr>Rank aggregation</vt:lpstr>
      <vt:lpstr>PowerPoint Presentation</vt:lpstr>
      <vt:lpstr>Massively Parallel Computation (MPC) model</vt:lpstr>
      <vt:lpstr>Massively Parallel Computation (MPC) model</vt:lpstr>
      <vt:lpstr>Real world dataset</vt:lpstr>
      <vt:lpstr>Massively Parallel Computation (MPC) model</vt:lpstr>
      <vt:lpstr>Results (old and new)</vt:lpstr>
      <vt:lpstr>Results (old and new)</vt:lpstr>
      <vt:lpstr>Our contributions</vt:lpstr>
      <vt:lpstr>Framework overview</vt:lpstr>
      <vt:lpstr>Quantify Triangle Inequality</vt:lpstr>
      <vt:lpstr>Quantify Triangle Inequality</vt:lpstr>
      <vt:lpstr>Key Properties</vt:lpstr>
      <vt:lpstr>Key Properties</vt:lpstr>
      <vt:lpstr>Key Properties</vt:lpstr>
      <vt:lpstr>Key Properties</vt:lpstr>
      <vt:lpstr>Key Properties</vt:lpstr>
      <vt:lpstr>Ulam distance</vt:lpstr>
      <vt:lpstr>Aggregating under Ulam</vt:lpstr>
      <vt:lpstr>Dynamic Programming Approach</vt:lpstr>
      <vt:lpstr>Cycle Removal Approach (CDK 21)</vt:lpstr>
      <vt:lpstr>Cycle Removal Approach (CDK 21)</vt:lpstr>
      <vt:lpstr>Cycle Removal Approach (CDK 21)</vt:lpstr>
      <vt:lpstr>Attempt for MPC Cycle Removal</vt:lpstr>
      <vt:lpstr>Succes attempt = DP + Cycle Removal</vt:lpstr>
      <vt:lpstr>Succes attempt = DP + Cycle Removal</vt:lpstr>
      <vt:lpstr>Succes attempt = DP + Cycle Removal</vt:lpstr>
      <vt:lpstr>Succes attempt = DP + Cycle Removal</vt:lpstr>
      <vt:lpstr>Succes attempt = DP + Cycle Removal</vt:lpstr>
      <vt:lpstr>Succes attempt = DP + Cycle Removal</vt:lpstr>
      <vt:lpstr>Succes attempt = DP + Cycle Removal</vt:lpstr>
      <vt:lpstr>Ideal: this situation happens for all blocks</vt:lpstr>
      <vt:lpstr>Long blocks, short blocks</vt:lpstr>
      <vt:lpstr>Succes attempt = DP + Cycle Removal</vt:lpstr>
      <vt:lpstr>Open questions</vt:lpstr>
      <vt:lpstr>PowerPoint Presentation</vt:lpstr>
      <vt:lpstr>Toward Fair Representation:  Consensus and Clustering</vt:lpstr>
      <vt:lpstr>Toward Fair Representation:  Consensus and Clustering</vt:lpstr>
      <vt:lpstr>Toward Fair Representation:  Consensus and Clustering</vt:lpstr>
      <vt:lpstr>Optimal algorithm when p=q</vt:lpstr>
      <vt:lpstr>Optimal algorithm when p=q</vt:lpstr>
      <vt:lpstr>Optimal algorithm when p=q</vt:lpstr>
      <vt:lpstr>This approaches does not work for arbitrary p:q</vt:lpstr>
      <vt:lpstr>Approx. Algorithm for p:q</vt:lpstr>
      <vt:lpstr>Open questions</vt:lpstr>
      <vt:lpstr>AI Disclosure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Tien Long</dc:creator>
  <cp:lastModifiedBy>Nguyen, Tien Long</cp:lastModifiedBy>
  <cp:revision>7</cp:revision>
  <dcterms:created xsi:type="dcterms:W3CDTF">2026-06-11T04:26:46Z</dcterms:created>
  <dcterms:modified xsi:type="dcterms:W3CDTF">2026-09-15T17:19:42Z</dcterms:modified>
</cp:coreProperties>
</file>